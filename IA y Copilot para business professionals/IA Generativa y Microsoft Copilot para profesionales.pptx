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media/image22.svg" ContentType="image/svg"/>
  <Override PartName="/ppt/media/image23.svg" ContentType="image/svg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1"/>
  </p:notesMasterIdLst>
  <p:sldIdLst>
    <p:sldId id="257" r:id="rId2"/>
    <p:sldId id="296" r:id="rId3"/>
    <p:sldId id="2147479800" r:id="rId4"/>
    <p:sldId id="279" r:id="rId5"/>
    <p:sldId id="260" r:id="rId6"/>
    <p:sldId id="2147479801" r:id="rId7"/>
    <p:sldId id="2147479802" r:id="rId8"/>
    <p:sldId id="2147482585" r:id="rId9"/>
    <p:sldId id="2147482588" r:id="rId10"/>
    <p:sldId id="2147482608" r:id="rId11"/>
    <p:sldId id="2147482639" r:id="rId12"/>
    <p:sldId id="2147482589" r:id="rId13"/>
    <p:sldId id="2147478584" r:id="rId14"/>
    <p:sldId id="2147482609" r:id="rId15"/>
    <p:sldId id="2147479900" r:id="rId16"/>
    <p:sldId id="2147482596" r:id="rId17"/>
    <p:sldId id="2147482610" r:id="rId18"/>
    <p:sldId id="2147482590" r:id="rId19"/>
    <p:sldId id="2147482613" r:id="rId20"/>
    <p:sldId id="2147482638" r:id="rId21"/>
    <p:sldId id="2147482600" r:id="rId22"/>
    <p:sldId id="2147482611" r:id="rId23"/>
    <p:sldId id="2147482614" r:id="rId24"/>
    <p:sldId id="2147482623" r:id="rId25"/>
    <p:sldId id="2147482619" r:id="rId26"/>
    <p:sldId id="2147482621" r:id="rId27"/>
    <p:sldId id="2147482632" r:id="rId28"/>
    <p:sldId id="2147482633" r:id="rId29"/>
    <p:sldId id="2147482631" r:id="rId30"/>
    <p:sldId id="2147482602" r:id="rId31"/>
    <p:sldId id="2147482637" r:id="rId32"/>
    <p:sldId id="2147482592" r:id="rId33"/>
    <p:sldId id="288" r:id="rId34"/>
    <p:sldId id="2147482624" r:id="rId35"/>
    <p:sldId id="2147482591" r:id="rId36"/>
    <p:sldId id="2147482642" r:id="rId37"/>
    <p:sldId id="2147482626" r:id="rId38"/>
    <p:sldId id="2147482612" r:id="rId39"/>
    <p:sldId id="2147482580" r:id="rId40"/>
    <p:sldId id="2147482636" r:id="rId41"/>
    <p:sldId id="2147482601" r:id="rId42"/>
    <p:sldId id="2147482627" r:id="rId43"/>
    <p:sldId id="2147482628" r:id="rId44"/>
    <p:sldId id="294" r:id="rId45"/>
    <p:sldId id="2147482629" r:id="rId46"/>
    <p:sldId id="2147482603" r:id="rId47"/>
    <p:sldId id="2147482635" r:id="rId48"/>
    <p:sldId id="2147482594" r:id="rId49"/>
    <p:sldId id="2147482595" r:id="rId50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ción" id="{D965D6C3-B9FA-4D3D-A351-6EFDCF75DBDD}">
          <p14:sldIdLst>
            <p14:sldId id="257"/>
            <p14:sldId id="296"/>
            <p14:sldId id="2147479800"/>
            <p14:sldId id="279"/>
          </p14:sldIdLst>
        </p14:section>
        <p14:section name="Intro a la IA generativa" id="{CD5E760E-D8FC-468C-B0AE-61EA21FEC47C}">
          <p14:sldIdLst>
            <p14:sldId id="260"/>
            <p14:sldId id="2147479801"/>
            <p14:sldId id="2147479802"/>
            <p14:sldId id="2147482585"/>
            <p14:sldId id="2147482588"/>
            <p14:sldId id="2147482608"/>
            <p14:sldId id="2147482639"/>
          </p14:sldIdLst>
        </p14:section>
        <p14:section name="M365 Copilot en acción" id="{00654798-0F2F-4D3B-ADA8-8EEF679E1C1B}">
          <p14:sldIdLst>
            <p14:sldId id="2147482589"/>
            <p14:sldId id="2147478584"/>
            <p14:sldId id="2147482609"/>
            <p14:sldId id="2147479900"/>
            <p14:sldId id="2147482596"/>
            <p14:sldId id="2147482610"/>
            <p14:sldId id="2147482590"/>
            <p14:sldId id="2147482613"/>
            <p14:sldId id="2147482638"/>
          </p14:sldIdLst>
        </p14:section>
        <p14:section name="El arte del prompting" id="{FC0D8D8F-B082-450B-8DC0-2F8F36D93C91}">
          <p14:sldIdLst>
            <p14:sldId id="2147482600"/>
            <p14:sldId id="2147482611"/>
            <p14:sldId id="2147482614"/>
            <p14:sldId id="2147482623"/>
            <p14:sldId id="2147482619"/>
            <p14:sldId id="2147482621"/>
            <p14:sldId id="2147482632"/>
            <p14:sldId id="2147482633"/>
            <p14:sldId id="2147482631"/>
            <p14:sldId id="2147482602"/>
            <p14:sldId id="2147482637"/>
          </p14:sldIdLst>
        </p14:section>
        <p14:section name="Multimodalidad en Copilot" id="{DB9E9850-0663-4545-B8AE-0B586BFA96C6}">
          <p14:sldIdLst>
            <p14:sldId id="2147482592"/>
            <p14:sldId id="288"/>
            <p14:sldId id="2147482624"/>
            <p14:sldId id="2147482591"/>
            <p14:sldId id="2147482642"/>
            <p14:sldId id="2147482626"/>
            <p14:sldId id="2147482612"/>
            <p14:sldId id="2147482580"/>
            <p14:sldId id="2147482636"/>
          </p14:sldIdLst>
        </p14:section>
        <p14:section name="Ética en el uso de la IA" id="{68B4B143-5D06-4580-93C2-C5D3DBC4A745}">
          <p14:sldIdLst>
            <p14:sldId id="2147482601"/>
            <p14:sldId id="2147482627"/>
            <p14:sldId id="2147482628"/>
            <p14:sldId id="294"/>
            <p14:sldId id="2147482629"/>
            <p14:sldId id="2147482603"/>
            <p14:sldId id="2147482635"/>
          </p14:sldIdLst>
        </p14:section>
        <p14:section name="Conclusion" id="{22929847-2A6F-4E17-8B5E-2D61DB933FC9}">
          <p14:sldIdLst>
            <p14:sldId id="2147482594"/>
            <p14:sldId id="214748259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150D5"/>
    <a:srgbClr val="EC55A0"/>
    <a:srgbClr val="7C3AED"/>
    <a:srgbClr val="3B82F6"/>
    <a:srgbClr val="0D9488"/>
    <a:srgbClr val="109C9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700" autoAdjust="0"/>
    <p:restoredTop sz="82378" autoAdjust="0"/>
  </p:normalViewPr>
  <p:slideViewPr>
    <p:cSldViewPr snapToGrid="0">
      <p:cViewPr varScale="1">
        <p:scale>
          <a:sx n="127" d="100"/>
          <a:sy n="127" d="100"/>
        </p:scale>
        <p:origin x="156" y="12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89A21E6-DD49-4AD4-A49B-C63125EF9D72}" type="datetimeFigureOut">
              <a:rPr lang="es-ES" smtClean="0"/>
              <a:t>16/06/2026</a:t>
            </a:fld>
            <a:endParaRPr lang="es-E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ADE7C20-BC88-45D6-B320-F3AF01C8D59F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625376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quizeth/Labs/blob/main/IA%20y%20Copilot%20para%20business%20professionals/Lab%201%3A%20Primeros%20pasos%20con%20Microsoft%20365%20Copilot%20Chat.md" TargetMode="External"/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quizeth/Labs/blob/main/IA%20y%20Copilot%20para%20business%20professionals/Lab%202%3A%20Creaci%C3%B3n%20de%20prompts%20efectivos%20con%20el%20marco%20RCTF.md" TargetMode="External"/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quizeth/Labs/blob/main/IA%20y%20Copilot%20para%20business%20professionals/Lab%203%3A%20Crea%20contenido%20multimedia%20con%20%E2%80%9CCreate%E2%80%9D%20en%20Microsoft%20365%20Copilot%20Chat.md" TargetMode="External"/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quizeth/Labs/blob/main/IA%20y%20Copilot%20para%20business%20professionals/Lab%204%3A%20%C3%89tica%20en%20la%20IA.md" TargetMode="External"/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3" Type="http://schemas.openxmlformats.org/officeDocument/2006/relationships/hyperlink" Target="https://globalknowledge.az1.qualtrics.com/jfe/form/SV_2l9xxtKvLOyJCKN?EVENTID=ES74105" TargetMode="External"/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Diapositiva de espera mientras se incorporan los participantes.</a:t>
            </a:r>
          </a:p>
          <a:p>
            <a:r>
              <a:rPr lang="es-ES" dirty="0"/>
              <a:t>Dar la bienvenida y confirmar que el curso trata sobre IA generativa y Microsoft </a:t>
            </a:r>
            <a:r>
              <a:rPr lang="es-ES" dirty="0" err="1"/>
              <a:t>Copilot</a:t>
            </a:r>
            <a:r>
              <a:rPr lang="es-ES" dirty="0"/>
              <a:t> para profesionales.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AE7D9C-7997-4B0E-99F1-D84FA7029492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855861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Presentación de la formadora: Carmela Quijano, Microsoft </a:t>
            </a:r>
            <a:r>
              <a:rPr lang="es-ES" dirty="0" err="1"/>
              <a:t>Certified</a:t>
            </a:r>
            <a:r>
              <a:rPr lang="es-ES" dirty="0"/>
              <a:t> Trainer.</a:t>
            </a:r>
          </a:p>
          <a:p>
            <a:r>
              <a:rPr lang="es-ES" dirty="0"/>
              <a:t>Más de 10 años de experiencia en formación en Power BI, Power </a:t>
            </a:r>
            <a:r>
              <a:rPr lang="es-ES" dirty="0" err="1"/>
              <a:t>Platform</a:t>
            </a:r>
            <a:r>
              <a:rPr lang="es-ES" dirty="0"/>
              <a:t>, </a:t>
            </a:r>
            <a:r>
              <a:rPr lang="es-ES" dirty="0" err="1"/>
              <a:t>Fabric</a:t>
            </a:r>
            <a:r>
              <a:rPr lang="es-ES" dirty="0"/>
              <a:t> y Azure.</a:t>
            </a:r>
          </a:p>
          <a:p>
            <a:r>
              <a:rPr lang="es-ES" dirty="0"/>
              <a:t>Especializada en datos: IA, data </a:t>
            </a:r>
            <a:r>
              <a:rPr lang="es-ES" dirty="0" err="1"/>
              <a:t>science</a:t>
            </a:r>
            <a:r>
              <a:rPr lang="es-ES" dirty="0"/>
              <a:t> y BI.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5F84DE-91BD-4FF3-806C-425FEE8B7025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50179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Repasar horarios y descansos previstos.</a:t>
            </a:r>
          </a:p>
          <a:p>
            <a:r>
              <a:rPr lang="es-ES"/>
              <a:t>Recordar la etiqueta virtual: cámaras, micrófonos y cómo hacer preguntas.</a:t>
            </a:r>
          </a:p>
          <a:p>
            <a:r>
              <a:rPr lang="es-ES"/>
              <a:t>Mencionar la encuesta final de satisfacción, la estructura del curso y los recursos disponibles.</a:t>
            </a:r>
            <a:endParaRPr lang="es-E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B1D30F-FB72-4E71-887E-2C6133CBA2B8}" type="slidenum">
              <a:rPr lang="es-ES" smtClean="0"/>
              <a:t>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9972031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Presentar los cinco bloques del curso:</a:t>
            </a:r>
          </a:p>
          <a:p>
            <a:r>
              <a:rPr lang="es-ES"/>
              <a:t>1) Introducción a la IA generativa. 2) Microsoft 365 Copilot en acción. 3) El arte del prompting. 4) Multimodalidad en la IA. 5) Ética en el uso de la IA.</a:t>
            </a:r>
            <a:endParaRPr lang="es-E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B1D30F-FB72-4E71-887E-2C6133CBA2B8}" type="slidenum">
              <a:rPr lang="es-ES" smtClean="0"/>
              <a:t>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4821988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Transición al primer bloque: Introducción a la IA generativa.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E5671BD-0411-45FF-8531-FDACC0C9F18C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961533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Definir IA como el conjunto de técnicas que imitan capacidades humanas: comprender lenguaje, ver imágenes, razonar y decidir.</a:t>
            </a:r>
          </a:p>
          <a:p>
            <a:r>
              <a:rPr lang="es-ES"/>
              <a:t>Explicar el ciclo de aprendizaje automático en cuatro pasos: 1) aprende de los datos, 2) crea un modelo, 3) responde en contexto, 4) mejora continuamente con uso y supervisión humana.</a:t>
            </a:r>
          </a:p>
          <a:p>
            <a:r>
              <a:rPr lang="es-ES"/>
              <a:t>Mensaje clave para los alumnos: la IA no "piensa", reconoce patrones estadísticos en grandes volúmenes de datos.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B1D30F-FB72-4E71-887E-2C6133CBA2B8}" type="slidenum">
              <a:rPr lang="es-ES" smtClean="0"/>
              <a:t>6</a:t>
            </a:fld>
            <a:endParaRPr lang="es-E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Introducir el concepto de IA generativa partiendo de una definición sencilla: modelos entrenados con enormes cantidades de texto que aprenden patrones del lenguaje y generan respuestas coherentes.</a:t>
            </a:r>
          </a:p>
          <a:p>
            <a:r>
              <a:rPr lang="es-ES" dirty="0"/>
              <a:t>Explicar qué es un LLM (Large Language Model) y por qué constituye el motor detrás de asistentes como Microsoft Copilot.</a:t>
            </a:r>
          </a:p>
          <a:p>
            <a:r>
              <a:rPr lang="es-ES" dirty="0"/>
              <a:t>Recorrer las tres fases del funcionamiento: 1) interpretación del prompt, donde el modelo convierte la instrucción en intención y contexto; 2) generación token a token; 3) producción de la respuesta final manteniendo coherencia.</a:t>
            </a:r>
          </a:p>
          <a:p>
            <a:r>
              <a:rPr lang="es-ES" dirty="0"/>
              <a:t>Usar una analogía cotidiana (por ejemplo, autocompletar muy avanzado) para que la audiencia conecte con la idea antes de pasar a los ejemplos prácticos de la siguiente sección.</a:t>
            </a:r>
          </a:p>
          <a:p>
            <a:r>
              <a:rPr lang="es-ES" dirty="0"/>
              <a:t>Recordar que el modelo no “entiende” como una persona: predice la siguiente palabra más probable, lo cual enlaza con la importancia de validar las respuestas que veremos en los principios de uso responsable.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DE7C20-BC88-45D6-B320-F3AF01C8D59F}" type="slidenum">
              <a:rPr lang="es-ES" smtClean="0"/>
              <a:t>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2854079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Tres </a:t>
            </a:r>
            <a:r>
              <a:rPr lang="es-ES" dirty="0"/>
              <a:t>grandes áreas </a:t>
            </a:r>
            <a:r>
              <a:rPr lang="es-ES"/>
              <a:t>profesionales</a:t>
            </a:r>
            <a:r>
              <a:rPr lang="es-ES" dirty="0"/>
              <a:t>: </a:t>
            </a:r>
            <a:r>
              <a:rPr lang="es-ES"/>
              <a:t>documentación (informes, emails, resúmenes), análisis (</a:t>
            </a:r>
            <a:r>
              <a:rPr lang="es-ES" dirty="0"/>
              <a:t>datos</a:t>
            </a:r>
            <a:r>
              <a:rPr lang="es-ES"/>
              <a:t>, gráficos, tendencias) y comunicación (traducción, </a:t>
            </a:r>
            <a:r>
              <a:rPr lang="es-ES" dirty="0"/>
              <a:t>tono </a:t>
            </a:r>
            <a:r>
              <a:rPr lang="es-ES"/>
              <a:t>adaptado</a:t>
            </a:r>
            <a:r>
              <a:rPr lang="es-ES" dirty="0"/>
              <a:t>, </a:t>
            </a:r>
            <a:r>
              <a:rPr lang="es-ES"/>
              <a:t>FAQs).</a:t>
            </a:r>
            <a:endParaRPr lang="es-ES" dirty="0"/>
          </a:p>
          <a:p>
            <a:r>
              <a:rPr lang="es-ES"/>
              <a:t>Preguntar</a:t>
            </a:r>
            <a:r>
              <a:rPr lang="es-ES" dirty="0"/>
              <a:t>: ¿</a:t>
            </a:r>
            <a:r>
              <a:rPr lang="es-ES"/>
              <a:t>en</a:t>
            </a:r>
            <a:r>
              <a:rPr lang="es-ES" dirty="0"/>
              <a:t> cuál de estas tres áreas perdéis más tiempo actualmente?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1369BF-AAC2-935B-969F-1640B11F85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EDF078B-068D-55B0-2693-A7AC22744E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4DFF8B-DAA0-875C-EE75-2CE2F4A251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Tabla: https://www.anthropic.com/research/labor-market-impacts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139EBF-F066-45E6-8E66-8269331735E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088066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Comparar Shadow AI (herramientas no autorizadas) frente a </a:t>
            </a:r>
            <a:r>
              <a:rPr lang="es-ES" dirty="0" err="1"/>
              <a:t>Copilot</a:t>
            </a:r>
            <a:r>
              <a:rPr lang="es-ES" dirty="0"/>
              <a:t> empresarial.</a:t>
            </a:r>
          </a:p>
          <a:p>
            <a:r>
              <a:rPr lang="es-ES" dirty="0"/>
              <a:t>Riesgos de Shadow AI: fuga de datos, sin cumplimiento legal, datos que entrenan modelos externos.</a:t>
            </a:r>
          </a:p>
          <a:p>
            <a:r>
              <a:rPr lang="es-ES" dirty="0" err="1"/>
              <a:t>Copilot</a:t>
            </a:r>
            <a:r>
              <a:rPr lang="es-ES" dirty="0"/>
              <a:t>: datos seguros en tu entorno, cumple GDPR, control total para TI y tus datos nunca entrenan el modelo.</a:t>
            </a:r>
          </a:p>
          <a:p>
            <a:endParaRPr lang="es-ES" dirty="0"/>
          </a:p>
          <a:p>
            <a:r>
              <a:rPr lang="es-ES" dirty="0"/>
              <a:t>- Cifrado de datos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B1D30F-FB72-4E71-887E-2C6133CBA2B8}" type="slidenum">
              <a:rPr lang="es-ES" smtClean="0"/>
              <a:t>10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3980655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Transición al segundo bloque: Microsoft 365 Copilot en acción.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DB9107C-3FFB-44DE-9448-B3AEC06E96D5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3237896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66179C-626E-B8BE-845D-2C91855623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B9AA94-336A-DB25-4E82-A8EABC55501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304EF0E-3C0B-084A-18DC-64E8187BFA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Diferenciar Copilot Chat (gratuito, chat web con IA) de Microsoft 365 Copilot (asistente completo integrado en apps M365).</a:t>
            </a:r>
          </a:p>
          <a:p>
            <a:r>
              <a:rPr lang="es-ES"/>
              <a:t>Copilot Chat: chat seguro con últimos modelos, agentes de pago por uso y controles de TI.</a:t>
            </a:r>
          </a:p>
          <a:p>
            <a:r>
              <a:rPr lang="es-ES"/>
              <a:t>M365 Copilot: todo lo anterior más chat fundamentado en datos de trabajo, agentes sin pago por consumo, Copilot en todas las apps y herramientas de administración avanzadas.</a:t>
            </a:r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E918389A-174A-E1C0-B7A5-EB38DA62AAEA}"/>
              </a:ext>
            </a:extLst>
          </p:cNvPr>
          <p:cNvSpPr>
            <a:spLocks noGrp="1"/>
          </p:cNvSpPr>
          <p:nvPr>
            <p:ph type="hdr" sz="quarter" idx="6"/>
          </p:nvPr>
        </p:nvSpPr>
        <p:spPr/>
        <p:txBody>
          <a:bodyPr/>
          <a:lstStyle/>
          <a:p>
            <a:pPr marL="0" marR="0" lvl="0" indent="0" algn="l" defTabSz="914367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Sans Text" pitchFamily="2" charset="0"/>
              <a:ea typeface="+mn-ea"/>
              <a:cs typeface="+mn-cs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00394C-1BE6-7872-5367-012C1AC39EA9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marL="571500" marR="0" lvl="0" indent="0" algn="l" defTabSz="914099" rtl="0" eaLnBrk="0" fontAlgn="auto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s-ES" sz="400" b="0" i="0" strike="noStrike" cap="none" baseline="0">
                <a:gradFill>
                  <a:gsLst>
                    <a:gs pos="0">
                      <a:srgbClr val="000000"/>
                    </a:gs>
                    <a:gs pos="100000">
                      <a:srgbClr val="000000"/>
                    </a:gs>
                  </a:gsLst>
                  <a:lin ang="5400000"/>
                  <a:tileRect l="-100000" t="-100000"/>
                </a:gradFill>
                <a:effectLst/>
                <a:latin typeface="Segoe Sans Text"/>
                <a:ea typeface="Segoe Sans Text"/>
                <a:cs typeface="Segoe Sans Text"/>
              </a:rPr>
              <a:t>© Microsoft Corporation. Todos los derechos reservados. MICROSOFT NO OFRECE NINGUNA GARANTÍA, YA SEA EXPRESA, IMPLÍCITA O REGLAMENTARIA, RESPECTO A LA INFORMACIÓN DE ESTA PRESENTACIÓN.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261AFA84-1788-3EF7-96EF-E6446BDF0E5D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0" marR="0" lvl="0" indent="0" algn="r" defTabSz="914367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D7DB6565-EEE0-442A-8DC8-09FA435478BA}" type="datetime8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Sans Text" pitchFamily="2" charset="0"/>
                <a:ea typeface="+mn-ea"/>
                <a:cs typeface="+mn-cs"/>
              </a:rPr>
              <a:pPr marL="0" marR="0" lvl="0" indent="0" algn="r" defTabSz="914367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t>6/16/2026 8:59 AM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Sans Text" pitchFamily="2" charset="0"/>
              <a:ea typeface="+mn-ea"/>
              <a:cs typeface="+mn-cs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8F8C78-70C5-9DFE-A47B-E3F62797B1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367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B4008EB6-D09E-4580-8CD6-DDB14511944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Sans Text" pitchFamily="2" charset="0"/>
                <a:ea typeface="+mn-ea"/>
                <a:cs typeface="+mn-cs"/>
              </a:rPr>
              <a:pPr marL="0" marR="0" lvl="0" indent="0" algn="r" defTabSz="914367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t>13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Sans Text" pitchFamily="2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6259825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Repasar el cuadro comparativo entre la versión básica (gratuita) y la versión con licencia de Microsoft 365 </a:t>
            </a:r>
            <a:r>
              <a:rPr lang="es-ES" dirty="0" err="1"/>
              <a:t>Copilot</a:t>
            </a:r>
            <a:r>
              <a:rPr lang="es-ES" dirty="0"/>
              <a:t>.</a:t>
            </a:r>
          </a:p>
          <a:p>
            <a:r>
              <a:rPr lang="es-ES" dirty="0"/>
              <a:t>Versión básica: chat web con los últimos LLM, búsqueda en la web, carga de archivos, generación de imágenes y contenido, agentes de pago por uso y protección de datos empresariales.</a:t>
            </a:r>
          </a:p>
          <a:p>
            <a:r>
              <a:rPr lang="es-ES" dirty="0"/>
              <a:t>Versión con licencia: todo lo anterior más chat fundamentado en los datos de la organización, </a:t>
            </a:r>
            <a:r>
              <a:rPr lang="es-ES" dirty="0" err="1"/>
              <a:t>Copilot</a:t>
            </a:r>
            <a:r>
              <a:rPr lang="es-ES" dirty="0"/>
              <a:t> integrado en Word, Excel, PowerPoint, Outlook y </a:t>
            </a:r>
            <a:r>
              <a:rPr lang="es-ES" dirty="0" err="1"/>
              <a:t>Teams</a:t>
            </a:r>
            <a:r>
              <a:rPr lang="es-ES" dirty="0"/>
              <a:t>, agentes sin pago por consumo y administración y análisis avanzados.</a:t>
            </a:r>
          </a:p>
          <a:p>
            <a:r>
              <a:rPr lang="es-ES" dirty="0"/>
              <a:t>Advertir: algunas funcionalidades pueden estar restringidas según la política de seguridad de cada organización.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B1D30F-FB72-4E71-887E-2C6133CBA2B8}" type="slidenum">
              <a:rPr lang="es-ES" smtClean="0"/>
              <a:t>14</a:t>
            </a:fld>
            <a:endParaRPr lang="es-E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Dos formas de acceder a Copilot Chat en web: directamente en m365.cloud.microsoft o desde el icono de Copilot en Microsoft Edge.</a:t>
            </a:r>
          </a:p>
          <a:p>
            <a:r>
              <a:rPr lang="es-ES"/>
              <a:t>Iniciar sesión con la cuenta profesional.</a:t>
            </a:r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 idx="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defTabSz="914099" eaLnBrk="0" hangingPunct="0"/>
            <a:r>
              <a:rPr lang="es-ES" sz="400" b="0" i="0" strike="noStrike" cap="none" baseline="0">
                <a:gradFill>
                  <a:gsLst>
                    <a:gs pos="0">
                      <a:srgbClr val="000000"/>
                    </a:gs>
                    <a:gs pos="100000">
                      <a:srgbClr val="000000"/>
                    </a:gs>
                  </a:gsLst>
                  <a:lin ang="5400000"/>
                  <a:tileRect l="-100000" t="-100000"/>
                </a:gradFill>
                <a:effectLst/>
                <a:latin typeface="Segoe UI"/>
                <a:ea typeface="Segoe UI"/>
                <a:cs typeface="Segoe UI"/>
              </a:rPr>
              <a:t>© Microsoft Corporation. Todos los derechos reservados. MICROSOFT NO OFRECE NINGUNA GARANTÍA, EXPRESA, IMPLÍCITA O REGLAMENTARIA, RESPECTO A LA INFORMACIÓN DE ESTA PRESENTACIÓN.</a:t>
            </a:r>
          </a:p>
        </p:txBody>
      </p:sp>
      <p:sp>
        <p:nvSpPr>
          <p:cNvPr id="6" name="Date Placeholder 5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61486BA7-839C-4D2B-BD52-EF0BBA8433FD}" type="datetime8">
              <a:rPr lang="en-US" smtClean="0"/>
              <a:t>6/16/2026 8:59 AM</a:t>
            </a:fld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960176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Acceso desde escritorio (Teams o app Microsoft 365 en Windows/macOS) y desde móvil (app Microsoft 365 Copilot en iOS/Android).</a:t>
            </a:r>
          </a:p>
          <a:p>
            <a:r>
              <a:rPr lang="es-ES"/>
              <a:t>La experiencia es la misma en todas las plataformas.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256F82A-437E-42E5-B08A-AE2E32932C84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34076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Recorrer la interfaz de Copilot Chat por zonas: menú de agentes, botón de nuevo chat, historial de conversaciones, cuadro de prompt, dictado, añadir contenido (archivos e imágenes), galería de prompts, prompts sugeridos y páginas de Copilot.</a:t>
            </a:r>
          </a:p>
          <a:p>
            <a:r>
              <a:rPr lang="es-ES"/>
              <a:t>Sugerencia didáctica: hacer una demo en vivo abriendo Copilot Chat y señalando cada elemento sobre la pantalla.</a:t>
            </a:r>
          </a:p>
          <a:p>
            <a:r>
              <a:rPr lang="es-ES"/>
              <a:t>Animar a los alumnos a explorar la galería de prompts y a guardar los suyos para reutilizarlos.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B1D30F-FB72-4E71-887E-2C6133CBA2B8}" type="slidenum">
              <a:rPr lang="es-ES" smtClean="0"/>
              <a:t>17</a:t>
            </a:fld>
            <a:endParaRPr lang="es-E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E48539-FE48-2AC9-C805-EDBCBF13C2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626CB2-34C2-02A7-A55F-A6F65ECFF0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76EF7E-742D-B013-44CB-53F0EA0E69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>
                <a:hlinkClick r:id="rId3"/>
              </a:rPr>
              <a:t>Labs/IA y </a:t>
            </a:r>
            <a:r>
              <a:rPr lang="es-ES" dirty="0" err="1">
                <a:hlinkClick r:id="rId3"/>
              </a:rPr>
              <a:t>Copilot</a:t>
            </a:r>
            <a:r>
              <a:rPr lang="es-ES" dirty="0">
                <a:hlinkClick r:id="rId3"/>
              </a:rPr>
              <a:t> para </a:t>
            </a:r>
            <a:r>
              <a:rPr lang="es-ES" dirty="0" err="1">
                <a:hlinkClick r:id="rId3"/>
              </a:rPr>
              <a:t>business</a:t>
            </a:r>
            <a:r>
              <a:rPr lang="es-ES" dirty="0">
                <a:hlinkClick r:id="rId3"/>
              </a:rPr>
              <a:t> </a:t>
            </a:r>
            <a:r>
              <a:rPr lang="es-ES" dirty="0" err="1">
                <a:hlinkClick r:id="rId3"/>
              </a:rPr>
              <a:t>professionals</a:t>
            </a:r>
            <a:r>
              <a:rPr lang="es-ES" dirty="0">
                <a:hlinkClick r:id="rId3"/>
              </a:rPr>
              <a:t>/Lab 1: Primeros pasos con Microsoft 365 </a:t>
            </a:r>
            <a:r>
              <a:rPr lang="es-ES" dirty="0" err="1">
                <a:hlinkClick r:id="rId3"/>
              </a:rPr>
              <a:t>Copilot</a:t>
            </a:r>
            <a:r>
              <a:rPr lang="es-ES" dirty="0">
                <a:hlinkClick r:id="rId3"/>
              </a:rPr>
              <a:t> Chat.md at </a:t>
            </a:r>
            <a:r>
              <a:rPr lang="es-ES" dirty="0" err="1">
                <a:hlinkClick r:id="rId3"/>
              </a:rPr>
              <a:t>main</a:t>
            </a:r>
            <a:r>
              <a:rPr lang="es-ES" dirty="0">
                <a:hlinkClick r:id="rId3"/>
              </a:rPr>
              <a:t> · </a:t>
            </a:r>
            <a:r>
              <a:rPr lang="es-ES" dirty="0" err="1">
                <a:hlinkClick r:id="rId3"/>
              </a:rPr>
              <a:t>quizeth</a:t>
            </a:r>
            <a:r>
              <a:rPr lang="es-ES" dirty="0">
                <a:hlinkClick r:id="rId3"/>
              </a:rPr>
              <a:t>/Labs</a:t>
            </a:r>
            <a:endParaRPr lang="es-E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6A42B5-73E9-9667-40A0-D40FC798D2E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441909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Capacidades reservadas a los usuarios con licencia Microsoft 365 Copilot: Agentes (sin pago por uso) y Work mode (chat fundamentado en los datos de la organización).</a:t>
            </a:r>
          </a:p>
          <a:p>
            <a:r>
              <a:rPr lang="es-ES"/>
              <a:t>Agentes: asistentes especializados que combinan LLM, instrucciones, conocimiento y acciones para resolver tareas concretas. Pueden venir del marketplace de Microsoft, crearse con Copilot Studio o ser publicados por TI.</a:t>
            </a:r>
          </a:p>
          <a:p>
            <a:r>
              <a:rPr lang="es-ES"/>
              <a:t>Work mode: acceso a correos, archivos, chats y reuniones a través de Microsoft Graph, páginas de Copilot para colaborar en tiempo real y Copilot integrado en Word, Excel, PowerPoint y Outlook.</a:t>
            </a:r>
          </a:p>
          <a:p>
            <a:r>
              <a:rPr lang="es-ES"/>
              <a:t>Recordar: todas estas capacidades respetan los permisos existentes de cada usuario en Microsoft Graph.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B1D30F-FB72-4E71-887E-2C6133CBA2B8}" type="slidenum">
              <a:rPr lang="es-ES" smtClean="0"/>
              <a:t>19</a:t>
            </a:fld>
            <a:endParaRPr lang="es-E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Transición al tercer bloque: El arte del </a:t>
            </a:r>
            <a:r>
              <a:rPr lang="es-ES" dirty="0" err="1"/>
              <a:t>prompting</a:t>
            </a:r>
            <a:r>
              <a:rPr lang="es-E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E79DC54-3EA6-4423-976D-0AB4DA0D8698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2248300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Definir prompt como la entrada que damos al LLM: una pregunta, un comando o incluso un comentario informal para iniciar una conversación.</a:t>
            </a:r>
          </a:p>
          <a:p>
            <a:r>
              <a:rPr lang="es-ES"/>
              <a:t>Diferenciar dos tipos: prompts de sistema, que fijan el comportamiento, el tono y las restricciones del modelo, y prompts de usuario, que son la consulta concreta.</a:t>
            </a:r>
          </a:p>
          <a:p>
            <a:r>
              <a:rPr lang="es-ES"/>
              <a:t>Recorrer los ejemplos en pantalla para mostrar la diferencia entre uno y otro.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B1D30F-FB72-4E71-887E-2C6133CBA2B8}" type="slidenum">
              <a:rPr lang="es-ES" smtClean="0"/>
              <a:t>22</a:t>
            </a:fld>
            <a:endParaRPr lang="es-E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Tres palancas para personalizar Copilot sin tener que repetir el contexto en cada prompt:</a:t>
            </a:r>
          </a:p>
          <a:p>
            <a:r>
              <a:rPr lang="es-ES"/>
              <a:t>1) Instrucciones personalizadas: definen tono, formato, idioma y reglas de comportamiento que se aplican en segundo plano en cada conversación.</a:t>
            </a:r>
          </a:p>
          <a:p>
            <a:r>
              <a:rPr lang="es-ES"/>
              <a:t>2) Perfil de trabajo: contexto organizacional (rol, departamento, área de expertise) que Copilot usa para adaptar las respuestas.</a:t>
            </a:r>
          </a:p>
          <a:p>
            <a:r>
              <a:rPr lang="es-ES"/>
              <a:t>3) Recuerdos guardados: datos y hechos que Copilot recuerda entre conversaciones, como proyectos activos o preferencias.</a:t>
            </a:r>
          </a:p>
          <a:p>
            <a:r>
              <a:rPr lang="es-ES"/>
              <a:t>Ruta para los alumnos: Configuración → Personalización → Instrucciones personalizadas.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B1D30F-FB72-4E71-887E-2C6133CBA2B8}" type="slidenum">
              <a:rPr lang="es-ES" smtClean="0"/>
              <a:t>23</a:t>
            </a:fld>
            <a:endParaRPr lang="es-E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Explicar cómo Copilot mantiene el contexto turno a turno dentro de una misma conversación: prompt del usuario, contexto resumido del historial reciente, generación combinando ambos y respuesta que se añade al historial.</a:t>
            </a:r>
          </a:p>
          <a:p>
            <a:r>
              <a:rPr lang="es-ES"/>
              <a:t>Contexto entre sesiones: las conversaciones se guardan hasta 18 meses y se pueden retomar, renombrar o eliminar desde el panel lateral.</a:t>
            </a:r>
          </a:p>
          <a:p>
            <a:r>
              <a:rPr lang="es-ES"/>
              <a:t>Recomendación práctica: abrir un nuevo chat cuando se cambia de tema para no contaminar el contexto con conversaciones anteriores.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B1D30F-FB72-4E71-887E-2C6133CBA2B8}" type="slidenum">
              <a:rPr lang="es-ES" smtClean="0"/>
              <a:t>24</a:t>
            </a:fld>
            <a:endParaRPr lang="es-E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Presentar el framework RCTF como receta básica para construir un buen prompt: Rol, Contexto, Tarea, Formato.</a:t>
            </a:r>
          </a:p>
          <a:p>
            <a:r>
              <a:rPr lang="es-ES"/>
              <a:t>Rol: qué papel debe asumir la IA (analista, redactor, formador, etc.).</a:t>
            </a:r>
          </a:p>
          <a:p>
            <a:r>
              <a:rPr lang="es-ES"/>
              <a:t>Contexto: por qué lo necesitamos y quién está implicado.</a:t>
            </a:r>
          </a:p>
          <a:p>
            <a:r>
              <a:rPr lang="es-ES"/>
              <a:t>Tarea: qué queremos exactamente que haga.</a:t>
            </a:r>
          </a:p>
          <a:p>
            <a:r>
              <a:rPr lang="es-ES"/>
              <a:t>Formato: cómo debe entregar la respuesta (extensión, tono, estructura).</a:t>
            </a:r>
          </a:p>
          <a:p>
            <a:r>
              <a:rPr lang="es-ES"/>
              <a:t>Recorrer el ejemplo de inteligencia competitiva sobre Contoso para identificar cada componente.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B1D30F-FB72-4E71-887E-2C6133CBA2B8}" type="slidenum">
              <a:rPr lang="es-ES" smtClean="0"/>
              <a:t>25</a:t>
            </a:fld>
            <a:endParaRPr lang="es-E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Recorrer las buenas prácticas: ser claro y específico, proporcionar ejemplos y detalles, hacerlo ameno y cercano, ser cortés, escribir de forma legible, pedir comentarios, verificar la precisión e iterar y refinar.</a:t>
            </a:r>
          </a:p>
          <a:p>
            <a:r>
              <a:rPr lang="es-ES"/>
              <a:t>Recorrer las prácticas a evitar: ser impreciso, abusar de la jerga, solicitar contenido inapropiado o poco ético, dar instrucciones contradictorias y cambiar de tema bruscamente.</a:t>
            </a:r>
          </a:p>
          <a:p>
            <a:r>
              <a:rPr lang="es-ES"/>
              <a:t>Idea para reforzar con los alumnos: tratar la primera respuesta como un borrador, no como un resultado final.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B1D30F-FB72-4E71-887E-2C6133CBA2B8}" type="slidenum">
              <a:rPr lang="es-ES" smtClean="0"/>
              <a:t>26</a:t>
            </a:fld>
            <a:endParaRPr lang="es-ES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  <a:buNone/>
            </a:pPr>
            <a:r>
              <a:rPr lang="es-ES" sz="1200" dirty="0">
                <a:solidFill>
                  <a:srgbClr val="1E293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Un </a:t>
            </a:r>
            <a:r>
              <a:rPr lang="es-ES" sz="1200" dirty="0" err="1">
                <a:solidFill>
                  <a:srgbClr val="1E293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superprompt</a:t>
            </a:r>
            <a:r>
              <a:rPr lang="es-ES" sz="1200" dirty="0">
                <a:solidFill>
                  <a:srgbClr val="1E293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es una indicación extensa y cuidadosamente diseñada que, en un único mensaje, condensa todos los elementos que el modelo necesita para resolver una tarea con precisión.</a:t>
            </a:r>
          </a:p>
          <a:p>
            <a:pPr>
              <a:spcAft>
                <a:spcPts val="600"/>
              </a:spcAft>
              <a:buNone/>
            </a:pPr>
            <a:r>
              <a:rPr lang="es-ES" sz="1200" dirty="0">
                <a:solidFill>
                  <a:srgbClr val="33415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En lugar de enviar varias preguntas o ir corrigiendo sobre la marcha, se anticipan los componentes clave desde el inicio: el papel que debe asumir el modelo, la situación en la que se enmarca la petición, el resultado que se espera, su estructura y las limitaciones que conviene respetar.</a:t>
            </a:r>
          </a:p>
          <a:p>
            <a:pPr>
              <a:spcAft>
                <a:spcPts val="0"/>
              </a:spcAft>
              <a:buNone/>
            </a:pPr>
            <a:r>
              <a:rPr lang="es-ES" sz="1200" dirty="0">
                <a:solidFill>
                  <a:srgbClr val="33415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El objetivo es obtener una respuesta útil a la primera, reducir las iteraciones y dejar pocas zonas grises a la hora de interpretar la solicitud.</a:t>
            </a:r>
          </a:p>
          <a:p>
            <a:endParaRPr lang="es-E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DE7C20-BC88-45D6-B320-F3AF01C8D59F}" type="slidenum">
              <a:rPr lang="es-ES" smtClean="0"/>
              <a:t>27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5063376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  <a:buNone/>
            </a:pPr>
            <a:r>
              <a:rPr lang="es-ES" sz="1200" dirty="0">
                <a:solidFill>
                  <a:srgbClr val="1E293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El Chain </a:t>
            </a:r>
            <a:r>
              <a:rPr lang="es-ES" sz="1200" dirty="0" err="1">
                <a:solidFill>
                  <a:srgbClr val="1E293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of</a:t>
            </a:r>
            <a:r>
              <a:rPr lang="es-ES" sz="1200" dirty="0">
                <a:solidFill>
                  <a:srgbClr val="1E293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s-ES" sz="1200" dirty="0" err="1">
                <a:solidFill>
                  <a:srgbClr val="1E293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Thought</a:t>
            </a:r>
            <a:r>
              <a:rPr lang="es-ES" sz="1200" dirty="0">
                <a:solidFill>
                  <a:srgbClr val="1E293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, o cadena de pensamiento, consiste en invitar explícitamente al modelo a desplegar su razonamiento paso a paso antes de concluir con la respuesta definitiva.</a:t>
            </a:r>
          </a:p>
          <a:p>
            <a:pPr>
              <a:spcAft>
                <a:spcPts val="600"/>
              </a:spcAft>
              <a:buNone/>
            </a:pPr>
            <a:r>
              <a:rPr lang="es-ES" sz="1200" dirty="0">
                <a:solidFill>
                  <a:srgbClr val="33415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Al verbalizar cada etapa intermedia, el modelo distribuye mejor la complejidad del problema, hace visibles los supuestos y reduce los errores en tareas de aritmética, lógica, planificación o decisiones con varios criterios.</a:t>
            </a:r>
          </a:p>
          <a:p>
            <a:pPr>
              <a:spcAft>
                <a:spcPts val="0"/>
              </a:spcAft>
              <a:buNone/>
            </a:pPr>
            <a:r>
              <a:rPr lang="es-ES" sz="1200" dirty="0">
                <a:solidFill>
                  <a:srgbClr val="33415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Suele activarse con frases como «razona paso a paso», «explica tu lógica antes de responder» o «detalla cada cálculo intermedio» añadidas a la petición principal.</a:t>
            </a:r>
          </a:p>
          <a:p>
            <a:endParaRPr lang="es-E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DE7C20-BC88-45D6-B320-F3AF01C8D59F}" type="slidenum">
              <a:rPr lang="es-ES" smtClean="0"/>
              <a:t>28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4519893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Comparativa rápida: Superprompts maximizan la precisión del resultado final mediante instrucciones densas; Chain of Thoughts mejora la calidad del razonamiento haciéndolo explícito.</a:t>
            </a:r>
          </a:p>
          <a:p>
            <a:r>
              <a:rPr lang="es-ES"/>
              <a:t>Cuándo usar cada uno: Superprompts para creación de contenido y tareas estructuradas; Chain of Thoughts para lógica, matemáticas y toma de decisiones.</a:t>
            </a:r>
          </a:p>
          <a:p>
            <a:r>
              <a:rPr lang="es-ES"/>
              <a:t>Mencionar que existen más técnicas (Few-shot, Zero-shot, Role Prompting, Self-Consistency, Tree of Thoughts, ReAct) que los alumnos pueden explorar después del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B1D30F-FB72-4E71-887E-2C6133CBA2B8}" type="slidenum">
              <a:rPr lang="es-ES" smtClean="0"/>
              <a:t>29</a:t>
            </a:fld>
            <a:endParaRPr lang="es-ES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8891E1-8573-1AE3-69E8-96FB075834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C37EFCF-5687-CAFC-8F1D-633F9C9583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FE93E7-7F33-EB0B-6619-79DEBC4CC3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>
                <a:hlinkClick r:id="rId3"/>
              </a:rPr>
              <a:t>Labs/IA y </a:t>
            </a:r>
            <a:r>
              <a:rPr lang="es-ES" dirty="0" err="1">
                <a:hlinkClick r:id="rId3"/>
              </a:rPr>
              <a:t>Copilot</a:t>
            </a:r>
            <a:r>
              <a:rPr lang="es-ES" dirty="0">
                <a:hlinkClick r:id="rId3"/>
              </a:rPr>
              <a:t> para </a:t>
            </a:r>
            <a:r>
              <a:rPr lang="es-ES" dirty="0" err="1">
                <a:hlinkClick r:id="rId3"/>
              </a:rPr>
              <a:t>business</a:t>
            </a:r>
            <a:r>
              <a:rPr lang="es-ES" dirty="0">
                <a:hlinkClick r:id="rId3"/>
              </a:rPr>
              <a:t> </a:t>
            </a:r>
            <a:r>
              <a:rPr lang="es-ES" dirty="0" err="1">
                <a:hlinkClick r:id="rId3"/>
              </a:rPr>
              <a:t>professionals</a:t>
            </a:r>
            <a:r>
              <a:rPr lang="es-ES" dirty="0">
                <a:hlinkClick r:id="rId3"/>
              </a:rPr>
              <a:t>/Lab 2: Creación de </a:t>
            </a:r>
            <a:r>
              <a:rPr lang="es-ES" dirty="0" err="1">
                <a:hlinkClick r:id="rId3"/>
              </a:rPr>
              <a:t>prompts</a:t>
            </a:r>
            <a:r>
              <a:rPr lang="es-ES" dirty="0">
                <a:hlinkClick r:id="rId3"/>
              </a:rPr>
              <a:t> efectivos con el marco RCTF.md at </a:t>
            </a:r>
            <a:r>
              <a:rPr lang="es-ES" dirty="0" err="1">
                <a:hlinkClick r:id="rId3"/>
              </a:rPr>
              <a:t>main</a:t>
            </a:r>
            <a:r>
              <a:rPr lang="es-ES" dirty="0">
                <a:hlinkClick r:id="rId3"/>
              </a:rPr>
              <a:t> · </a:t>
            </a:r>
            <a:r>
              <a:rPr lang="es-ES" dirty="0" err="1">
                <a:hlinkClick r:id="rId3"/>
              </a:rPr>
              <a:t>quizeth</a:t>
            </a:r>
            <a:r>
              <a:rPr lang="es-ES" dirty="0">
                <a:hlinkClick r:id="rId3"/>
              </a:rPr>
              <a:t>/Labs</a:t>
            </a:r>
            <a:endParaRPr lang="es-E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63E37B-B87A-2682-B318-E59E980F0CA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063258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Transición al cuarto bloque: Multimodalidad en la 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DD86BD-3A4F-48A1-8617-F761F6AC5B46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9776838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Tres pilares del contenido multimodal: texto (informes, traducciones), imágenes y video (Microsoft </a:t>
            </a:r>
            <a:r>
              <a:rPr lang="es-ES" dirty="0" err="1"/>
              <a:t>Designer</a:t>
            </a:r>
            <a:r>
              <a:rPr lang="es-ES" dirty="0"/>
              <a:t> y </a:t>
            </a:r>
            <a:r>
              <a:rPr lang="es-ES" dirty="0" err="1"/>
              <a:t>Create</a:t>
            </a:r>
            <a:r>
              <a:rPr lang="es-ES" dirty="0"/>
              <a:t> en </a:t>
            </a:r>
            <a:r>
              <a:rPr lang="es-ES" dirty="0" err="1"/>
              <a:t>Copilot</a:t>
            </a:r>
            <a:r>
              <a:rPr lang="es-ES" dirty="0"/>
              <a:t> Chat) y voz y audio (transcripción, audio sintético).</a:t>
            </a:r>
          </a:p>
          <a:p>
            <a:r>
              <a:rPr lang="es-ES" dirty="0"/>
              <a:t>El poder real está en combinar los tres: un informe (texto) con gráficos generados (imagen) y un resumen en audio (voz), todo en minutos.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Funcionalidad </a:t>
            </a:r>
            <a:r>
              <a:rPr lang="es-ES" dirty="0" err="1"/>
              <a:t>Create</a:t>
            </a:r>
            <a:r>
              <a:rPr lang="es-ES" dirty="0"/>
              <a:t> en </a:t>
            </a:r>
            <a:r>
              <a:rPr lang="es-ES" dirty="0" err="1"/>
              <a:t>Copilot</a:t>
            </a:r>
            <a:r>
              <a:rPr lang="es-ES" dirty="0"/>
              <a:t> Chat: generar documentos Word, presentaciones, hojas de cálculo, imágenes, gráficos y vídeos directamente desde el chat.</a:t>
            </a:r>
          </a:p>
          <a:p>
            <a:r>
              <a:rPr lang="es-ES" dirty="0"/>
              <a:t>Consejo: ser detallado en las descripciones (estilo, colores, composición) e iterar generando varias versiones.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14676D7-10F8-4B45-9B62-99DBBFEA35C9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622966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F5B65A-F813-193B-7C7A-94721A2B73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7F1AEE-CA28-ABF6-59D6-E46CAA88B9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2EC7787-C10B-B810-D7B2-DE8A2A0991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es-ES" dirty="0">
                <a:hlinkClick r:id="rId3"/>
              </a:rPr>
              <a:t>Labs/IA y </a:t>
            </a:r>
            <a:r>
              <a:rPr lang="es-ES" dirty="0" err="1">
                <a:hlinkClick r:id="rId3"/>
              </a:rPr>
              <a:t>Copilot</a:t>
            </a:r>
            <a:r>
              <a:rPr lang="es-ES" dirty="0">
                <a:hlinkClick r:id="rId3"/>
              </a:rPr>
              <a:t> para </a:t>
            </a:r>
            <a:r>
              <a:rPr lang="es-ES" dirty="0" err="1">
                <a:hlinkClick r:id="rId3"/>
              </a:rPr>
              <a:t>business</a:t>
            </a:r>
            <a:r>
              <a:rPr lang="es-ES" dirty="0">
                <a:hlinkClick r:id="rId3"/>
              </a:rPr>
              <a:t> </a:t>
            </a:r>
            <a:r>
              <a:rPr lang="es-ES" dirty="0" err="1">
                <a:hlinkClick r:id="rId3"/>
              </a:rPr>
              <a:t>professionals</a:t>
            </a:r>
            <a:r>
              <a:rPr lang="es-ES" dirty="0">
                <a:hlinkClick r:id="rId3"/>
              </a:rPr>
              <a:t>/Lab 3: Crea contenido multimedia con “</a:t>
            </a:r>
            <a:r>
              <a:rPr lang="es-ES" dirty="0" err="1">
                <a:hlinkClick r:id="rId3"/>
              </a:rPr>
              <a:t>Create</a:t>
            </a:r>
            <a:r>
              <a:rPr lang="es-ES" dirty="0">
                <a:hlinkClick r:id="rId3"/>
              </a:rPr>
              <a:t>” en Microsoft 365 </a:t>
            </a:r>
            <a:r>
              <a:rPr lang="es-ES" dirty="0" err="1">
                <a:hlinkClick r:id="rId3"/>
              </a:rPr>
              <a:t>Copilot</a:t>
            </a:r>
            <a:r>
              <a:rPr lang="es-ES" dirty="0">
                <a:hlinkClick r:id="rId3"/>
              </a:rPr>
              <a:t> Chat.md at </a:t>
            </a:r>
            <a:r>
              <a:rPr lang="es-ES" dirty="0" err="1">
                <a:hlinkClick r:id="rId3"/>
              </a:rPr>
              <a:t>main</a:t>
            </a:r>
            <a:r>
              <a:rPr lang="es-ES" dirty="0">
                <a:hlinkClick r:id="rId3"/>
              </a:rPr>
              <a:t> · </a:t>
            </a:r>
            <a:r>
              <a:rPr lang="es-ES" dirty="0" err="1">
                <a:hlinkClick r:id="rId3"/>
              </a:rPr>
              <a:t>quizeth</a:t>
            </a:r>
            <a:r>
              <a:rPr lang="es-ES" dirty="0">
                <a:hlinkClick r:id="rId3"/>
              </a:rPr>
              <a:t>/Labs</a:t>
            </a:r>
            <a:endParaRPr lang="en-US" sz="1200" dirty="0">
              <a:solidFill>
                <a:srgbClr val="1E293B"/>
              </a:solidFill>
              <a:latin typeface="Segoe UI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CE74D3-D228-C50F-D12F-D3B4573051A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2201259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Los Cuadernos de Copilot (Copilot Notebooks) son espacios de trabajo con IA donde se reúnen los archivos, páginas, notas de reuniones, enlaces y chats de un proyecto para que Copilot razone únicamente con ese contenido.</a:t>
            </a:r>
          </a:p>
          <a:p>
            <a:r>
              <a:rPr lang="es-ES"/>
              <a:t>Cuatro ideas clave: reúne tus fuentes en un único espacio; obtén respuestas con contexto basadas solo en las referencias del cuaderno, que se actualizan en tiempo real; genera un resumen en audio tipo pódcast para repasar el material; y colabora en equipo compartiendo el cuaderno.</a:t>
            </a:r>
          </a:p>
          <a:p>
            <a:r>
              <a:rPr lang="es-ES"/>
              <a:t>Recordar: requiere licencia Microsoft 365 Copilot y una licencia de SharePoint u OneDrive para crear cuadernos; respeta los permisos del usuario en Microsoft Graph.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03A66DF-6829-47AC-9166-9BD558901155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3221503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Copilot Voice: capacidad de conversar con Copilot mediante reconocimiento y síntesis de voz.</a:t>
            </a:r>
          </a:p>
          <a:p>
            <a:r>
              <a:rPr lang="es-ES"/>
              <a:t>Casos de uso típicos: dictar prompts en lugar de escribirlos, escuchar respuestas largas mientras se hace otra tarea y mejorar la accesibilidad de la herramienta.</a:t>
            </a:r>
          </a:p>
          <a:p>
            <a:r>
              <a:rPr lang="es-ES"/>
              <a:t>Recordar: esta capacidad requiere licencia Microsoft 365 Copilot y respeta los permisos existentes del usuario en Microsoft Graph.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B1D30F-FB72-4E71-887E-2C6133CBA2B8}" type="slidenum">
              <a:rPr lang="es-ES" smtClean="0"/>
              <a:t>37</a:t>
            </a:fld>
            <a:endParaRPr lang="es-ES"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Los Brand Kits aplican colores, tipografías y logotipos corporativos automáticamente a todo el contenido generado en Copilot Chat.</a:t>
            </a:r>
          </a:p>
          <a:p>
            <a:r>
              <a:rPr lang="es-ES"/>
              <a:t>Beneficios principales: consistencia de marca garantizada, ahorro de tiempo y costes de diseño, escalado a toda la organización, gobierno centralizado de la identidad visual y comunicación más profesional y confiable.</a:t>
            </a:r>
          </a:p>
          <a:p>
            <a:r>
              <a:rPr lang="es-ES"/>
              <a:t>Buena práctica organizativa: los kits se definen una sola vez por el equipo de marca y se reflejan automáticamente en todo el contenido que generen los empleados.</a:t>
            </a:r>
          </a:p>
          <a:p>
            <a:r>
              <a:rPr lang="es-ES"/>
              <a:t>Recordar: requiere licencia Microsoft 365 Copilot y respeta los permisos del usuario en Microsoft Graph.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B1D30F-FB72-4E71-887E-2C6133CBA2B8}" type="slidenum">
              <a:rPr lang="es-ES" smtClean="0"/>
              <a:t>38</a:t>
            </a:fld>
            <a:endParaRPr lang="es-ES"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Copilot integrado en cinco aplicaciones M365:</a:t>
            </a:r>
          </a:p>
          <a:p>
            <a:r>
              <a:rPr lang="es-ES"/>
              <a:t>Word: borradores y resúmenes. Excel: análisis con lenguaje natural y fórmulas. PowerPoint: presentaciones desde temas o documentos. Outlook: resumen de hilos y borradores. Teams: actas automáticas y resúmenes en tiempo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03A66DF-6829-47AC-9166-9BD558901155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3221502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DE7C20-BC88-45D6-B320-F3AF01C8D59F}" type="slidenum">
              <a:rPr lang="es-ES" smtClean="0"/>
              <a:t>40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94934302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Transición al quinto y último bloque: Ética en el uso de la 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A185519-DCBB-4D8B-A063-A62618B221A9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903946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La IA generativa ya forma parte del día a día de millones de profesionales; lo que hoy parece un atajo puede tener consecuencias reales mañana.</a:t>
            </a:r>
          </a:p>
          <a:p>
            <a:r>
              <a:rPr lang="es-ES" dirty="0"/>
              <a:t>Cuatro ideas para apoyar la reflexión con los alumnos: afecta a personas reales (clientes, compañeros, comunidades), construye o destruye confianza en nuestro trabajo y nuestra marca, define la cultura del mañana (los hábitos de hoy fijan el uso futuro de la IA), y evita la dependencia excesiva (la "</a:t>
            </a:r>
            <a:r>
              <a:rPr lang="es-ES" dirty="0" err="1"/>
              <a:t>overreliance</a:t>
            </a:r>
            <a:r>
              <a:rPr lang="es-ES" dirty="0"/>
              <a:t>"): revisar y validar lo que genera la IA, recordando que el asistente apoya el criterio pero la decisión final es humana.</a:t>
            </a:r>
          </a:p>
          <a:p>
            <a:r>
              <a:rPr lang="es-ES" dirty="0"/>
              <a:t>Tono: este bloque no es una lista de prohibiciones, es una invitación a aplicar criterio profesional.</a:t>
            </a:r>
          </a:p>
          <a:p>
            <a:r>
              <a:rPr lang="es-ES" dirty="0"/>
              <a:t>Marco legal: recordar que el criterio profesional convive con obligaciones normativas. Mencionar el RGPD (protección de datos), el Reglamento de IA de la UE (AI </a:t>
            </a:r>
            <a:r>
              <a:rPr lang="es-ES" dirty="0" err="1"/>
              <a:t>Act</a:t>
            </a:r>
            <a:r>
              <a:rPr lang="es-ES" dirty="0"/>
              <a:t>) que clasifica los sistemas por nivel de riesgo, y marcos de referencia como el NIST AI RMF. La idea no es memorizarlos, sino saber que existen reglas que enmarcan el uso de la IA generativa.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B1D30F-FB72-4E71-887E-2C6133CBA2B8}" type="slidenum">
              <a:rPr lang="es-ES" smtClean="0"/>
              <a:t>42</a:t>
            </a:fld>
            <a:endParaRPr lang="es-ES"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96D1F8-3FAD-F3C7-B55D-11D4C0F9CB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F3D2B9-6290-6E8B-E77E-12B1033114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3E7F75-E590-2861-7CC0-6CCC189BF6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Tres </a:t>
            </a:r>
            <a:r>
              <a:rPr lang="es-ES"/>
              <a:t>casos </a:t>
            </a:r>
            <a:r>
              <a:rPr lang="es-ES" dirty="0"/>
              <a:t>reales </a:t>
            </a:r>
            <a:r>
              <a:rPr lang="es-ES"/>
              <a:t>de mal uso de IA generativa</a:t>
            </a:r>
            <a:r>
              <a:rPr lang="es-ES" dirty="0"/>
              <a:t>:</a:t>
            </a:r>
          </a:p>
          <a:p>
            <a:r>
              <a:rPr lang="es-ES"/>
              <a:t>Mata v. Avianca</a:t>
            </a:r>
            <a:r>
              <a:rPr lang="es-ES" dirty="0"/>
              <a:t>: </a:t>
            </a:r>
            <a:r>
              <a:rPr lang="es-ES"/>
              <a:t>abogado sancionado </a:t>
            </a:r>
            <a:r>
              <a:rPr lang="es-ES" dirty="0"/>
              <a:t>con </a:t>
            </a:r>
            <a:r>
              <a:rPr lang="es-ES"/>
              <a:t>5 000 $ por citas judiciales inventadas por ChatGPT</a:t>
            </a:r>
            <a:r>
              <a:rPr lang="es-ES" dirty="0"/>
              <a:t>. </a:t>
            </a:r>
            <a:r>
              <a:rPr lang="es-ES"/>
              <a:t>Samsung: datos confidenciales expuestos al usar ChatGPT internamente</a:t>
            </a:r>
            <a:r>
              <a:rPr lang="es-ES" dirty="0"/>
              <a:t>. </a:t>
            </a:r>
            <a:r>
              <a:rPr lang="es-ES"/>
              <a:t>CNET: artículos de </a:t>
            </a:r>
            <a:r>
              <a:rPr lang="es-ES" dirty="0"/>
              <a:t>IA</a:t>
            </a:r>
            <a:r>
              <a:rPr lang="es-ES"/>
              <a:t> con errores graves que destruyeron la credibilidad del medio</a:t>
            </a:r>
            <a:r>
              <a:rPr lang="es-ES" dirty="0"/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316489-77B9-A44D-6384-7BF998CD45D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4815153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Seis </a:t>
            </a:r>
            <a:r>
              <a:rPr lang="es-ES" dirty="0"/>
              <a:t>principios de IA </a:t>
            </a:r>
            <a:r>
              <a:rPr lang="es-ES"/>
              <a:t>responsable </a:t>
            </a:r>
            <a:r>
              <a:rPr lang="es-ES" dirty="0"/>
              <a:t>de </a:t>
            </a:r>
            <a:r>
              <a:rPr lang="es-ES"/>
              <a:t>Microsoft aplicados al uso </a:t>
            </a:r>
            <a:r>
              <a:rPr lang="es-ES" dirty="0"/>
              <a:t>profesional</a:t>
            </a:r>
            <a:r>
              <a:rPr lang="es-ES"/>
              <a:t>:</a:t>
            </a:r>
            <a:endParaRPr lang="es-ES" dirty="0"/>
          </a:p>
          <a:p>
            <a:r>
              <a:rPr lang="es-ES" dirty="0"/>
              <a:t>Equidad: </a:t>
            </a:r>
            <a:r>
              <a:rPr lang="es-ES"/>
              <a:t>revisar </a:t>
            </a:r>
            <a:r>
              <a:rPr lang="es-ES" dirty="0"/>
              <a:t>sesgos. </a:t>
            </a:r>
            <a:r>
              <a:rPr lang="es-ES"/>
              <a:t>Fiabilidad: validar resultados críticos</a:t>
            </a:r>
            <a:r>
              <a:rPr lang="es-ES" dirty="0"/>
              <a:t>.</a:t>
            </a:r>
            <a:r>
              <a:rPr lang="es-ES"/>
              <a:t> </a:t>
            </a:r>
            <a:r>
              <a:rPr lang="es-ES" dirty="0"/>
              <a:t>Privacidad: no </a:t>
            </a:r>
            <a:r>
              <a:rPr lang="es-ES"/>
              <a:t>compartir </a:t>
            </a:r>
            <a:r>
              <a:rPr lang="es-ES" dirty="0"/>
              <a:t>datos confidenciales con IA </a:t>
            </a:r>
            <a:r>
              <a:rPr lang="es-ES"/>
              <a:t>pública. Inclusión: soluciones accesibles para todos</a:t>
            </a:r>
            <a:r>
              <a:rPr lang="es-ES" dirty="0"/>
              <a:t>. </a:t>
            </a:r>
            <a:r>
              <a:rPr lang="es-ES"/>
              <a:t>Transparencia: informar cuando se usa IA</a:t>
            </a:r>
            <a:r>
              <a:rPr lang="es-ES" dirty="0"/>
              <a:t>.</a:t>
            </a:r>
            <a:r>
              <a:rPr lang="es-ES"/>
              <a:t> </a:t>
            </a:r>
            <a:r>
              <a:rPr lang="es-ES" dirty="0"/>
              <a:t>Responsabilidad: tú </a:t>
            </a:r>
            <a:r>
              <a:rPr lang="es-ES"/>
              <a:t>validas el </a:t>
            </a:r>
            <a:r>
              <a:rPr lang="es-ES" dirty="0"/>
              <a:t>resultado final.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Eliminar “mediante técnicas como RLHF”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DE7C20-BC88-45D6-B320-F3AF01C8D59F}" type="slidenum">
              <a:rPr lang="es-ES" smtClean="0"/>
              <a:t>45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03077943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7FFEDA-0636-FBE6-EAA2-A9CEF81F1F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AA35084-D652-BA25-94BD-44BA1D2EB8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F999F5-3189-137F-608F-C01A3B3E1C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>
                <a:hlinkClick r:id="rId3"/>
              </a:rPr>
              <a:t>Labs/IA y </a:t>
            </a:r>
            <a:r>
              <a:rPr lang="es-ES" dirty="0" err="1">
                <a:hlinkClick r:id="rId3"/>
              </a:rPr>
              <a:t>Copilot</a:t>
            </a:r>
            <a:r>
              <a:rPr lang="es-ES" dirty="0">
                <a:hlinkClick r:id="rId3"/>
              </a:rPr>
              <a:t> para </a:t>
            </a:r>
            <a:r>
              <a:rPr lang="es-ES" dirty="0" err="1">
                <a:hlinkClick r:id="rId3"/>
              </a:rPr>
              <a:t>business</a:t>
            </a:r>
            <a:r>
              <a:rPr lang="es-ES" dirty="0">
                <a:hlinkClick r:id="rId3"/>
              </a:rPr>
              <a:t> </a:t>
            </a:r>
            <a:r>
              <a:rPr lang="es-ES" dirty="0" err="1">
                <a:hlinkClick r:id="rId3"/>
              </a:rPr>
              <a:t>professionals</a:t>
            </a:r>
            <a:r>
              <a:rPr lang="es-ES" dirty="0">
                <a:hlinkClick r:id="rId3"/>
              </a:rPr>
              <a:t>/Lab 4: Ética en la IA.md at </a:t>
            </a:r>
            <a:r>
              <a:rPr lang="es-ES" dirty="0" err="1">
                <a:hlinkClick r:id="rId3"/>
              </a:rPr>
              <a:t>main</a:t>
            </a:r>
            <a:r>
              <a:rPr lang="es-ES" dirty="0">
                <a:hlinkClick r:id="rId3"/>
              </a:rPr>
              <a:t> · </a:t>
            </a:r>
            <a:r>
              <a:rPr lang="es-ES" dirty="0" err="1">
                <a:hlinkClick r:id="rId3"/>
              </a:rPr>
              <a:t>quizeth</a:t>
            </a:r>
            <a:r>
              <a:rPr lang="es-ES" dirty="0">
                <a:hlinkClick r:id="rId3"/>
              </a:rPr>
              <a:t>/Labs</a:t>
            </a:r>
            <a:endParaRPr lang="es-E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D3DAEC-BA8C-8D10-BBB8-0C17D0F03CE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6258289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Recapitular los cinco bloques: IA generativa, </a:t>
            </a:r>
            <a:r>
              <a:rPr lang="es-ES" dirty="0" err="1"/>
              <a:t>Copilot</a:t>
            </a:r>
            <a:r>
              <a:rPr lang="es-ES" dirty="0"/>
              <a:t> en acción, </a:t>
            </a:r>
            <a:r>
              <a:rPr lang="es-ES" dirty="0" err="1"/>
              <a:t>prompting</a:t>
            </a:r>
            <a:r>
              <a:rPr lang="es-ES" dirty="0"/>
              <a:t>, multimodalidad y ética.</a:t>
            </a:r>
          </a:p>
          <a:p>
            <a:r>
              <a:rPr lang="es-ES" dirty="0"/>
              <a:t>Abrir turno de preguntas finales y resolver dudas pendientes.</a:t>
            </a:r>
            <a:br>
              <a:rPr lang="es-ES" dirty="0"/>
            </a:br>
            <a:br>
              <a:rPr lang="es-ES" dirty="0"/>
            </a:br>
            <a:r>
              <a:rPr lang="es-ES" dirty="0"/>
              <a:t>Enlace al repositorio:</a:t>
            </a:r>
            <a:br>
              <a:rPr lang="es-ES" dirty="0"/>
            </a:br>
            <a:r>
              <a:rPr lang="es-ES" dirty="0"/>
              <a:t>https://github.com/quizeth/Labs/tree/12f073802b84f5f383e84d92b4daddeba5fc33c7/IA%20y%20Copilot%20para%20business%20professionals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7003773-3C95-4BD1-BCBA-47F0F6B05EF7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1205158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dirty="0"/>
              <a:t>Recordad que solo las puntuaciones 9 y 10 representan 'Satisfecho’. ¡Gracias por la participación!</a:t>
            </a:r>
            <a:br>
              <a:rPr lang="es-ES" dirty="0"/>
            </a:br>
            <a:br>
              <a:rPr lang="es-ES" dirty="0"/>
            </a:br>
            <a:r>
              <a:rPr lang="es-E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Enlace de la encuesta</a:t>
            </a:r>
            <a:r>
              <a:rPr lang="es-E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 tooltip="https://globalknowledge.az1.qualtrics.com/jfe/form/SV_2l9xxtKvLOyJCKN?EVENTID=ES74105"/>
              </a:rPr>
              <a:t>https://globalknowledge.az1.qualtrics.com/jfe/form/SV_2l9xxtKvLOyJCKN?EVENTID=ES74105</a:t>
            </a:r>
            <a:endParaRPr lang="es-E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B1D30F-FB72-4E71-887E-2C6133CBA2B8}" type="slidenum">
              <a:rPr lang="es-ES" smtClean="0"/>
              <a:t>49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421209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87FFFC-55F6-09D0-AD82-710EBF9DFA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FF2DB7C-213A-4339-85C3-513EB663B79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s-E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A109D4-3B09-CAEF-1B2E-5CB05AE2DC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812B37-756D-428A-8FAB-64BE3724C99B}" type="datetimeFigureOut">
              <a:rPr lang="es-ES" smtClean="0"/>
              <a:t>16/06/2026</a:t>
            </a:fld>
            <a:endParaRPr lang="es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CCD46F-F0BB-5657-E992-03109D33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D99C63-2994-A9CE-8F1E-53992A2275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CAC046-0268-4CCD-8615-BFBA50F50B14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017605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380FC8-9623-2328-779E-A2879008C1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076BB2-2AC6-151A-C2D9-B4EEFD305A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DEE88F-C4CA-829C-7B81-4CDF199642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812B37-756D-428A-8FAB-64BE3724C99B}" type="datetimeFigureOut">
              <a:rPr lang="es-ES" smtClean="0"/>
              <a:t>16/06/2026</a:t>
            </a:fld>
            <a:endParaRPr lang="es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5831D7-BD0E-3C3E-FB71-A0DA499B3A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765822-D3F0-79EF-67CF-4970BD94CB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CAC046-0268-4CCD-8615-BFBA50F50B14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660827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E91643-E346-2DAB-CACC-34336C6038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9B1DFA-0CEF-A119-DF37-52428A00D0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959024-2AAC-9386-3B8A-D0520744BD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812B37-756D-428A-8FAB-64BE3724C99B}" type="datetimeFigureOut">
              <a:rPr lang="es-ES" smtClean="0"/>
              <a:t>16/06/2026</a:t>
            </a:fld>
            <a:endParaRPr lang="es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83AF98-A8DB-FDBF-7EEC-62CCB50F45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6BB2E8-F3BF-5047-F09B-E77087D33B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CAC046-0268-4CCD-8615-BFBA50F50B14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10727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EBE449-3C51-4B35-3D93-F6B9C903C6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6DF847-EF1A-1B5C-DC17-FD6F44525C0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77758C7-4FF6-8132-2DA1-E329555EFF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2B29F62-41AA-A470-D344-EB5D85D5EE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812B37-756D-428A-8FAB-64BE3724C99B}" type="datetimeFigureOut">
              <a:rPr lang="es-ES" smtClean="0"/>
              <a:t>16/06/2026</a:t>
            </a:fld>
            <a:endParaRPr lang="es-E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F135213-8D71-9D61-8843-283D20BEAC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6E04FF7-45F7-1EAA-A710-71C9FD1D3D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CAC046-0268-4CCD-8615-BFBA50F50B14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18525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D75568-E0CA-48B9-87B9-78EF8BA37A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B2FF685-F934-5FFC-9886-D08C94E2B9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8D51E7-CC91-5E8D-8106-F6D58A69734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B01D58A-CE8A-472F-7CB6-8C2B088E086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21734F3-57FB-0E01-B7B2-7FE1DC4E135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6A9FE65-C161-4EA8-05FB-7303FCF658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812B37-756D-428A-8FAB-64BE3724C99B}" type="datetimeFigureOut">
              <a:rPr lang="es-ES" smtClean="0"/>
              <a:t>16/06/2026</a:t>
            </a:fld>
            <a:endParaRPr lang="es-E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E9B746A-FBE6-F987-EE00-7DDB201729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7BAB132-6787-52D5-3697-AA3202B39D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CAC046-0268-4CCD-8615-BFBA50F50B14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2172269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5020F0-3288-F7A3-C204-B7519AC23E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116E3D3-C5C0-980D-53B0-D2632C1C5E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812B37-756D-428A-8FAB-64BE3724C99B}" type="datetimeFigureOut">
              <a:rPr lang="es-ES" smtClean="0"/>
              <a:t>16/06/2026</a:t>
            </a:fld>
            <a:endParaRPr lang="es-E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F98D12D-1C81-D77D-9475-37FC5937A4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0A66257-2BE7-DC85-1ADA-7B646903D5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CAC046-0268-4CCD-8615-BFBA50F50B14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9854646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5A00A74-94BE-CA38-FF2C-FE95667795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812B37-756D-428A-8FAB-64BE3724C99B}" type="datetimeFigureOut">
              <a:rPr lang="es-ES" smtClean="0"/>
              <a:t>16/06/2026</a:t>
            </a:fld>
            <a:endParaRPr lang="es-E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B77FD66-9418-4590-FD47-8400E0EF3F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692828-43C5-533C-0C69-F1046824E7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CAC046-0268-4CCD-8615-BFBA50F50B14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858165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D1B456-F3B7-8A96-8FD7-AB9650D776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262E38-4AB5-BA71-40F5-42D5FAEFCE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66197CD-D22F-99F7-6A04-DF3C2D5D0E6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B30119D-6300-AAEB-6C45-BD3F3A8290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812B37-756D-428A-8FAB-64BE3724C99B}" type="datetimeFigureOut">
              <a:rPr lang="es-ES" smtClean="0"/>
              <a:t>16/06/2026</a:t>
            </a:fld>
            <a:endParaRPr lang="es-E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AA3EEB-CDD1-D58F-DAAA-84010CFDCB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CABD5B3-8C16-D6B9-C43B-6C7690A99C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CAC046-0268-4CCD-8615-BFBA50F50B14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7622841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353ADD-BB82-6156-05CD-C644AC5ADA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B2229DA-FEE3-4869-7554-264104603AA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2C07CFE-A2CA-CA1F-313A-BFE880C68D9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8DE781F-5029-9340-F3FA-94F36AF375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812B37-756D-428A-8FAB-64BE3724C99B}" type="datetimeFigureOut">
              <a:rPr lang="es-ES" smtClean="0"/>
              <a:t>16/06/2026</a:t>
            </a:fld>
            <a:endParaRPr lang="es-E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63F66E5-FB3D-1832-6B57-76422465AB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4479F86-34B9-E929-C38B-CB696CEAAD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CAC046-0268-4CCD-8615-BFBA50F50B14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160126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D06492-C96D-0A97-A6B2-CA4A9309A8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2CEF399-3AFE-EC21-08D6-F5CF9ED0AAD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D38A11-76DF-6314-5414-3AD23F6CDC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812B37-756D-428A-8FAB-64BE3724C99B}" type="datetimeFigureOut">
              <a:rPr lang="es-ES" smtClean="0"/>
              <a:t>16/06/2026</a:t>
            </a:fld>
            <a:endParaRPr lang="es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2DD36B-7DF2-ADB8-DA0F-66182A1E95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2A0011-41A3-66BD-A486-29DC49097E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CAC046-0268-4CCD-8615-BFBA50F50B14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366755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19A4538-FE44-032F-67D6-4D7A814F9BC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EA7F24D-F60A-356B-F4E8-248E93D935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D12688-1FFB-D9F5-9ABF-F47BF072A8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812B37-756D-428A-8FAB-64BE3724C99B}" type="datetimeFigureOut">
              <a:rPr lang="es-ES" smtClean="0"/>
              <a:t>16/06/2026</a:t>
            </a:fld>
            <a:endParaRPr lang="es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E3982E-BCE4-8CD5-D28F-14094C6110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98C6A8-1F63-B421-1F7F-4AE813AAD5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CAC046-0268-4CCD-8615-BFBA50F50B14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7292407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1_Cover 3 - No Logo Bad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Motif 4 B"/>
          <p:cNvPicPr>
            <a:picLocks noChangeAspect="1"/>
          </p:cNvPicPr>
          <p:nvPr userDrawn="1"/>
        </p:nvPicPr>
        <p:blipFill>
          <a:blip r:embed="rId2"/>
          <a:srcRect l="21022" t="15844" r="7538" b="1300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/Users/alexrassool/Documents/Microsoft/Microsoft - 181505 - MCT - Microsoft Trainer Community/Export/Badges/PNG/Certified Trainer/MCT-badge-certified trainer-logo.pngMCT-badge-certified trainer-logo"/>
          <p:cNvPicPr>
            <a:picLocks noChangeAspect="1"/>
          </p:cNvPicPr>
          <p:nvPr userDrawn="1"/>
        </p:nvPicPr>
        <p:blipFill>
          <a:blip r:embed="rId3"/>
          <a:srcRect t="12" b="12"/>
          <a:stretch>
            <a:fillRect/>
          </a:stretch>
        </p:blipFill>
        <p:spPr>
          <a:xfrm>
            <a:off x="9497695" y="0"/>
            <a:ext cx="2694305" cy="2697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507299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473417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wo Column Bullet with Subhead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876633-3E8D-4CF4-A5D4-D4E9D88A6DE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263" y="457200"/>
            <a:ext cx="11018520" cy="553998"/>
          </a:xfrm>
        </p:spPr>
        <p:txBody>
          <a:bodyPr>
            <a:spAutoFit/>
          </a:bodyPr>
          <a:lstStyle>
            <a:lvl1pPr>
              <a:defRPr/>
            </a:lvl1pPr>
          </a:lstStyle>
          <a:p>
            <a:r>
              <a:rPr lang="en-US"/>
              <a:t>Click to edit title style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DD525736-DEE8-4391-8135-23DE0640053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84200" y="1436688"/>
            <a:ext cx="5219700" cy="369332"/>
          </a:xfrm>
        </p:spPr>
        <p:txBody>
          <a:bodyPr anchor="t"/>
          <a:lstStyle>
            <a:lvl1pPr marL="0" indent="0">
              <a:spcBef>
                <a:spcPct val="0"/>
              </a:spcBef>
              <a:buNone/>
              <a:defRPr sz="24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98E90344-0294-48E2-AAF0-601BB99500E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84200" y="2084388"/>
            <a:ext cx="5219700" cy="1175706"/>
          </a:xfrm>
        </p:spPr>
        <p:txBody>
          <a:bodyPr>
            <a:spAutoFit/>
          </a:bodyPr>
          <a:lstStyle>
            <a:lvl1pPr marL="171450" indent="-171450">
              <a:defRPr lang="en-US" sz="2000"/>
            </a:lvl1pPr>
            <a:lvl2pPr marL="342900" indent="-171450">
              <a:defRPr lang="en-US" sz="1400"/>
            </a:lvl2pPr>
            <a:lvl3pPr marL="514350" indent="-171450">
              <a:defRPr lang="en-US" sz="1100"/>
            </a:lvl3pPr>
            <a:lvl4pPr marL="666750" indent="-152400">
              <a:defRPr lang="en-US" sz="1050"/>
            </a:lvl4pPr>
            <a:lvl5pPr marL="793750" indent="-120650">
              <a:defRPr lang="en-US" sz="1050"/>
            </a:lvl5pPr>
          </a:lstStyle>
          <a:p>
            <a:pPr lvl="0"/>
            <a:r>
              <a:rPr lang="en-US"/>
              <a:t>Click to edit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B4F729D4-B1F1-45F2-A06A-40234B19C8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397625" y="1436688"/>
            <a:ext cx="5219700" cy="369332"/>
          </a:xfrm>
        </p:spPr>
        <p:txBody>
          <a:bodyPr anchor="t"/>
          <a:lstStyle>
            <a:lvl1pPr marL="0" indent="0">
              <a:spcBef>
                <a:spcPct val="0"/>
              </a:spcBef>
              <a:buNone/>
              <a:defRPr sz="24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1F896FB-325C-4849-B372-8DF0D6C0562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397625" y="2084388"/>
            <a:ext cx="5219700" cy="1175706"/>
          </a:xfrm>
        </p:spPr>
        <p:txBody>
          <a:bodyPr>
            <a:spAutoFit/>
          </a:bodyPr>
          <a:lstStyle>
            <a:lvl1pPr marL="171450" indent="-171450">
              <a:defRPr lang="en-US" sz="2000"/>
            </a:lvl1pPr>
            <a:lvl2pPr marL="342900" indent="-171450">
              <a:defRPr lang="en-US" sz="1400"/>
            </a:lvl2pPr>
            <a:lvl3pPr marL="514350" indent="-171450">
              <a:defRPr lang="en-US" sz="1100"/>
            </a:lvl3pPr>
            <a:lvl4pPr marL="685800" indent="-136525">
              <a:defRPr lang="en-US" sz="1050"/>
            </a:lvl4pPr>
            <a:lvl5pPr marL="793750" indent="-120650">
              <a:defRPr lang="en-US" sz="1050"/>
            </a:lvl5pPr>
          </a:lstStyle>
          <a:p>
            <a:pPr lvl="0"/>
            <a:r>
              <a:rPr lang="en-US"/>
              <a:t>Click to edit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94498674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2" orient="horz" pos="1311">
          <p15:clr>
            <a:srgbClr val="5ACBF0"/>
          </p15:clr>
        </p15:guide>
        <p15:guide id="4" pos="3656">
          <p15:clr>
            <a:srgbClr val="5ACBF0"/>
          </p15:clr>
        </p15:guide>
        <p15:guide id="5" pos="4024">
          <p15:clr>
            <a:srgbClr val="5ACBF0"/>
          </p15:clr>
        </p15:guide>
        <p15:guide id="7" orient="horz" pos="905">
          <p15:clr>
            <a:srgbClr val="5ACBF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40EE32E-EE9B-31F8-53AF-89794FE37B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F2EC7F-43FE-1688-9622-E0DC1F7EBE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353266-69F1-FFB3-4066-A39F138486D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2812B37-756D-428A-8FAB-64BE3724C99B}" type="datetimeFigureOut">
              <a:rPr lang="es-ES" smtClean="0"/>
              <a:t>16/06/2026</a:t>
            </a:fld>
            <a:endParaRPr lang="es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3979E4-9940-ABF3-B838-BF7D35BE94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645A49-68B4-7B97-506B-E905B4A1ED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ECAC046-0268-4CCD-8615-BFBA50F50B14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867505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flexmind.co/product/pl-500-microsoft-power-rpa-developer/" TargetMode="External"/><Relationship Id="rId13" Type="http://schemas.openxmlformats.org/officeDocument/2006/relationships/image" Target="../media/image12.png"/><Relationship Id="rId3" Type="http://schemas.openxmlformats.org/officeDocument/2006/relationships/notesSlide" Target="../notesSlides/notesSlide2.xml"/><Relationship Id="rId7" Type="http://schemas.openxmlformats.org/officeDocument/2006/relationships/image" Target="../media/image7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" Type="http://schemas.openxmlformats.org/officeDocument/2006/relationships/slideLayout" Target="../slideLayouts/slideLayout12.xml"/><Relationship Id="rId16" Type="http://schemas.openxmlformats.org/officeDocument/2006/relationships/image" Target="../media/image15.png"/><Relationship Id="rId1" Type="http://schemas.openxmlformats.org/officeDocument/2006/relationships/tags" Target="../tags/tag1.xml"/><Relationship Id="rId6" Type="http://schemas.openxmlformats.org/officeDocument/2006/relationships/image" Target="../media/image6.png"/><Relationship Id="rId11" Type="http://schemas.openxmlformats.org/officeDocument/2006/relationships/image" Target="../media/image10.png"/><Relationship Id="rId5" Type="http://schemas.openxmlformats.org/officeDocument/2006/relationships/image" Target="../media/image5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4" Type="http://schemas.openxmlformats.org/officeDocument/2006/relationships/image" Target="../media/image4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20.png"/><Relationship Id="rId5" Type="http://schemas.openxmlformats.org/officeDocument/2006/relationships/image" Target="../media/image19.svg"/><Relationship Id="rId4" Type="http://schemas.openxmlformats.org/officeDocument/2006/relationships/image" Target="../media/image18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3.svg"/><Relationship Id="rId5" Type="http://schemas.openxmlformats.org/officeDocument/2006/relationships/image" Target="../media/image22.svg"/><Relationship Id="rId4" Type="http://schemas.openxmlformats.org/officeDocument/2006/relationships/image" Target="../media/image2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20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28.jpg"/><Relationship Id="rId4" Type="http://schemas.openxmlformats.org/officeDocument/2006/relationships/image" Target="../media/image27.jp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m365.cloud.microsoft/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20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4.xml"/><Relationship Id="rId5" Type="http://schemas.openxmlformats.org/officeDocument/2006/relationships/image" Target="../media/image33.png"/><Relationship Id="rId4" Type="http://schemas.openxmlformats.org/officeDocument/2006/relationships/image" Target="../media/image32.gif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sv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20.png"/><Relationship Id="rId5" Type="http://schemas.openxmlformats.org/officeDocument/2006/relationships/hyperlink" Target="https://github.com/quizeth/Labs/blob/main/IA%20y%20Copilot%20para%20business%20professionals/Lab%201%3A%20Primeros%20pasos%20con%20Microsoft%20365%20Copilot%20Chat.md" TargetMode="External"/><Relationship Id="rId4" Type="http://schemas.openxmlformats.org/officeDocument/2006/relationships/image" Target="../media/image36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sv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20.png"/><Relationship Id="rId5" Type="http://schemas.openxmlformats.org/officeDocument/2006/relationships/hyperlink" Target="https://github.com/quizeth/Labs/blob/main/IA%20y%20Copilot%20para%20business%20professionals/Lab%202%3A%20Creaci%C3%B3n%20de%20prompts%20efectivos%20con%20el%20marco%20RCTF.md" TargetMode="External"/><Relationship Id="rId4" Type="http://schemas.openxmlformats.org/officeDocument/2006/relationships/image" Target="../media/image36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3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2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40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sv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3.xml"/><Relationship Id="rId5" Type="http://schemas.openxmlformats.org/officeDocument/2006/relationships/hyperlink" Target="https://github.com/quizeth/Labs/blob/main/IA%20y%20Copilot%20para%20business%20professionals/Lab%203%3A%20Crea%20contenido%20multimedia%20con%20%E2%80%9CCreate%E2%80%9D%20en%20Microsoft%20365%20Copilot%20Chat.md" TargetMode="External"/><Relationship Id="rId4" Type="http://schemas.openxmlformats.org/officeDocument/2006/relationships/image" Target="../media/image36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3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4.xml"/><Relationship Id="rId2" Type="http://schemas.openxmlformats.org/officeDocument/2006/relationships/slideLayout" Target="../slideLayouts/slideLayout7.xml"/><Relationship Id="rId1" Type="http://schemas.openxmlformats.org/officeDocument/2006/relationships/video" Target="https://www.youtube.com/embed/yn06H7DbIEg?feature=oembed" TargetMode="External"/><Relationship Id="rId5" Type="http://schemas.openxmlformats.org/officeDocument/2006/relationships/image" Target="../media/image41.jpeg"/><Relationship Id="rId4" Type="http://schemas.openxmlformats.org/officeDocument/2006/relationships/image" Target="../media/image20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3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3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3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20.png"/><Relationship Id="rId5" Type="http://schemas.openxmlformats.org/officeDocument/2006/relationships/image" Target="../media/image26.png"/><Relationship Id="rId4" Type="http://schemas.openxmlformats.org/officeDocument/2006/relationships/image" Target="../media/image44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3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3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sv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20.png"/><Relationship Id="rId5" Type="http://schemas.openxmlformats.org/officeDocument/2006/relationships/hyperlink" Target="https://github.com/quizeth/Labs/blob/main/IA%20y%20Copilot%20para%20business%20professionals/Lab%204%3A%20%C3%89tica%20en%20la%20IA.md" TargetMode="External"/><Relationship Id="rId4" Type="http://schemas.openxmlformats.org/officeDocument/2006/relationships/image" Target="../media/image36.png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3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3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2" name="Rectangle 41">
            <a:extLst>
              <a:ext uri="{FF2B5EF4-FFF2-40B4-BE49-F238E27FC236}">
                <a16:creationId xmlns:a16="http://schemas.microsoft.com/office/drawing/2014/main" id="{A3363022-C969-41E9-8EB2-E4C94908C1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91695" cy="685202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8D1AD6B3-BE88-4CEB-BA17-790657CC47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ECEB290-0268-3E82-F6C0-D603DC45C32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90662" y="4267832"/>
            <a:ext cx="4805996" cy="1297115"/>
          </a:xfrm>
        </p:spPr>
        <p:txBody>
          <a:bodyPr anchor="t">
            <a:normAutofit/>
          </a:bodyPr>
          <a:lstStyle/>
          <a:p>
            <a:pPr algn="l"/>
            <a:r>
              <a:rPr lang="en-US" sz="2800" dirty="0">
                <a:solidFill>
                  <a:schemeClr val="tx2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IA </a:t>
            </a:r>
            <a:r>
              <a:rPr lang="en-US" sz="2800" dirty="0" err="1">
                <a:solidFill>
                  <a:schemeClr val="tx2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Generativa</a:t>
            </a:r>
            <a:r>
              <a:rPr lang="en-US" sz="2800" dirty="0">
                <a:solidFill>
                  <a:schemeClr val="tx2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 y </a:t>
            </a:r>
            <a:br>
              <a:rPr lang="en-US" sz="2800" dirty="0">
                <a:solidFill>
                  <a:schemeClr val="tx2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</a:br>
            <a:r>
              <a:rPr lang="en-US" sz="2800" dirty="0">
                <a:solidFill>
                  <a:schemeClr val="tx2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Microsoft Copilot </a:t>
            </a:r>
            <a:br>
              <a:rPr lang="en-US" sz="2800" dirty="0">
                <a:solidFill>
                  <a:schemeClr val="tx2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</a:br>
            <a:r>
              <a:rPr lang="en-US" sz="2800" dirty="0">
                <a:solidFill>
                  <a:schemeClr val="tx2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para </a:t>
            </a:r>
            <a:r>
              <a:rPr lang="en-US" sz="2800" dirty="0" err="1">
                <a:solidFill>
                  <a:schemeClr val="tx2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profesionales</a:t>
            </a:r>
            <a:endParaRPr lang="es-ES" sz="2800" dirty="0">
              <a:solidFill>
                <a:schemeClr val="tx2"/>
              </a:solidFill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9C41FFC-98DE-D88F-0E7B-C6C97F2B6D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90966" y="3428999"/>
            <a:ext cx="4805691" cy="838831"/>
          </a:xfrm>
        </p:spPr>
        <p:txBody>
          <a:bodyPr anchor="b">
            <a:normAutofit/>
          </a:bodyPr>
          <a:lstStyle/>
          <a:p>
            <a:pPr algn="l"/>
            <a:r>
              <a:rPr lang="es-ES" sz="2000" dirty="0">
                <a:solidFill>
                  <a:schemeClr val="tx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Mayo 2026</a:t>
            </a:r>
          </a:p>
        </p:txBody>
      </p:sp>
      <p:pic>
        <p:nvPicPr>
          <p:cNvPr id="11" name="Image 0" descr="Imagen ilustrativa relacionada con IA Generativa 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0469" y="1815319"/>
            <a:ext cx="4141760" cy="4141760"/>
          </a:xfrm>
          <a:custGeom>
            <a:avLst/>
            <a:gdLst/>
            <a:ahLst/>
            <a:cxnLst/>
            <a:rect l="l" t="t" r="r" b="b"/>
            <a:pathLst>
              <a:path w="4141760" h="4377846">
                <a:moveTo>
                  <a:pt x="0" y="0"/>
                </a:moveTo>
                <a:lnTo>
                  <a:pt x="4141760" y="0"/>
                </a:lnTo>
                <a:lnTo>
                  <a:pt x="4141760" y="4377846"/>
                </a:lnTo>
                <a:lnTo>
                  <a:pt x="0" y="4377846"/>
                </a:lnTo>
                <a:close/>
              </a:path>
            </a:pathLst>
          </a:custGeom>
        </p:spPr>
      </p:pic>
      <p:grpSp>
        <p:nvGrpSpPr>
          <p:cNvPr id="46" name="Group 45">
            <a:extLst>
              <a:ext uri="{FF2B5EF4-FFF2-40B4-BE49-F238E27FC236}">
                <a16:creationId xmlns:a16="http://schemas.microsoft.com/office/drawing/2014/main" id="{89D1390B-7E13-4B4F-9CB2-391063412E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4253" y="-5977"/>
            <a:ext cx="6238675" cy="6863979"/>
            <a:chOff x="305" y="-5977"/>
            <a:chExt cx="6238675" cy="6863979"/>
          </a:xfrm>
        </p:grpSpPr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9E720206-AA49-4786-A932-A2650DE091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34854"/>
              <a:ext cx="6028697" cy="6817170"/>
            </a:xfrm>
            <a:custGeom>
              <a:avLst/>
              <a:gdLst>
                <a:gd name="connsiteX0" fmla="*/ 6028697 w 6028697"/>
                <a:gd name="connsiteY0" fmla="*/ 6155323 h 6817170"/>
                <a:gd name="connsiteX1" fmla="*/ 6028697 w 6028697"/>
                <a:gd name="connsiteY1" fmla="*/ 6817170 h 6817170"/>
                <a:gd name="connsiteX2" fmla="*/ 5157862 w 6028697"/>
                <a:gd name="connsiteY2" fmla="*/ 6817170 h 6817170"/>
                <a:gd name="connsiteX3" fmla="*/ 5347156 w 6028697"/>
                <a:gd name="connsiteY3" fmla="*/ 6687553 h 6817170"/>
                <a:gd name="connsiteX4" fmla="*/ 5487470 w 6028697"/>
                <a:gd name="connsiteY4" fmla="*/ 6581714 h 6817170"/>
                <a:gd name="connsiteX5" fmla="*/ 5627642 w 6028697"/>
                <a:gd name="connsiteY5" fmla="*/ 6472328 h 6817170"/>
                <a:gd name="connsiteX6" fmla="*/ 5911392 w 6028697"/>
                <a:gd name="connsiteY6" fmla="*/ 6245328 h 6817170"/>
                <a:gd name="connsiteX7" fmla="*/ 4481066 w 6028697"/>
                <a:gd name="connsiteY7" fmla="*/ 478 h 6817170"/>
                <a:gd name="connsiteX8" fmla="*/ 4672258 w 6028697"/>
                <a:gd name="connsiteY8" fmla="*/ 7519 h 6817170"/>
                <a:gd name="connsiteX9" fmla="*/ 5429869 w 6028697"/>
                <a:gd name="connsiteY9" fmla="*/ 125134 h 6817170"/>
                <a:gd name="connsiteX10" fmla="*/ 5976319 w 6028697"/>
                <a:gd name="connsiteY10" fmla="*/ 314893 h 6817170"/>
                <a:gd name="connsiteX11" fmla="*/ 6028697 w 6028697"/>
                <a:gd name="connsiteY11" fmla="*/ 339901 h 6817170"/>
                <a:gd name="connsiteX12" fmla="*/ 6028697 w 6028697"/>
                <a:gd name="connsiteY12" fmla="*/ 732458 h 6817170"/>
                <a:gd name="connsiteX13" fmla="*/ 5990985 w 6028697"/>
                <a:gd name="connsiteY13" fmla="*/ 712211 h 6817170"/>
                <a:gd name="connsiteX14" fmla="*/ 5341339 w 6028697"/>
                <a:gd name="connsiteY14" fmla="*/ 475281 h 6817170"/>
                <a:gd name="connsiteX15" fmla="*/ 4651969 w 6028697"/>
                <a:gd name="connsiteY15" fmla="*/ 377104 h 6817170"/>
                <a:gd name="connsiteX16" fmla="*/ 3953093 w 6028697"/>
                <a:gd name="connsiteY16" fmla="*/ 402498 h 6817170"/>
                <a:gd name="connsiteX17" fmla="*/ 3267413 w 6028697"/>
                <a:gd name="connsiteY17" fmla="*/ 546643 h 6817170"/>
                <a:gd name="connsiteX18" fmla="*/ 1439498 w 6028697"/>
                <a:gd name="connsiteY18" fmla="*/ 1568141 h 6817170"/>
                <a:gd name="connsiteX19" fmla="*/ 960671 w 6028697"/>
                <a:gd name="connsiteY19" fmla="*/ 2082013 h 6817170"/>
                <a:gd name="connsiteX20" fmla="*/ 581866 w 6028697"/>
                <a:gd name="connsiteY20" fmla="*/ 2672638 h 6817170"/>
                <a:gd name="connsiteX21" fmla="*/ 324789 w 6028697"/>
                <a:gd name="connsiteY21" fmla="*/ 3325262 h 6817170"/>
                <a:gd name="connsiteX22" fmla="*/ 231151 w 6028697"/>
                <a:gd name="connsiteY22" fmla="*/ 4022292 h 6817170"/>
                <a:gd name="connsiteX23" fmla="*/ 270592 w 6028697"/>
                <a:gd name="connsiteY23" fmla="*/ 4362792 h 6817170"/>
                <a:gd name="connsiteX24" fmla="*/ 387213 w 6028697"/>
                <a:gd name="connsiteY24" fmla="*/ 4681585 h 6817170"/>
                <a:gd name="connsiteX25" fmla="*/ 468507 w 6028697"/>
                <a:gd name="connsiteY25" fmla="*/ 4831546 h 6817170"/>
                <a:gd name="connsiteX26" fmla="*/ 561862 w 6028697"/>
                <a:gd name="connsiteY26" fmla="*/ 4976826 h 6817170"/>
                <a:gd name="connsiteX27" fmla="*/ 777511 w 6028697"/>
                <a:gd name="connsiteY27" fmla="*/ 5257597 h 6817170"/>
                <a:gd name="connsiteX28" fmla="*/ 1010895 w 6028697"/>
                <a:gd name="connsiteY28" fmla="*/ 5540494 h 6817170"/>
                <a:gd name="connsiteX29" fmla="*/ 1126948 w 6028697"/>
                <a:gd name="connsiteY29" fmla="*/ 5688186 h 6817170"/>
                <a:gd name="connsiteX30" fmla="*/ 1182706 w 6028697"/>
                <a:gd name="connsiteY30" fmla="*/ 5760543 h 6817170"/>
                <a:gd name="connsiteX31" fmla="*/ 1237327 w 6028697"/>
                <a:gd name="connsiteY31" fmla="*/ 5830060 h 6817170"/>
                <a:gd name="connsiteX32" fmla="*/ 1706649 w 6028697"/>
                <a:gd name="connsiteY32" fmla="*/ 6342797 h 6817170"/>
                <a:gd name="connsiteX33" fmla="*/ 1956207 w 6028697"/>
                <a:gd name="connsiteY33" fmla="*/ 6573484 h 6817170"/>
                <a:gd name="connsiteX34" fmla="*/ 2217681 w 6028697"/>
                <a:gd name="connsiteY34" fmla="*/ 6786297 h 6817170"/>
                <a:gd name="connsiteX35" fmla="*/ 2260820 w 6028697"/>
                <a:gd name="connsiteY35" fmla="*/ 6817170 h 6817170"/>
                <a:gd name="connsiteX36" fmla="*/ 1429497 w 6028697"/>
                <a:gd name="connsiteY36" fmla="*/ 6817170 h 6817170"/>
                <a:gd name="connsiteX37" fmla="*/ 1327275 w 6028697"/>
                <a:gd name="connsiteY37" fmla="*/ 6713800 h 6817170"/>
                <a:gd name="connsiteX38" fmla="*/ 1080556 w 6028697"/>
                <a:gd name="connsiteY38" fmla="*/ 6414443 h 6817170"/>
                <a:gd name="connsiteX39" fmla="*/ 865189 w 6028697"/>
                <a:gd name="connsiteY39" fmla="*/ 6097496 h 6817170"/>
                <a:gd name="connsiteX40" fmla="*/ 814823 w 6028697"/>
                <a:gd name="connsiteY40" fmla="*/ 6016911 h 6817170"/>
                <a:gd name="connsiteX41" fmla="*/ 766729 w 6028697"/>
                <a:gd name="connsiteY41" fmla="*/ 5938453 h 6817170"/>
                <a:gd name="connsiteX42" fmla="*/ 671672 w 6028697"/>
                <a:gd name="connsiteY42" fmla="*/ 5786648 h 6817170"/>
                <a:gd name="connsiteX43" fmla="*/ 474608 w 6028697"/>
                <a:gd name="connsiteY43" fmla="*/ 5474664 h 6817170"/>
                <a:gd name="connsiteX44" fmla="*/ 282652 w 6028697"/>
                <a:gd name="connsiteY44" fmla="*/ 5146508 h 6817170"/>
                <a:gd name="connsiteX45" fmla="*/ 196108 w 6028697"/>
                <a:gd name="connsiteY45" fmla="*/ 4972712 h 6817170"/>
                <a:gd name="connsiteX46" fmla="*/ 122474 w 6028697"/>
                <a:gd name="connsiteY46" fmla="*/ 4791821 h 6817170"/>
                <a:gd name="connsiteX47" fmla="*/ 65724 w 6028697"/>
                <a:gd name="connsiteY47" fmla="*/ 4603129 h 6817170"/>
                <a:gd name="connsiteX48" fmla="*/ 44727 w 6028697"/>
                <a:gd name="connsiteY48" fmla="*/ 4506937 h 6817170"/>
                <a:gd name="connsiteX49" fmla="*/ 35505 w 6028697"/>
                <a:gd name="connsiteY49" fmla="*/ 4458699 h 6817170"/>
                <a:gd name="connsiteX50" fmla="*/ 27845 w 6028697"/>
                <a:gd name="connsiteY50" fmla="*/ 4410320 h 6817170"/>
                <a:gd name="connsiteX51" fmla="*/ 37 w 6028697"/>
                <a:gd name="connsiteY51" fmla="*/ 4022292 h 6817170"/>
                <a:gd name="connsiteX52" fmla="*/ 78777 w 6028697"/>
                <a:gd name="connsiteY52" fmla="*/ 3267236 h 6817170"/>
                <a:gd name="connsiteX53" fmla="*/ 315424 w 6028697"/>
                <a:gd name="connsiteY53" fmla="*/ 2543673 h 6817170"/>
                <a:gd name="connsiteX54" fmla="*/ 1202710 w 6028697"/>
                <a:gd name="connsiteY54" fmla="*/ 1314895 h 6817170"/>
                <a:gd name="connsiteX55" fmla="*/ 1791065 w 6028697"/>
                <a:gd name="connsiteY55" fmla="*/ 833514 h 6817170"/>
                <a:gd name="connsiteX56" fmla="*/ 3908404 w 6028697"/>
                <a:gd name="connsiteY56" fmla="*/ 29794 h 6817170"/>
                <a:gd name="connsiteX57" fmla="*/ 4481066 w 6028697"/>
                <a:gd name="connsiteY57" fmla="*/ 478 h 6817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</a:cxnLst>
              <a:rect l="l" t="t" r="r" b="b"/>
              <a:pathLst>
                <a:path w="6028697" h="6817170">
                  <a:moveTo>
                    <a:pt x="6028697" y="6155323"/>
                  </a:moveTo>
                  <a:lnTo>
                    <a:pt x="6028697" y="6817170"/>
                  </a:lnTo>
                  <a:lnTo>
                    <a:pt x="5157862" y="6817170"/>
                  </a:lnTo>
                  <a:lnTo>
                    <a:pt x="5347156" y="6687553"/>
                  </a:lnTo>
                  <a:cubicBezTo>
                    <a:pt x="5394117" y="6653219"/>
                    <a:pt x="5440793" y="6617608"/>
                    <a:pt x="5487470" y="6581714"/>
                  </a:cubicBezTo>
                  <a:cubicBezTo>
                    <a:pt x="5534147" y="6545820"/>
                    <a:pt x="5580966" y="6509358"/>
                    <a:pt x="5627642" y="6472328"/>
                  </a:cubicBezTo>
                  <a:lnTo>
                    <a:pt x="5911392" y="6245328"/>
                  </a:lnTo>
                  <a:close/>
                  <a:moveTo>
                    <a:pt x="4481066" y="478"/>
                  </a:moveTo>
                  <a:cubicBezTo>
                    <a:pt x="4544817" y="1422"/>
                    <a:pt x="4608563" y="3769"/>
                    <a:pt x="4672258" y="7519"/>
                  </a:cubicBezTo>
                  <a:cubicBezTo>
                    <a:pt x="4927973" y="22364"/>
                    <a:pt x="5181687" y="61751"/>
                    <a:pt x="5429869" y="125134"/>
                  </a:cubicBezTo>
                  <a:cubicBezTo>
                    <a:pt x="5617090" y="173104"/>
                    <a:pt x="5799867" y="236595"/>
                    <a:pt x="5976319" y="314893"/>
                  </a:cubicBezTo>
                  <a:lnTo>
                    <a:pt x="6028697" y="339901"/>
                  </a:lnTo>
                  <a:lnTo>
                    <a:pt x="6028697" y="732458"/>
                  </a:lnTo>
                  <a:lnTo>
                    <a:pt x="5990985" y="712211"/>
                  </a:lnTo>
                  <a:cubicBezTo>
                    <a:pt x="5783917" y="609342"/>
                    <a:pt x="5566013" y="529876"/>
                    <a:pt x="5341339" y="475281"/>
                  </a:cubicBezTo>
                  <a:cubicBezTo>
                    <a:pt x="5115233" y="420503"/>
                    <a:pt x="4884375" y="387624"/>
                    <a:pt x="4651969" y="377104"/>
                  </a:cubicBezTo>
                  <a:cubicBezTo>
                    <a:pt x="4418713" y="365171"/>
                    <a:pt x="4184861" y="373670"/>
                    <a:pt x="3953093" y="402498"/>
                  </a:cubicBezTo>
                  <a:cubicBezTo>
                    <a:pt x="3721001" y="431832"/>
                    <a:pt x="3491675" y="480040"/>
                    <a:pt x="3267413" y="546643"/>
                  </a:cubicBezTo>
                  <a:cubicBezTo>
                    <a:pt x="2591323" y="750761"/>
                    <a:pt x="1967642" y="1099289"/>
                    <a:pt x="1439498" y="1568141"/>
                  </a:cubicBezTo>
                  <a:cubicBezTo>
                    <a:pt x="1265589" y="1725523"/>
                    <a:pt x="1105393" y="1897434"/>
                    <a:pt x="960671" y="2082013"/>
                  </a:cubicBezTo>
                  <a:cubicBezTo>
                    <a:pt x="815775" y="2266294"/>
                    <a:pt x="688923" y="2464081"/>
                    <a:pt x="581866" y="2672638"/>
                  </a:cubicBezTo>
                  <a:cubicBezTo>
                    <a:pt x="473765" y="2880669"/>
                    <a:pt x="387610" y="3099397"/>
                    <a:pt x="324789" y="3325262"/>
                  </a:cubicBezTo>
                  <a:cubicBezTo>
                    <a:pt x="262714" y="3552403"/>
                    <a:pt x="231223" y="3786822"/>
                    <a:pt x="231151" y="4022292"/>
                  </a:cubicBezTo>
                  <a:cubicBezTo>
                    <a:pt x="231413" y="4136912"/>
                    <a:pt x="244645" y="4251136"/>
                    <a:pt x="270592" y="4362792"/>
                  </a:cubicBezTo>
                  <a:cubicBezTo>
                    <a:pt x="297885" y="4472943"/>
                    <a:pt x="336983" y="4579833"/>
                    <a:pt x="387213" y="4681585"/>
                  </a:cubicBezTo>
                  <a:cubicBezTo>
                    <a:pt x="412042" y="4732517"/>
                    <a:pt x="439423" y="4782457"/>
                    <a:pt x="468507" y="4831546"/>
                  </a:cubicBezTo>
                  <a:cubicBezTo>
                    <a:pt x="497591" y="4880636"/>
                    <a:pt x="529230" y="4929015"/>
                    <a:pt x="561862" y="4976826"/>
                  </a:cubicBezTo>
                  <a:cubicBezTo>
                    <a:pt x="627975" y="5072166"/>
                    <a:pt x="701466" y="5164668"/>
                    <a:pt x="777511" y="5257597"/>
                  </a:cubicBezTo>
                  <a:cubicBezTo>
                    <a:pt x="853556" y="5350524"/>
                    <a:pt x="933574" y="5443594"/>
                    <a:pt x="1010895" y="5540494"/>
                  </a:cubicBezTo>
                  <a:cubicBezTo>
                    <a:pt x="1049957" y="5588732"/>
                    <a:pt x="1088642" y="5637963"/>
                    <a:pt x="1126948" y="5688186"/>
                  </a:cubicBezTo>
                  <a:lnTo>
                    <a:pt x="1182706" y="5760543"/>
                  </a:lnTo>
                  <a:cubicBezTo>
                    <a:pt x="1201007" y="5783669"/>
                    <a:pt x="1218458" y="5807503"/>
                    <a:pt x="1237327" y="5830060"/>
                  </a:cubicBezTo>
                  <a:cubicBezTo>
                    <a:pt x="1383714" y="6009916"/>
                    <a:pt x="1540413" y="6181116"/>
                    <a:pt x="1706649" y="6342797"/>
                  </a:cubicBezTo>
                  <a:cubicBezTo>
                    <a:pt x="1788084" y="6422531"/>
                    <a:pt x="1871265" y="6499427"/>
                    <a:pt x="1956207" y="6573484"/>
                  </a:cubicBezTo>
                  <a:cubicBezTo>
                    <a:pt x="2041332" y="6647402"/>
                    <a:pt x="2127733" y="6718907"/>
                    <a:pt x="2217681" y="6786297"/>
                  </a:cubicBezTo>
                  <a:lnTo>
                    <a:pt x="2260820" y="6817170"/>
                  </a:lnTo>
                  <a:lnTo>
                    <a:pt x="1429497" y="6817170"/>
                  </a:lnTo>
                  <a:lnTo>
                    <a:pt x="1327275" y="6713800"/>
                  </a:lnTo>
                  <a:cubicBezTo>
                    <a:pt x="1239186" y="6618984"/>
                    <a:pt x="1156797" y="6519019"/>
                    <a:pt x="1080556" y="6414443"/>
                  </a:cubicBezTo>
                  <a:cubicBezTo>
                    <a:pt x="1004653" y="6310734"/>
                    <a:pt x="932439" y="6205177"/>
                    <a:pt x="865189" y="6097496"/>
                  </a:cubicBezTo>
                  <a:cubicBezTo>
                    <a:pt x="847881" y="6070823"/>
                    <a:pt x="831565" y="6043725"/>
                    <a:pt x="814823" y="6016911"/>
                  </a:cubicBezTo>
                  <a:lnTo>
                    <a:pt x="766729" y="5938453"/>
                  </a:lnTo>
                  <a:cubicBezTo>
                    <a:pt x="735941" y="5887947"/>
                    <a:pt x="703878" y="5837581"/>
                    <a:pt x="671672" y="5786648"/>
                  </a:cubicBezTo>
                  <a:lnTo>
                    <a:pt x="474608" y="5474664"/>
                  </a:lnTo>
                  <a:cubicBezTo>
                    <a:pt x="408778" y="5368968"/>
                    <a:pt x="343516" y="5260008"/>
                    <a:pt x="282652" y="5146508"/>
                  </a:cubicBezTo>
                  <a:cubicBezTo>
                    <a:pt x="252290" y="5089759"/>
                    <a:pt x="223065" y="5032015"/>
                    <a:pt x="196108" y="4972712"/>
                  </a:cubicBezTo>
                  <a:cubicBezTo>
                    <a:pt x="169152" y="4913408"/>
                    <a:pt x="144607" y="4853111"/>
                    <a:pt x="122474" y="4791821"/>
                  </a:cubicBezTo>
                  <a:cubicBezTo>
                    <a:pt x="100342" y="4730532"/>
                    <a:pt x="81757" y="4666830"/>
                    <a:pt x="65724" y="4603129"/>
                  </a:cubicBezTo>
                  <a:cubicBezTo>
                    <a:pt x="58205" y="4571064"/>
                    <a:pt x="50828" y="4539143"/>
                    <a:pt x="44727" y="4506937"/>
                  </a:cubicBezTo>
                  <a:lnTo>
                    <a:pt x="35505" y="4458699"/>
                  </a:lnTo>
                  <a:lnTo>
                    <a:pt x="27845" y="4410320"/>
                  </a:lnTo>
                  <a:cubicBezTo>
                    <a:pt x="8635" y="4281881"/>
                    <a:pt x="-661" y="4152150"/>
                    <a:pt x="37" y="4022292"/>
                  </a:cubicBezTo>
                  <a:cubicBezTo>
                    <a:pt x="712" y="3768592"/>
                    <a:pt x="27094" y="3515615"/>
                    <a:pt x="78777" y="3267236"/>
                  </a:cubicBezTo>
                  <a:cubicBezTo>
                    <a:pt x="130048" y="3017876"/>
                    <a:pt x="209439" y="2775142"/>
                    <a:pt x="315424" y="2543673"/>
                  </a:cubicBezTo>
                  <a:cubicBezTo>
                    <a:pt x="528236" y="2081161"/>
                    <a:pt x="838234" y="1667312"/>
                    <a:pt x="1202710" y="1314895"/>
                  </a:cubicBezTo>
                  <a:cubicBezTo>
                    <a:pt x="1385514" y="1138814"/>
                    <a:pt x="1582282" y="977831"/>
                    <a:pt x="1791065" y="833514"/>
                  </a:cubicBezTo>
                  <a:cubicBezTo>
                    <a:pt x="2420037" y="395614"/>
                    <a:pt x="3147288" y="119557"/>
                    <a:pt x="3908404" y="29794"/>
                  </a:cubicBezTo>
                  <a:cubicBezTo>
                    <a:pt x="4098509" y="7429"/>
                    <a:pt x="4289811" y="-2355"/>
                    <a:pt x="4481066" y="478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C72F6EE6-EDE9-45A5-8F6D-02B9B7CB2C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1"/>
              <a:ext cx="6165116" cy="6858001"/>
            </a:xfrm>
            <a:custGeom>
              <a:avLst/>
              <a:gdLst>
                <a:gd name="connsiteX0" fmla="*/ 6264586 w 6264586"/>
                <a:gd name="connsiteY0" fmla="*/ 6646464 h 6858001"/>
                <a:gd name="connsiteX1" fmla="*/ 6264586 w 6264586"/>
                <a:gd name="connsiteY1" fmla="*/ 6858001 h 6858001"/>
                <a:gd name="connsiteX2" fmla="*/ 5997170 w 6264586"/>
                <a:gd name="connsiteY2" fmla="*/ 6858001 h 6858001"/>
                <a:gd name="connsiteX3" fmla="*/ 6121512 w 6264586"/>
                <a:gd name="connsiteY3" fmla="*/ 6761029 h 6858001"/>
                <a:gd name="connsiteX4" fmla="*/ 2693206 w 6264586"/>
                <a:gd name="connsiteY4" fmla="*/ 0 h 6858001"/>
                <a:gd name="connsiteX5" fmla="*/ 5872285 w 6264586"/>
                <a:gd name="connsiteY5" fmla="*/ 0 h 6858001"/>
                <a:gd name="connsiteX6" fmla="*/ 6024875 w 6264586"/>
                <a:gd name="connsiteY6" fmla="*/ 68385 h 6858001"/>
                <a:gd name="connsiteX7" fmla="*/ 6206432 w 6264586"/>
                <a:gd name="connsiteY7" fmla="*/ 162336 h 6858001"/>
                <a:gd name="connsiteX8" fmla="*/ 6264586 w 6264586"/>
                <a:gd name="connsiteY8" fmla="*/ 196704 h 6858001"/>
                <a:gd name="connsiteX9" fmla="*/ 6264586 w 6264586"/>
                <a:gd name="connsiteY9" fmla="*/ 537242 h 6858001"/>
                <a:gd name="connsiteX10" fmla="*/ 6230189 w 6264586"/>
                <a:gd name="connsiteY10" fmla="*/ 517260 h 6858001"/>
                <a:gd name="connsiteX11" fmla="*/ 5540536 w 6264586"/>
                <a:gd name="connsiteY11" fmla="*/ 249543 h 6858001"/>
                <a:gd name="connsiteX12" fmla="*/ 5178896 w 6264586"/>
                <a:gd name="connsiteY12" fmla="*/ 178606 h 6858001"/>
                <a:gd name="connsiteX13" fmla="*/ 4814279 w 6264586"/>
                <a:gd name="connsiteY13" fmla="*/ 146683 h 6858001"/>
                <a:gd name="connsiteX14" fmla="*/ 4655095 w 6264586"/>
                <a:gd name="connsiteY14" fmla="*/ 143421 h 6858001"/>
                <a:gd name="connsiteX15" fmla="*/ 4081069 w 6264586"/>
                <a:gd name="connsiteY15" fmla="*/ 185983 h 6858001"/>
                <a:gd name="connsiteX16" fmla="*/ 3720566 w 6264586"/>
                <a:gd name="connsiteY16" fmla="*/ 256921 h 6858001"/>
                <a:gd name="connsiteX17" fmla="*/ 3365879 w 6264586"/>
                <a:gd name="connsiteY17" fmla="*/ 357651 h 6858001"/>
                <a:gd name="connsiteX18" fmla="*/ 3020555 w 6264586"/>
                <a:gd name="connsiteY18" fmla="*/ 486190 h 6858001"/>
                <a:gd name="connsiteX19" fmla="*/ 2685163 w 6264586"/>
                <a:gd name="connsiteY19" fmla="*/ 641542 h 6858001"/>
                <a:gd name="connsiteX20" fmla="*/ 2047720 w 6264586"/>
                <a:gd name="connsiteY20" fmla="*/ 1025030 h 6858001"/>
                <a:gd name="connsiteX21" fmla="*/ 1897333 w 6264586"/>
                <a:gd name="connsiteY21" fmla="*/ 1134983 h 6858001"/>
                <a:gd name="connsiteX22" fmla="*/ 1835758 w 6264586"/>
                <a:gd name="connsiteY22" fmla="*/ 1182227 h 6858001"/>
                <a:gd name="connsiteX23" fmla="*/ 1823273 w 6264586"/>
                <a:gd name="connsiteY23" fmla="*/ 1192016 h 6858001"/>
                <a:gd name="connsiteX24" fmla="*/ 1750918 w 6264586"/>
                <a:gd name="connsiteY24" fmla="*/ 1249760 h 6858001"/>
                <a:gd name="connsiteX25" fmla="*/ 1469297 w 6264586"/>
                <a:gd name="connsiteY25" fmla="*/ 1496906 h 6858001"/>
                <a:gd name="connsiteX26" fmla="*/ 967769 w 6264586"/>
                <a:gd name="connsiteY26" fmla="*/ 2056602 h 6858001"/>
                <a:gd name="connsiteX27" fmla="*/ 754105 w 6264586"/>
                <a:gd name="connsiteY27" fmla="*/ 2368727 h 6858001"/>
                <a:gd name="connsiteX28" fmla="*/ 572364 w 6264586"/>
                <a:gd name="connsiteY28" fmla="*/ 2701140 h 6858001"/>
                <a:gd name="connsiteX29" fmla="*/ 532497 w 6264586"/>
                <a:gd name="connsiteY29" fmla="*/ 2786265 h 6858001"/>
                <a:gd name="connsiteX30" fmla="*/ 512918 w 6264586"/>
                <a:gd name="connsiteY30" fmla="*/ 2828827 h 6858001"/>
                <a:gd name="connsiteX31" fmla="*/ 494475 w 6264586"/>
                <a:gd name="connsiteY31" fmla="*/ 2872240 h 6858001"/>
                <a:gd name="connsiteX32" fmla="*/ 491637 w 6264586"/>
                <a:gd name="connsiteY32" fmla="*/ 2878908 h 6858001"/>
                <a:gd name="connsiteX33" fmla="*/ 459290 w 6264586"/>
                <a:gd name="connsiteY33" fmla="*/ 2959635 h 6858001"/>
                <a:gd name="connsiteX34" fmla="*/ 446805 w 6264586"/>
                <a:gd name="connsiteY34" fmla="*/ 2992408 h 6858001"/>
                <a:gd name="connsiteX35" fmla="*/ 426090 w 6264586"/>
                <a:gd name="connsiteY35" fmla="*/ 3049158 h 6858001"/>
                <a:gd name="connsiteX36" fmla="*/ 426090 w 6264586"/>
                <a:gd name="connsiteY36" fmla="*/ 3049867 h 6858001"/>
                <a:gd name="connsiteX37" fmla="*/ 318124 w 6264586"/>
                <a:gd name="connsiteY37" fmla="*/ 3414202 h 6858001"/>
                <a:gd name="connsiteX38" fmla="*/ 230729 w 6264586"/>
                <a:gd name="connsiteY38" fmla="*/ 4169260 h 6858001"/>
                <a:gd name="connsiteX39" fmla="*/ 268893 w 6264586"/>
                <a:gd name="connsiteY39" fmla="*/ 4544236 h 6858001"/>
                <a:gd name="connsiteX40" fmla="*/ 379840 w 6264586"/>
                <a:gd name="connsiteY40" fmla="*/ 4900056 h 6858001"/>
                <a:gd name="connsiteX41" fmla="*/ 406512 w 6264586"/>
                <a:gd name="connsiteY41" fmla="*/ 4960211 h 6858001"/>
                <a:gd name="connsiteX42" fmla="*/ 417862 w 6264586"/>
                <a:gd name="connsiteY42" fmla="*/ 4984613 h 6858001"/>
                <a:gd name="connsiteX43" fmla="*/ 428077 w 6264586"/>
                <a:gd name="connsiteY43" fmla="*/ 5005043 h 6858001"/>
                <a:gd name="connsiteX44" fmla="*/ 460140 w 6264586"/>
                <a:gd name="connsiteY44" fmla="*/ 5067327 h 6858001"/>
                <a:gd name="connsiteX45" fmla="*/ 555197 w 6264586"/>
                <a:gd name="connsiteY45" fmla="*/ 5229773 h 6858001"/>
                <a:gd name="connsiteX46" fmla="*/ 660611 w 6264586"/>
                <a:gd name="connsiteY46" fmla="*/ 5387396 h 6858001"/>
                <a:gd name="connsiteX47" fmla="*/ 774110 w 6264586"/>
                <a:gd name="connsiteY47" fmla="*/ 5542182 h 6858001"/>
                <a:gd name="connsiteX48" fmla="*/ 917829 w 6264586"/>
                <a:gd name="connsiteY48" fmla="*/ 5727896 h 6858001"/>
                <a:gd name="connsiteX49" fmla="*/ 1012885 w 6264586"/>
                <a:gd name="connsiteY49" fmla="*/ 5849767 h 6858001"/>
                <a:gd name="connsiteX50" fmla="*/ 1133053 w 6264586"/>
                <a:gd name="connsiteY50" fmla="*/ 6006822 h 6858001"/>
                <a:gd name="connsiteX51" fmla="*/ 1194343 w 6264586"/>
                <a:gd name="connsiteY51" fmla="*/ 6090245 h 6858001"/>
                <a:gd name="connsiteX52" fmla="*/ 1249390 w 6264586"/>
                <a:gd name="connsiteY52" fmla="*/ 6165155 h 6858001"/>
                <a:gd name="connsiteX53" fmla="*/ 1345724 w 6264586"/>
                <a:gd name="connsiteY53" fmla="*/ 6292132 h 6858001"/>
                <a:gd name="connsiteX54" fmla="*/ 1364310 w 6264586"/>
                <a:gd name="connsiteY54" fmla="*/ 6316251 h 6858001"/>
                <a:gd name="connsiteX55" fmla="*/ 1373673 w 6264586"/>
                <a:gd name="connsiteY55" fmla="*/ 6327885 h 6858001"/>
                <a:gd name="connsiteX56" fmla="*/ 1484619 w 6264586"/>
                <a:gd name="connsiteY56" fmla="*/ 6462240 h 6858001"/>
                <a:gd name="connsiteX57" fmla="*/ 1739000 w 6264586"/>
                <a:gd name="connsiteY57" fmla="*/ 6737335 h 6858001"/>
                <a:gd name="connsiteX58" fmla="*/ 1866801 w 6264586"/>
                <a:gd name="connsiteY58" fmla="*/ 6858001 h 6858001"/>
                <a:gd name="connsiteX59" fmla="*/ 1144149 w 6264586"/>
                <a:gd name="connsiteY59" fmla="*/ 6858001 h 6858001"/>
                <a:gd name="connsiteX60" fmla="*/ 1058349 w 6264586"/>
                <a:gd name="connsiteY60" fmla="*/ 6766452 h 6858001"/>
                <a:gd name="connsiteX61" fmla="*/ 580309 w 6264586"/>
                <a:gd name="connsiteY61" fmla="*/ 6105000 h 6858001"/>
                <a:gd name="connsiteX62" fmla="*/ 1 w 6264586"/>
                <a:gd name="connsiteY62" fmla="*/ 3960094 h 6858001"/>
                <a:gd name="connsiteX63" fmla="*/ 2599292 w 6264586"/>
                <a:gd name="connsiteY63" fmla="*/ 37050 h 6858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</a:cxnLst>
              <a:rect l="l" t="t" r="r" b="b"/>
              <a:pathLst>
                <a:path w="6264586" h="6858001">
                  <a:moveTo>
                    <a:pt x="6264586" y="6646464"/>
                  </a:moveTo>
                  <a:lnTo>
                    <a:pt x="6264586" y="6858001"/>
                  </a:lnTo>
                  <a:lnTo>
                    <a:pt x="5997170" y="6858001"/>
                  </a:lnTo>
                  <a:lnTo>
                    <a:pt x="6121512" y="6761029"/>
                  </a:lnTo>
                  <a:close/>
                  <a:moveTo>
                    <a:pt x="2693206" y="0"/>
                  </a:moveTo>
                  <a:lnTo>
                    <a:pt x="5872285" y="0"/>
                  </a:lnTo>
                  <a:lnTo>
                    <a:pt x="6024875" y="68385"/>
                  </a:lnTo>
                  <a:cubicBezTo>
                    <a:pt x="6086250" y="97989"/>
                    <a:pt x="6146793" y="129318"/>
                    <a:pt x="6206432" y="162336"/>
                  </a:cubicBezTo>
                  <a:lnTo>
                    <a:pt x="6264586" y="196704"/>
                  </a:lnTo>
                  <a:lnTo>
                    <a:pt x="6264586" y="537242"/>
                  </a:lnTo>
                  <a:lnTo>
                    <a:pt x="6230189" y="517260"/>
                  </a:lnTo>
                  <a:cubicBezTo>
                    <a:pt x="6012226" y="399931"/>
                    <a:pt x="5780573" y="310008"/>
                    <a:pt x="5540536" y="249543"/>
                  </a:cubicBezTo>
                  <a:cubicBezTo>
                    <a:pt x="5421375" y="219324"/>
                    <a:pt x="5300641" y="195644"/>
                    <a:pt x="5178896" y="178606"/>
                  </a:cubicBezTo>
                  <a:cubicBezTo>
                    <a:pt x="5057977" y="161840"/>
                    <a:pt x="4936276" y="151186"/>
                    <a:pt x="4814279" y="146683"/>
                  </a:cubicBezTo>
                  <a:cubicBezTo>
                    <a:pt x="4761501" y="144556"/>
                    <a:pt x="4708015" y="143421"/>
                    <a:pt x="4655095" y="143421"/>
                  </a:cubicBezTo>
                  <a:cubicBezTo>
                    <a:pt x="4462968" y="143573"/>
                    <a:pt x="4271111" y="157799"/>
                    <a:pt x="4081069" y="185983"/>
                  </a:cubicBezTo>
                  <a:cubicBezTo>
                    <a:pt x="3956361" y="205703"/>
                    <a:pt x="3835058" y="229396"/>
                    <a:pt x="3720566" y="256921"/>
                  </a:cubicBezTo>
                  <a:cubicBezTo>
                    <a:pt x="3596708" y="286714"/>
                    <a:pt x="3477677" y="320905"/>
                    <a:pt x="3365879" y="357651"/>
                  </a:cubicBezTo>
                  <a:cubicBezTo>
                    <a:pt x="3249257" y="395958"/>
                    <a:pt x="3133487" y="438945"/>
                    <a:pt x="3020555" y="486190"/>
                  </a:cubicBezTo>
                  <a:cubicBezTo>
                    <a:pt x="2907623" y="533434"/>
                    <a:pt x="2794832" y="585786"/>
                    <a:pt x="2685163" y="641542"/>
                  </a:cubicBezTo>
                  <a:cubicBezTo>
                    <a:pt x="2463995" y="754348"/>
                    <a:pt x="2250998" y="882488"/>
                    <a:pt x="2047720" y="1025030"/>
                  </a:cubicBezTo>
                  <a:cubicBezTo>
                    <a:pt x="2006151" y="1054399"/>
                    <a:pt x="1951528" y="1093415"/>
                    <a:pt x="1897333" y="1134983"/>
                  </a:cubicBezTo>
                  <a:cubicBezTo>
                    <a:pt x="1876761" y="1150164"/>
                    <a:pt x="1855905" y="1166479"/>
                    <a:pt x="1835758" y="1182227"/>
                  </a:cubicBezTo>
                  <a:lnTo>
                    <a:pt x="1823273" y="1192016"/>
                  </a:lnTo>
                  <a:cubicBezTo>
                    <a:pt x="1797027" y="1211879"/>
                    <a:pt x="1772057" y="1232309"/>
                    <a:pt x="1750918" y="1249760"/>
                  </a:cubicBezTo>
                  <a:cubicBezTo>
                    <a:pt x="1645931" y="1335737"/>
                    <a:pt x="1554422" y="1416605"/>
                    <a:pt x="1469297" y="1496906"/>
                  </a:cubicBezTo>
                  <a:cubicBezTo>
                    <a:pt x="1286595" y="1668957"/>
                    <a:pt x="1118818" y="1856190"/>
                    <a:pt x="967769" y="2056602"/>
                  </a:cubicBezTo>
                  <a:cubicBezTo>
                    <a:pt x="890731" y="2159603"/>
                    <a:pt x="818800" y="2264590"/>
                    <a:pt x="754105" y="2368727"/>
                  </a:cubicBezTo>
                  <a:cubicBezTo>
                    <a:pt x="681749" y="2488328"/>
                    <a:pt x="622304" y="2596720"/>
                    <a:pt x="572364" y="2701140"/>
                  </a:cubicBezTo>
                  <a:cubicBezTo>
                    <a:pt x="557609" y="2730507"/>
                    <a:pt x="543989" y="2760443"/>
                    <a:pt x="532497" y="2786265"/>
                  </a:cubicBezTo>
                  <a:lnTo>
                    <a:pt x="512918" y="2828827"/>
                  </a:lnTo>
                  <a:lnTo>
                    <a:pt x="494475" y="2872240"/>
                  </a:lnTo>
                  <a:lnTo>
                    <a:pt x="491637" y="2878908"/>
                  </a:lnTo>
                  <a:cubicBezTo>
                    <a:pt x="480146" y="2906575"/>
                    <a:pt x="469220" y="2932821"/>
                    <a:pt x="459290" y="2959635"/>
                  </a:cubicBezTo>
                  <a:cubicBezTo>
                    <a:pt x="455176" y="2970559"/>
                    <a:pt x="451060" y="2981484"/>
                    <a:pt x="446805" y="2992408"/>
                  </a:cubicBezTo>
                  <a:cubicBezTo>
                    <a:pt x="439427" y="3012412"/>
                    <a:pt x="432333" y="3030572"/>
                    <a:pt x="426090" y="3049158"/>
                  </a:cubicBezTo>
                  <a:lnTo>
                    <a:pt x="426090" y="3049867"/>
                  </a:lnTo>
                  <a:cubicBezTo>
                    <a:pt x="383010" y="3169099"/>
                    <a:pt x="346959" y="3290756"/>
                    <a:pt x="318124" y="3414202"/>
                  </a:cubicBezTo>
                  <a:cubicBezTo>
                    <a:pt x="260107" y="3661703"/>
                    <a:pt x="230780" y="3915049"/>
                    <a:pt x="230729" y="4169260"/>
                  </a:cubicBezTo>
                  <a:cubicBezTo>
                    <a:pt x="231621" y="4295173"/>
                    <a:pt x="244398" y="4420719"/>
                    <a:pt x="268893" y="4544236"/>
                  </a:cubicBezTo>
                  <a:cubicBezTo>
                    <a:pt x="293708" y="4666304"/>
                    <a:pt x="330882" y="4785521"/>
                    <a:pt x="379840" y="4900056"/>
                  </a:cubicBezTo>
                  <a:cubicBezTo>
                    <a:pt x="387926" y="4919919"/>
                    <a:pt x="397006" y="4939498"/>
                    <a:pt x="406512" y="4960211"/>
                  </a:cubicBezTo>
                  <a:cubicBezTo>
                    <a:pt x="410343" y="4968299"/>
                    <a:pt x="414173" y="4976385"/>
                    <a:pt x="417862" y="4984613"/>
                  </a:cubicBezTo>
                  <a:lnTo>
                    <a:pt x="428077" y="5005043"/>
                  </a:lnTo>
                  <a:cubicBezTo>
                    <a:pt x="438860" y="5026751"/>
                    <a:pt x="449075" y="5047181"/>
                    <a:pt x="460140" y="5067327"/>
                  </a:cubicBezTo>
                  <a:cubicBezTo>
                    <a:pt x="485536" y="5116273"/>
                    <a:pt x="514763" y="5165789"/>
                    <a:pt x="555197" y="5229773"/>
                  </a:cubicBezTo>
                  <a:cubicBezTo>
                    <a:pt x="586836" y="5280282"/>
                    <a:pt x="620318" y="5329511"/>
                    <a:pt x="660611" y="5387396"/>
                  </a:cubicBezTo>
                  <a:cubicBezTo>
                    <a:pt x="698065" y="5440741"/>
                    <a:pt x="737223" y="5493094"/>
                    <a:pt x="774110" y="5542182"/>
                  </a:cubicBezTo>
                  <a:cubicBezTo>
                    <a:pt x="821070" y="5604324"/>
                    <a:pt x="870301" y="5667173"/>
                    <a:pt x="917829" y="5727896"/>
                  </a:cubicBezTo>
                  <a:cubicBezTo>
                    <a:pt x="949042" y="5767762"/>
                    <a:pt x="979828" y="5807063"/>
                    <a:pt x="1012885" y="5849767"/>
                  </a:cubicBezTo>
                  <a:cubicBezTo>
                    <a:pt x="1045942" y="5892471"/>
                    <a:pt x="1089497" y="5948796"/>
                    <a:pt x="1133053" y="6006822"/>
                  </a:cubicBezTo>
                  <a:cubicBezTo>
                    <a:pt x="1153624" y="6034345"/>
                    <a:pt x="1175332" y="6063998"/>
                    <a:pt x="1194343" y="6090245"/>
                  </a:cubicBezTo>
                  <a:cubicBezTo>
                    <a:pt x="1213355" y="6116491"/>
                    <a:pt x="1231372" y="6141178"/>
                    <a:pt x="1249390" y="6165155"/>
                  </a:cubicBezTo>
                  <a:cubicBezTo>
                    <a:pt x="1280461" y="6208000"/>
                    <a:pt x="1313659" y="6250847"/>
                    <a:pt x="1345724" y="6292132"/>
                  </a:cubicBezTo>
                  <a:lnTo>
                    <a:pt x="1364310" y="6316251"/>
                  </a:lnTo>
                  <a:lnTo>
                    <a:pt x="1373673" y="6327885"/>
                  </a:lnTo>
                  <a:cubicBezTo>
                    <a:pt x="1409566" y="6372433"/>
                    <a:pt x="1446738" y="6418542"/>
                    <a:pt x="1484619" y="6462240"/>
                  </a:cubicBezTo>
                  <a:cubicBezTo>
                    <a:pt x="1567899" y="6559850"/>
                    <a:pt x="1653876" y="6652211"/>
                    <a:pt x="1739000" y="6737335"/>
                  </a:cubicBezTo>
                  <a:lnTo>
                    <a:pt x="1866801" y="6858001"/>
                  </a:lnTo>
                  <a:lnTo>
                    <a:pt x="1144149" y="6858001"/>
                  </a:lnTo>
                  <a:lnTo>
                    <a:pt x="1058349" y="6766452"/>
                  </a:lnTo>
                  <a:cubicBezTo>
                    <a:pt x="878978" y="6562465"/>
                    <a:pt x="718756" y="6341104"/>
                    <a:pt x="580309" y="6105000"/>
                  </a:cubicBezTo>
                  <a:cubicBezTo>
                    <a:pt x="200401" y="5454007"/>
                    <a:pt x="146" y="4713831"/>
                    <a:pt x="1" y="3960094"/>
                  </a:cubicBezTo>
                  <a:cubicBezTo>
                    <a:pt x="-335" y="2196754"/>
                    <a:pt x="1071479" y="683605"/>
                    <a:pt x="2599292" y="3705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C093DC50-3BD7-46B1-A300-CD207E152F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-5977"/>
              <a:ext cx="6238675" cy="6858001"/>
            </a:xfrm>
            <a:custGeom>
              <a:avLst/>
              <a:gdLst>
                <a:gd name="connsiteX0" fmla="*/ 6264586 w 6264586"/>
                <a:gd name="connsiteY0" fmla="*/ 6646464 h 6858001"/>
                <a:gd name="connsiteX1" fmla="*/ 6264586 w 6264586"/>
                <a:gd name="connsiteY1" fmla="*/ 6858001 h 6858001"/>
                <a:gd name="connsiteX2" fmla="*/ 5997170 w 6264586"/>
                <a:gd name="connsiteY2" fmla="*/ 6858001 h 6858001"/>
                <a:gd name="connsiteX3" fmla="*/ 6121512 w 6264586"/>
                <a:gd name="connsiteY3" fmla="*/ 6761029 h 6858001"/>
                <a:gd name="connsiteX4" fmla="*/ 2693206 w 6264586"/>
                <a:gd name="connsiteY4" fmla="*/ 0 h 6858001"/>
                <a:gd name="connsiteX5" fmla="*/ 5872285 w 6264586"/>
                <a:gd name="connsiteY5" fmla="*/ 0 h 6858001"/>
                <a:gd name="connsiteX6" fmla="*/ 6024875 w 6264586"/>
                <a:gd name="connsiteY6" fmla="*/ 68385 h 6858001"/>
                <a:gd name="connsiteX7" fmla="*/ 6206432 w 6264586"/>
                <a:gd name="connsiteY7" fmla="*/ 162336 h 6858001"/>
                <a:gd name="connsiteX8" fmla="*/ 6264586 w 6264586"/>
                <a:gd name="connsiteY8" fmla="*/ 196704 h 6858001"/>
                <a:gd name="connsiteX9" fmla="*/ 6264586 w 6264586"/>
                <a:gd name="connsiteY9" fmla="*/ 537242 h 6858001"/>
                <a:gd name="connsiteX10" fmla="*/ 6230189 w 6264586"/>
                <a:gd name="connsiteY10" fmla="*/ 517260 h 6858001"/>
                <a:gd name="connsiteX11" fmla="*/ 5540536 w 6264586"/>
                <a:gd name="connsiteY11" fmla="*/ 249543 h 6858001"/>
                <a:gd name="connsiteX12" fmla="*/ 5178896 w 6264586"/>
                <a:gd name="connsiteY12" fmla="*/ 178606 h 6858001"/>
                <a:gd name="connsiteX13" fmla="*/ 4814279 w 6264586"/>
                <a:gd name="connsiteY13" fmla="*/ 146683 h 6858001"/>
                <a:gd name="connsiteX14" fmla="*/ 4655095 w 6264586"/>
                <a:gd name="connsiteY14" fmla="*/ 143421 h 6858001"/>
                <a:gd name="connsiteX15" fmla="*/ 4081069 w 6264586"/>
                <a:gd name="connsiteY15" fmla="*/ 185983 h 6858001"/>
                <a:gd name="connsiteX16" fmla="*/ 3720566 w 6264586"/>
                <a:gd name="connsiteY16" fmla="*/ 256921 h 6858001"/>
                <a:gd name="connsiteX17" fmla="*/ 3365879 w 6264586"/>
                <a:gd name="connsiteY17" fmla="*/ 357651 h 6858001"/>
                <a:gd name="connsiteX18" fmla="*/ 3020555 w 6264586"/>
                <a:gd name="connsiteY18" fmla="*/ 486190 h 6858001"/>
                <a:gd name="connsiteX19" fmla="*/ 2685163 w 6264586"/>
                <a:gd name="connsiteY19" fmla="*/ 641542 h 6858001"/>
                <a:gd name="connsiteX20" fmla="*/ 2047720 w 6264586"/>
                <a:gd name="connsiteY20" fmla="*/ 1025030 h 6858001"/>
                <a:gd name="connsiteX21" fmla="*/ 1897333 w 6264586"/>
                <a:gd name="connsiteY21" fmla="*/ 1134983 h 6858001"/>
                <a:gd name="connsiteX22" fmla="*/ 1835758 w 6264586"/>
                <a:gd name="connsiteY22" fmla="*/ 1182227 h 6858001"/>
                <a:gd name="connsiteX23" fmla="*/ 1823273 w 6264586"/>
                <a:gd name="connsiteY23" fmla="*/ 1192016 h 6858001"/>
                <a:gd name="connsiteX24" fmla="*/ 1750918 w 6264586"/>
                <a:gd name="connsiteY24" fmla="*/ 1249760 h 6858001"/>
                <a:gd name="connsiteX25" fmla="*/ 1469297 w 6264586"/>
                <a:gd name="connsiteY25" fmla="*/ 1496906 h 6858001"/>
                <a:gd name="connsiteX26" fmla="*/ 967769 w 6264586"/>
                <a:gd name="connsiteY26" fmla="*/ 2056602 h 6858001"/>
                <a:gd name="connsiteX27" fmla="*/ 754105 w 6264586"/>
                <a:gd name="connsiteY27" fmla="*/ 2368727 h 6858001"/>
                <a:gd name="connsiteX28" fmla="*/ 572364 w 6264586"/>
                <a:gd name="connsiteY28" fmla="*/ 2701140 h 6858001"/>
                <a:gd name="connsiteX29" fmla="*/ 532497 w 6264586"/>
                <a:gd name="connsiteY29" fmla="*/ 2786265 h 6858001"/>
                <a:gd name="connsiteX30" fmla="*/ 512918 w 6264586"/>
                <a:gd name="connsiteY30" fmla="*/ 2828827 h 6858001"/>
                <a:gd name="connsiteX31" fmla="*/ 494475 w 6264586"/>
                <a:gd name="connsiteY31" fmla="*/ 2872240 h 6858001"/>
                <a:gd name="connsiteX32" fmla="*/ 491637 w 6264586"/>
                <a:gd name="connsiteY32" fmla="*/ 2878908 h 6858001"/>
                <a:gd name="connsiteX33" fmla="*/ 459290 w 6264586"/>
                <a:gd name="connsiteY33" fmla="*/ 2959635 h 6858001"/>
                <a:gd name="connsiteX34" fmla="*/ 446805 w 6264586"/>
                <a:gd name="connsiteY34" fmla="*/ 2992408 h 6858001"/>
                <a:gd name="connsiteX35" fmla="*/ 426090 w 6264586"/>
                <a:gd name="connsiteY35" fmla="*/ 3049158 h 6858001"/>
                <a:gd name="connsiteX36" fmla="*/ 426090 w 6264586"/>
                <a:gd name="connsiteY36" fmla="*/ 3049867 h 6858001"/>
                <a:gd name="connsiteX37" fmla="*/ 318124 w 6264586"/>
                <a:gd name="connsiteY37" fmla="*/ 3414202 h 6858001"/>
                <a:gd name="connsiteX38" fmla="*/ 230729 w 6264586"/>
                <a:gd name="connsiteY38" fmla="*/ 4169260 h 6858001"/>
                <a:gd name="connsiteX39" fmla="*/ 268893 w 6264586"/>
                <a:gd name="connsiteY39" fmla="*/ 4544236 h 6858001"/>
                <a:gd name="connsiteX40" fmla="*/ 379840 w 6264586"/>
                <a:gd name="connsiteY40" fmla="*/ 4900056 h 6858001"/>
                <a:gd name="connsiteX41" fmla="*/ 406512 w 6264586"/>
                <a:gd name="connsiteY41" fmla="*/ 4960211 h 6858001"/>
                <a:gd name="connsiteX42" fmla="*/ 417862 w 6264586"/>
                <a:gd name="connsiteY42" fmla="*/ 4984613 h 6858001"/>
                <a:gd name="connsiteX43" fmla="*/ 428077 w 6264586"/>
                <a:gd name="connsiteY43" fmla="*/ 5005043 h 6858001"/>
                <a:gd name="connsiteX44" fmla="*/ 460140 w 6264586"/>
                <a:gd name="connsiteY44" fmla="*/ 5067327 h 6858001"/>
                <a:gd name="connsiteX45" fmla="*/ 555197 w 6264586"/>
                <a:gd name="connsiteY45" fmla="*/ 5229773 h 6858001"/>
                <a:gd name="connsiteX46" fmla="*/ 660611 w 6264586"/>
                <a:gd name="connsiteY46" fmla="*/ 5387396 h 6858001"/>
                <a:gd name="connsiteX47" fmla="*/ 774110 w 6264586"/>
                <a:gd name="connsiteY47" fmla="*/ 5542182 h 6858001"/>
                <a:gd name="connsiteX48" fmla="*/ 917829 w 6264586"/>
                <a:gd name="connsiteY48" fmla="*/ 5727896 h 6858001"/>
                <a:gd name="connsiteX49" fmla="*/ 1012885 w 6264586"/>
                <a:gd name="connsiteY49" fmla="*/ 5849767 h 6858001"/>
                <a:gd name="connsiteX50" fmla="*/ 1133053 w 6264586"/>
                <a:gd name="connsiteY50" fmla="*/ 6006822 h 6858001"/>
                <a:gd name="connsiteX51" fmla="*/ 1194343 w 6264586"/>
                <a:gd name="connsiteY51" fmla="*/ 6090245 h 6858001"/>
                <a:gd name="connsiteX52" fmla="*/ 1249390 w 6264586"/>
                <a:gd name="connsiteY52" fmla="*/ 6165155 h 6858001"/>
                <a:gd name="connsiteX53" fmla="*/ 1345724 w 6264586"/>
                <a:gd name="connsiteY53" fmla="*/ 6292132 h 6858001"/>
                <a:gd name="connsiteX54" fmla="*/ 1364310 w 6264586"/>
                <a:gd name="connsiteY54" fmla="*/ 6316251 h 6858001"/>
                <a:gd name="connsiteX55" fmla="*/ 1373673 w 6264586"/>
                <a:gd name="connsiteY55" fmla="*/ 6327885 h 6858001"/>
                <a:gd name="connsiteX56" fmla="*/ 1484619 w 6264586"/>
                <a:gd name="connsiteY56" fmla="*/ 6462240 h 6858001"/>
                <a:gd name="connsiteX57" fmla="*/ 1739000 w 6264586"/>
                <a:gd name="connsiteY57" fmla="*/ 6737335 h 6858001"/>
                <a:gd name="connsiteX58" fmla="*/ 1866801 w 6264586"/>
                <a:gd name="connsiteY58" fmla="*/ 6858001 h 6858001"/>
                <a:gd name="connsiteX59" fmla="*/ 1144149 w 6264586"/>
                <a:gd name="connsiteY59" fmla="*/ 6858001 h 6858001"/>
                <a:gd name="connsiteX60" fmla="*/ 1058349 w 6264586"/>
                <a:gd name="connsiteY60" fmla="*/ 6766452 h 6858001"/>
                <a:gd name="connsiteX61" fmla="*/ 580309 w 6264586"/>
                <a:gd name="connsiteY61" fmla="*/ 6105000 h 6858001"/>
                <a:gd name="connsiteX62" fmla="*/ 1 w 6264586"/>
                <a:gd name="connsiteY62" fmla="*/ 3960094 h 6858001"/>
                <a:gd name="connsiteX63" fmla="*/ 2599292 w 6264586"/>
                <a:gd name="connsiteY63" fmla="*/ 37050 h 6858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</a:cxnLst>
              <a:rect l="l" t="t" r="r" b="b"/>
              <a:pathLst>
                <a:path w="6264586" h="6858001">
                  <a:moveTo>
                    <a:pt x="6264586" y="6646464"/>
                  </a:moveTo>
                  <a:lnTo>
                    <a:pt x="6264586" y="6858001"/>
                  </a:lnTo>
                  <a:lnTo>
                    <a:pt x="5997170" y="6858001"/>
                  </a:lnTo>
                  <a:lnTo>
                    <a:pt x="6121512" y="6761029"/>
                  </a:lnTo>
                  <a:close/>
                  <a:moveTo>
                    <a:pt x="2693206" y="0"/>
                  </a:moveTo>
                  <a:lnTo>
                    <a:pt x="5872285" y="0"/>
                  </a:lnTo>
                  <a:lnTo>
                    <a:pt x="6024875" y="68385"/>
                  </a:lnTo>
                  <a:cubicBezTo>
                    <a:pt x="6086250" y="97989"/>
                    <a:pt x="6146793" y="129318"/>
                    <a:pt x="6206432" y="162336"/>
                  </a:cubicBezTo>
                  <a:lnTo>
                    <a:pt x="6264586" y="196704"/>
                  </a:lnTo>
                  <a:lnTo>
                    <a:pt x="6264586" y="537242"/>
                  </a:lnTo>
                  <a:lnTo>
                    <a:pt x="6230189" y="517260"/>
                  </a:lnTo>
                  <a:cubicBezTo>
                    <a:pt x="6012226" y="399931"/>
                    <a:pt x="5780573" y="310008"/>
                    <a:pt x="5540536" y="249543"/>
                  </a:cubicBezTo>
                  <a:cubicBezTo>
                    <a:pt x="5421375" y="219324"/>
                    <a:pt x="5300641" y="195644"/>
                    <a:pt x="5178896" y="178606"/>
                  </a:cubicBezTo>
                  <a:cubicBezTo>
                    <a:pt x="5057977" y="161840"/>
                    <a:pt x="4936276" y="151186"/>
                    <a:pt x="4814279" y="146683"/>
                  </a:cubicBezTo>
                  <a:cubicBezTo>
                    <a:pt x="4761501" y="144556"/>
                    <a:pt x="4708015" y="143421"/>
                    <a:pt x="4655095" y="143421"/>
                  </a:cubicBezTo>
                  <a:cubicBezTo>
                    <a:pt x="4462968" y="143573"/>
                    <a:pt x="4271111" y="157799"/>
                    <a:pt x="4081069" y="185983"/>
                  </a:cubicBezTo>
                  <a:cubicBezTo>
                    <a:pt x="3956361" y="205703"/>
                    <a:pt x="3835058" y="229396"/>
                    <a:pt x="3720566" y="256921"/>
                  </a:cubicBezTo>
                  <a:cubicBezTo>
                    <a:pt x="3596708" y="286714"/>
                    <a:pt x="3477677" y="320905"/>
                    <a:pt x="3365879" y="357651"/>
                  </a:cubicBezTo>
                  <a:cubicBezTo>
                    <a:pt x="3249257" y="395958"/>
                    <a:pt x="3133487" y="438945"/>
                    <a:pt x="3020555" y="486190"/>
                  </a:cubicBezTo>
                  <a:cubicBezTo>
                    <a:pt x="2907623" y="533434"/>
                    <a:pt x="2794832" y="585786"/>
                    <a:pt x="2685163" y="641542"/>
                  </a:cubicBezTo>
                  <a:cubicBezTo>
                    <a:pt x="2463995" y="754348"/>
                    <a:pt x="2250998" y="882488"/>
                    <a:pt x="2047720" y="1025030"/>
                  </a:cubicBezTo>
                  <a:cubicBezTo>
                    <a:pt x="2006151" y="1054399"/>
                    <a:pt x="1951528" y="1093415"/>
                    <a:pt x="1897333" y="1134983"/>
                  </a:cubicBezTo>
                  <a:cubicBezTo>
                    <a:pt x="1876761" y="1150164"/>
                    <a:pt x="1855905" y="1166479"/>
                    <a:pt x="1835758" y="1182227"/>
                  </a:cubicBezTo>
                  <a:lnTo>
                    <a:pt x="1823273" y="1192016"/>
                  </a:lnTo>
                  <a:cubicBezTo>
                    <a:pt x="1797027" y="1211879"/>
                    <a:pt x="1772057" y="1232309"/>
                    <a:pt x="1750918" y="1249760"/>
                  </a:cubicBezTo>
                  <a:cubicBezTo>
                    <a:pt x="1645931" y="1335737"/>
                    <a:pt x="1554422" y="1416605"/>
                    <a:pt x="1469297" y="1496906"/>
                  </a:cubicBezTo>
                  <a:cubicBezTo>
                    <a:pt x="1286595" y="1668957"/>
                    <a:pt x="1118818" y="1856190"/>
                    <a:pt x="967769" y="2056602"/>
                  </a:cubicBezTo>
                  <a:cubicBezTo>
                    <a:pt x="890731" y="2159603"/>
                    <a:pt x="818800" y="2264590"/>
                    <a:pt x="754105" y="2368727"/>
                  </a:cubicBezTo>
                  <a:cubicBezTo>
                    <a:pt x="681749" y="2488328"/>
                    <a:pt x="622304" y="2596720"/>
                    <a:pt x="572364" y="2701140"/>
                  </a:cubicBezTo>
                  <a:cubicBezTo>
                    <a:pt x="557609" y="2730507"/>
                    <a:pt x="543989" y="2760443"/>
                    <a:pt x="532497" y="2786265"/>
                  </a:cubicBezTo>
                  <a:lnTo>
                    <a:pt x="512918" y="2828827"/>
                  </a:lnTo>
                  <a:lnTo>
                    <a:pt x="494475" y="2872240"/>
                  </a:lnTo>
                  <a:lnTo>
                    <a:pt x="491637" y="2878908"/>
                  </a:lnTo>
                  <a:cubicBezTo>
                    <a:pt x="480146" y="2906575"/>
                    <a:pt x="469220" y="2932821"/>
                    <a:pt x="459290" y="2959635"/>
                  </a:cubicBezTo>
                  <a:cubicBezTo>
                    <a:pt x="455176" y="2970559"/>
                    <a:pt x="451060" y="2981484"/>
                    <a:pt x="446805" y="2992408"/>
                  </a:cubicBezTo>
                  <a:cubicBezTo>
                    <a:pt x="439427" y="3012412"/>
                    <a:pt x="432333" y="3030572"/>
                    <a:pt x="426090" y="3049158"/>
                  </a:cubicBezTo>
                  <a:lnTo>
                    <a:pt x="426090" y="3049867"/>
                  </a:lnTo>
                  <a:cubicBezTo>
                    <a:pt x="383010" y="3169099"/>
                    <a:pt x="346959" y="3290756"/>
                    <a:pt x="318124" y="3414202"/>
                  </a:cubicBezTo>
                  <a:cubicBezTo>
                    <a:pt x="260107" y="3661703"/>
                    <a:pt x="230780" y="3915049"/>
                    <a:pt x="230729" y="4169260"/>
                  </a:cubicBezTo>
                  <a:cubicBezTo>
                    <a:pt x="231621" y="4295173"/>
                    <a:pt x="244398" y="4420719"/>
                    <a:pt x="268893" y="4544236"/>
                  </a:cubicBezTo>
                  <a:cubicBezTo>
                    <a:pt x="293708" y="4666304"/>
                    <a:pt x="330882" y="4785521"/>
                    <a:pt x="379840" y="4900056"/>
                  </a:cubicBezTo>
                  <a:cubicBezTo>
                    <a:pt x="387926" y="4919919"/>
                    <a:pt x="397006" y="4939498"/>
                    <a:pt x="406512" y="4960211"/>
                  </a:cubicBezTo>
                  <a:cubicBezTo>
                    <a:pt x="410343" y="4968299"/>
                    <a:pt x="414173" y="4976385"/>
                    <a:pt x="417862" y="4984613"/>
                  </a:cubicBezTo>
                  <a:lnTo>
                    <a:pt x="428077" y="5005043"/>
                  </a:lnTo>
                  <a:cubicBezTo>
                    <a:pt x="438860" y="5026751"/>
                    <a:pt x="449075" y="5047181"/>
                    <a:pt x="460140" y="5067327"/>
                  </a:cubicBezTo>
                  <a:cubicBezTo>
                    <a:pt x="485536" y="5116273"/>
                    <a:pt x="514763" y="5165789"/>
                    <a:pt x="555197" y="5229773"/>
                  </a:cubicBezTo>
                  <a:cubicBezTo>
                    <a:pt x="586836" y="5280282"/>
                    <a:pt x="620318" y="5329511"/>
                    <a:pt x="660611" y="5387396"/>
                  </a:cubicBezTo>
                  <a:cubicBezTo>
                    <a:pt x="698065" y="5440741"/>
                    <a:pt x="737223" y="5493094"/>
                    <a:pt x="774110" y="5542182"/>
                  </a:cubicBezTo>
                  <a:cubicBezTo>
                    <a:pt x="821070" y="5604324"/>
                    <a:pt x="870301" y="5667173"/>
                    <a:pt x="917829" y="5727896"/>
                  </a:cubicBezTo>
                  <a:cubicBezTo>
                    <a:pt x="949042" y="5767762"/>
                    <a:pt x="979828" y="5807063"/>
                    <a:pt x="1012885" y="5849767"/>
                  </a:cubicBezTo>
                  <a:cubicBezTo>
                    <a:pt x="1045942" y="5892471"/>
                    <a:pt x="1089497" y="5948796"/>
                    <a:pt x="1133053" y="6006822"/>
                  </a:cubicBezTo>
                  <a:cubicBezTo>
                    <a:pt x="1153624" y="6034345"/>
                    <a:pt x="1175332" y="6063998"/>
                    <a:pt x="1194343" y="6090245"/>
                  </a:cubicBezTo>
                  <a:cubicBezTo>
                    <a:pt x="1213355" y="6116491"/>
                    <a:pt x="1231372" y="6141178"/>
                    <a:pt x="1249390" y="6165155"/>
                  </a:cubicBezTo>
                  <a:cubicBezTo>
                    <a:pt x="1280461" y="6208000"/>
                    <a:pt x="1313659" y="6250847"/>
                    <a:pt x="1345724" y="6292132"/>
                  </a:cubicBezTo>
                  <a:lnTo>
                    <a:pt x="1364310" y="6316251"/>
                  </a:lnTo>
                  <a:lnTo>
                    <a:pt x="1373673" y="6327885"/>
                  </a:lnTo>
                  <a:cubicBezTo>
                    <a:pt x="1409566" y="6372433"/>
                    <a:pt x="1446738" y="6418542"/>
                    <a:pt x="1484619" y="6462240"/>
                  </a:cubicBezTo>
                  <a:cubicBezTo>
                    <a:pt x="1567899" y="6559850"/>
                    <a:pt x="1653876" y="6652211"/>
                    <a:pt x="1739000" y="6737335"/>
                  </a:cubicBezTo>
                  <a:lnTo>
                    <a:pt x="1866801" y="6858001"/>
                  </a:lnTo>
                  <a:lnTo>
                    <a:pt x="1144149" y="6858001"/>
                  </a:lnTo>
                  <a:lnTo>
                    <a:pt x="1058349" y="6766452"/>
                  </a:lnTo>
                  <a:cubicBezTo>
                    <a:pt x="878978" y="6562465"/>
                    <a:pt x="718756" y="6341104"/>
                    <a:pt x="580309" y="6105000"/>
                  </a:cubicBezTo>
                  <a:cubicBezTo>
                    <a:pt x="200401" y="5454007"/>
                    <a:pt x="146" y="4713831"/>
                    <a:pt x="1" y="3960094"/>
                  </a:cubicBezTo>
                  <a:cubicBezTo>
                    <a:pt x="-335" y="2196754"/>
                    <a:pt x="1071479" y="683605"/>
                    <a:pt x="2599292" y="3705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  <p:sp>
        <p:nvSpPr>
          <p:cNvPr id="4" name="Subtitle 2">
            <a:extLst>
              <a:ext uri="{FF2B5EF4-FFF2-40B4-BE49-F238E27FC236}">
                <a16:creationId xmlns:a16="http://schemas.microsoft.com/office/drawing/2014/main" id="{64D74986-6B0E-D8DD-FDC1-77E27A1E2E0F}"/>
              </a:ext>
            </a:extLst>
          </p:cNvPr>
          <p:cNvSpPr txBox="1">
            <a:spLocks/>
          </p:cNvSpPr>
          <p:nvPr/>
        </p:nvSpPr>
        <p:spPr>
          <a:xfrm>
            <a:off x="7164708" y="-5979"/>
            <a:ext cx="4805691" cy="8388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s-ES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Empezamos en unos minutos</a:t>
            </a:r>
          </a:p>
        </p:txBody>
      </p:sp>
    </p:spTree>
    <p:extLst>
      <p:ext uri="{BB962C8B-B14F-4D97-AF65-F5344CB8AC3E}">
        <p14:creationId xmlns:p14="http://schemas.microsoft.com/office/powerpoint/2010/main" val="29909496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6" dur="2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Placeholder 31" descr="Imagen ilustrativa relacionada con Carmela Quijano">
            <a:extLst>
              <a:ext uri="{FF2B5EF4-FFF2-40B4-BE49-F238E27FC236}">
                <a16:creationId xmlns:a16="http://schemas.microsoft.com/office/drawing/2014/main" id="{B8D389C8-C806-03B3-F660-39704F89153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69505" y="3951859"/>
            <a:ext cx="1127593" cy="1127593"/>
          </a:xfrm>
          <a:prstGeom prst="rect">
            <a:avLst/>
          </a:prstGeom>
        </p:spPr>
      </p:pic>
      <p:pic>
        <p:nvPicPr>
          <p:cNvPr id="4" name="Picture Placeholder 24" descr="Imagen ilustrativa relacionada con Carmela Quijano">
            <a:extLst>
              <a:ext uri="{FF2B5EF4-FFF2-40B4-BE49-F238E27FC236}">
                <a16:creationId xmlns:a16="http://schemas.microsoft.com/office/drawing/2014/main" id="{17869151-E73C-4257-09FC-700E09F86F0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73" b="73"/>
          <a:stretch/>
        </p:blipFill>
        <p:spPr>
          <a:xfrm>
            <a:off x="1753305" y="5331080"/>
            <a:ext cx="1081088" cy="1079500"/>
          </a:xfrm>
          <a:prstGeom prst="rect">
            <a:avLst/>
          </a:prstGeom>
        </p:spPr>
      </p:pic>
      <p:pic>
        <p:nvPicPr>
          <p:cNvPr id="5" name="Picture Placeholder 4" descr="Imagen ilustrativa relacionada con Carmela Quijano">
            <a:extLst>
              <a:ext uri="{FF2B5EF4-FFF2-40B4-BE49-F238E27FC236}">
                <a16:creationId xmlns:a16="http://schemas.microsoft.com/office/drawing/2014/main" id="{1252373A-E3D0-D9AE-EED1-6FCDA50038FF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23503" r="24732"/>
          <a:stretch>
            <a:fillRect/>
          </a:stretch>
        </p:blipFill>
        <p:spPr>
          <a:xfrm>
            <a:off x="315215" y="5330580"/>
            <a:ext cx="1062215" cy="1080000"/>
          </a:xfrm>
          <a:prstGeom prst="rect">
            <a:avLst/>
          </a:prstGeom>
        </p:spPr>
      </p:pic>
      <p:pic>
        <p:nvPicPr>
          <p:cNvPr id="6" name="Picture Placeholder 16" descr="Imagen ilustrativa relacionada con Carmela Quijano">
            <a:extLst>
              <a:ext uri="{FF2B5EF4-FFF2-40B4-BE49-F238E27FC236}">
                <a16:creationId xmlns:a16="http://schemas.microsoft.com/office/drawing/2014/main" id="{8C93F2BC-25B4-AD6A-E31D-E1E25B70B33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837473B0-CC2E-450A-ABE3-18F120FF3D39}">
                <a1611:picAttrSrcUrl xmlns:a1611="http://schemas.microsoft.com/office/drawing/2016/11/main" r:id="rId8"/>
              </a:ext>
            </a:extLst>
          </a:blip>
          <a:srcRect t="73" b="73"/>
          <a:stretch>
            <a:fillRect/>
          </a:stretch>
        </p:blipFill>
        <p:spPr>
          <a:xfrm>
            <a:off x="4111660" y="3990300"/>
            <a:ext cx="1081087" cy="1079500"/>
          </a:xfrm>
          <a:prstGeom prst="rect">
            <a:avLst/>
          </a:prstGeom>
        </p:spPr>
      </p:pic>
      <p:pic>
        <p:nvPicPr>
          <p:cNvPr id="7" name="Picture Placeholder 14" descr="Imagen ilustrativa relacionada con Carmela Quijano">
            <a:extLst>
              <a:ext uri="{FF2B5EF4-FFF2-40B4-BE49-F238E27FC236}">
                <a16:creationId xmlns:a16="http://schemas.microsoft.com/office/drawing/2014/main" id="{6DCB166C-7BDC-2C35-0F5D-06D2352BDBA4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2654303" y="3967558"/>
            <a:ext cx="1079500" cy="1079500"/>
          </a:xfrm>
          <a:prstGeom prst="rect">
            <a:avLst/>
          </a:prstGeom>
        </p:spPr>
      </p:pic>
      <p:pic>
        <p:nvPicPr>
          <p:cNvPr id="8" name="Picture Placeholder 27" descr="Imagen ilustrativa relacionada con Carmela Quijano">
            <a:extLst>
              <a:ext uri="{FF2B5EF4-FFF2-40B4-BE49-F238E27FC236}">
                <a16:creationId xmlns:a16="http://schemas.microsoft.com/office/drawing/2014/main" id="{1FDCE873-4863-2ED3-3166-05A3E4EB4CEE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4821566" y="5283012"/>
            <a:ext cx="1079500" cy="1079500"/>
          </a:xfrm>
          <a:prstGeom prst="rect">
            <a:avLst/>
          </a:prstGeom>
        </p:spPr>
      </p:pic>
      <p:pic>
        <p:nvPicPr>
          <p:cNvPr id="9" name="Picture Placeholder 22" descr="Imagen ilustrativa relacionada con Carmela Quijano">
            <a:extLst>
              <a:ext uri="{FF2B5EF4-FFF2-40B4-BE49-F238E27FC236}">
                <a16:creationId xmlns:a16="http://schemas.microsoft.com/office/drawing/2014/main" id="{8B582A76-4F7C-D287-D913-6B7BC85749A6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7160654" y="3999952"/>
            <a:ext cx="1079500" cy="1079500"/>
          </a:xfrm>
          <a:prstGeom prst="rect">
            <a:avLst/>
          </a:prstGeom>
        </p:spPr>
      </p:pic>
      <p:pic>
        <p:nvPicPr>
          <p:cNvPr id="11" name="Picture 6" descr="Imagen ilustrativa relacionada con Carmela Quijano">
            <a:extLst>
              <a:ext uri="{FF2B5EF4-FFF2-40B4-BE49-F238E27FC236}">
                <a16:creationId xmlns:a16="http://schemas.microsoft.com/office/drawing/2014/main" id="{A787D9A0-E1D1-BFBA-C024-3833A05E97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20978" y="5331732"/>
            <a:ext cx="1080000" cy="10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6" descr="Imagen ilustrativa relacionada con Carmela Quijano">
            <a:extLst>
              <a:ext uri="{FF2B5EF4-FFF2-40B4-BE49-F238E27FC236}">
                <a16:creationId xmlns:a16="http://schemas.microsoft.com/office/drawing/2014/main" id="{C9BE0A39-D2B3-2236-56BA-4E86398F6B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/>
          <a:srcRect/>
          <a:stretch/>
        </p:blipFill>
        <p:spPr bwMode="auto">
          <a:xfrm>
            <a:off x="10846728" y="5331732"/>
            <a:ext cx="1080000" cy="10788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6" descr="Imagen ilustrativa relacionada con Carmela Quijano">
            <a:extLst>
              <a:ext uri="{FF2B5EF4-FFF2-40B4-BE49-F238E27FC236}">
                <a16:creationId xmlns:a16="http://schemas.microsoft.com/office/drawing/2014/main" id="{F4D2CAF0-FCAE-16DD-5EB3-E4E5B1F35F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/>
          <a:srcRect/>
          <a:stretch/>
        </p:blipFill>
        <p:spPr bwMode="auto">
          <a:xfrm>
            <a:off x="9351021" y="5331732"/>
            <a:ext cx="1045664" cy="10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0" descr="Imagen ilustrativa relacionada con Carmela Quijano">
            <a:extLst>
              <a:ext uri="{FF2B5EF4-FFF2-40B4-BE49-F238E27FC236}">
                <a16:creationId xmlns:a16="http://schemas.microsoft.com/office/drawing/2014/main" id="{A47611EB-1922-D0AE-B630-02FD9E2F8A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90935" y="5331732"/>
            <a:ext cx="1080000" cy="10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Placeholder 22" descr="Imagen ilustrativa relacionada con Carmela Quijano">
            <a:extLst>
              <a:ext uri="{FF2B5EF4-FFF2-40B4-BE49-F238E27FC236}">
                <a16:creationId xmlns:a16="http://schemas.microsoft.com/office/drawing/2014/main" id="{AB78E5C7-EDAA-8927-E476-B2DA6FE74CC8}"/>
              </a:ext>
            </a:extLst>
          </p:cNvPr>
          <p:cNvPicPr>
            <a:picLocks noChangeAspect="1"/>
          </p:cNvPicPr>
          <p:nvPr/>
        </p:nvPicPr>
        <p:blipFill>
          <a:blip r:embed="rId16"/>
          <a:srcRect/>
          <a:stretch/>
        </p:blipFill>
        <p:spPr>
          <a:xfrm>
            <a:off x="8525904" y="3967558"/>
            <a:ext cx="1079500" cy="1079500"/>
          </a:xfrm>
          <a:prstGeom prst="rect">
            <a:avLst/>
          </a:prstGeom>
          <a:noFill/>
        </p:spPr>
      </p:pic>
      <p:pic>
        <p:nvPicPr>
          <p:cNvPr id="16" name="Picture 15" descr="Imagen ilustrativa relacionada con Carmela Quijano">
            <a:extLst>
              <a:ext uri="{FF2B5EF4-FFF2-40B4-BE49-F238E27FC236}">
                <a16:creationId xmlns:a16="http://schemas.microsoft.com/office/drawing/2014/main" id="{79C017A9-A178-2AB8-632F-A7CF88946C12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248802" y="5283013"/>
            <a:ext cx="1079499" cy="1079499"/>
          </a:xfrm>
          <a:prstGeom prst="rect">
            <a:avLst/>
          </a:prstGeom>
        </p:spPr>
      </p:pic>
      <p:sp>
        <p:nvSpPr>
          <p:cNvPr id="17" name="Rounded Rectangle 3_1">
            <a:extLst>
              <a:ext uri="{FF2B5EF4-FFF2-40B4-BE49-F238E27FC236}">
                <a16:creationId xmlns:a16="http://schemas.microsoft.com/office/drawing/2014/main" id="{9C0C8499-9354-BF50-BD40-299FDE2CD005}"/>
              </a:ext>
            </a:extLst>
          </p:cNvPr>
          <p:cNvSpPr/>
          <p:nvPr/>
        </p:nvSpPr>
        <p:spPr>
          <a:xfrm>
            <a:off x="264300" y="362446"/>
            <a:ext cx="9341103" cy="3414641"/>
          </a:xfrm>
          <a:prstGeom prst="roundRect">
            <a:avLst>
              <a:gd name="adj" fmla="val 3632"/>
            </a:avLst>
          </a:prstGeom>
          <a:noFill/>
          <a:ln>
            <a:noFill/>
          </a:ln>
          <a:effectLst>
            <a:outerShdw blurRad="127000" dist="38100" dir="8100000" sx="101000" sy="101000" algn="tr" rotWithShape="0">
              <a:srgbClr val="E2E8F0">
                <a:alpha val="6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74320" rtlCol="0" anchor="ctr"/>
          <a:lstStyle/>
          <a:p>
            <a:pPr lvl="0" defTabSz="932742">
              <a:spcBef>
                <a:spcPts val="1200"/>
              </a:spcBef>
              <a:spcAft>
                <a:spcPct val="0"/>
              </a:spcAft>
              <a:defRPr/>
            </a:pPr>
            <a:r>
              <a:rPr lang="es-ES" sz="3600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/>
                <a:cs typeface="Segoe UI Semibold" panose="020B0702040204020203" pitchFamily="34" charset="0"/>
              </a:rPr>
              <a:t>Carmela Quijano</a:t>
            </a:r>
          </a:p>
          <a:p>
            <a:pPr marL="0" marR="0" lvl="0" indent="0" defTabSz="932742" eaLnBrk="1" fontAlgn="auto" latinLnBrk="0" hangingPunct="1">
              <a:lnSpc>
                <a:spcPct val="100000"/>
              </a:lnSpc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s-ES" b="0" strike="noStrike" cap="none" baseline="0" dirty="0">
                <a:solidFill>
                  <a:srgbClr val="1E293B"/>
                </a:solidFill>
                <a:effectLst/>
                <a:latin typeface="Segoe UI"/>
                <a:ea typeface="Segoe UI"/>
                <a:cs typeface="Segoe UI"/>
              </a:rPr>
              <a:t>Microsoft </a:t>
            </a:r>
            <a:r>
              <a:rPr lang="es-ES" b="0" strike="noStrike" cap="none" baseline="0" dirty="0" err="1">
                <a:solidFill>
                  <a:srgbClr val="1E293B"/>
                </a:solidFill>
                <a:effectLst/>
                <a:latin typeface="Segoe UI"/>
                <a:ea typeface="Segoe UI"/>
                <a:cs typeface="Segoe UI"/>
              </a:rPr>
              <a:t>Certified</a:t>
            </a:r>
            <a:r>
              <a:rPr lang="es-ES" b="0" strike="noStrike" cap="none" baseline="0" dirty="0">
                <a:solidFill>
                  <a:srgbClr val="1E293B"/>
                </a:solidFill>
                <a:effectLst/>
                <a:latin typeface="Segoe UI"/>
                <a:ea typeface="Segoe UI"/>
                <a:cs typeface="Segoe UI"/>
              </a:rPr>
              <a:t> Trainer</a:t>
            </a:r>
            <a:endParaRPr lang="es-ES" sz="1600" dirty="0">
              <a:solidFill>
                <a:srgbClr val="1E293B"/>
              </a:solidFill>
              <a:latin typeface="Segoe UI"/>
              <a:ea typeface="Segoe UI"/>
              <a:cs typeface="Segoe UI"/>
            </a:endParaRPr>
          </a:p>
          <a:p>
            <a:pPr marL="285750" lvl="0" indent="-285750" defTabSz="932742">
              <a:spcBef>
                <a:spcPts val="1200"/>
              </a:spcBef>
              <a:spcAft>
                <a:spcPct val="0"/>
              </a:spcAft>
              <a:buFont typeface="Segoe UI" panose="020B0604020202020204" pitchFamily="34" charset="0"/>
              <a:buChar char="•"/>
              <a:defRPr/>
            </a:pPr>
            <a:r>
              <a:rPr lang="es-ES" sz="1600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Más de </a:t>
            </a:r>
            <a:r>
              <a:rPr lang="es-ES" sz="1600" dirty="0">
                <a:solidFill>
                  <a:srgbClr val="1E293B"/>
                </a:solidFill>
                <a:latin typeface="Segoe UI Semibold" panose="020B0702040204020203" pitchFamily="34" charset="0"/>
                <a:ea typeface="Segoe UI"/>
                <a:cs typeface="Segoe UI Semibold" panose="020B0702040204020203" pitchFamily="34" charset="0"/>
              </a:rPr>
              <a:t>10 años </a:t>
            </a:r>
            <a:r>
              <a:rPr lang="es-ES" sz="1600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de experiencia en formación</a:t>
            </a:r>
          </a:p>
          <a:p>
            <a:pPr marL="285750" lvl="0" indent="-285750" defTabSz="932742">
              <a:spcBef>
                <a:spcPts val="1200"/>
              </a:spcBef>
              <a:spcAft>
                <a:spcPct val="0"/>
              </a:spcAft>
              <a:buFont typeface="Segoe UI" panose="020B0604020202020204" pitchFamily="34" charset="0"/>
              <a:buChar char="•"/>
              <a:defRPr/>
            </a:pPr>
            <a:r>
              <a:rPr lang="es-ES" sz="1600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Microsoft </a:t>
            </a:r>
            <a:r>
              <a:rPr lang="es-ES" sz="1600" dirty="0" err="1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Certified</a:t>
            </a:r>
            <a:r>
              <a:rPr lang="es-ES" sz="1600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 Trainer desde 2022</a:t>
            </a:r>
          </a:p>
          <a:p>
            <a:pPr marL="285750" lvl="0" indent="-285750" defTabSz="932742">
              <a:spcBef>
                <a:spcPts val="1200"/>
              </a:spcBef>
              <a:spcAft>
                <a:spcPct val="0"/>
              </a:spcAft>
              <a:buFont typeface="Segoe UI" panose="020B0604020202020204" pitchFamily="34" charset="0"/>
              <a:buChar char="•"/>
              <a:defRPr/>
            </a:pPr>
            <a:r>
              <a:rPr lang="es-ES" sz="1600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Especializada en datos: </a:t>
            </a:r>
            <a:r>
              <a:rPr lang="es-ES" sz="1600" dirty="0">
                <a:solidFill>
                  <a:srgbClr val="1E293B"/>
                </a:solidFill>
                <a:latin typeface="Segoe UI Semibold" panose="020B0702040204020203" pitchFamily="34" charset="0"/>
                <a:ea typeface="Segoe UI"/>
                <a:cs typeface="Segoe UI Semibold" panose="020B0702040204020203" pitchFamily="34" charset="0"/>
              </a:rPr>
              <a:t>data </a:t>
            </a:r>
            <a:r>
              <a:rPr lang="es-ES" sz="1600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"/>
                <a:cs typeface="Segoe UI Semibold" panose="020B0702040204020203" pitchFamily="34" charset="0"/>
              </a:rPr>
              <a:t>science</a:t>
            </a:r>
            <a:r>
              <a:rPr lang="es-ES" sz="1600" dirty="0">
                <a:solidFill>
                  <a:srgbClr val="1E293B"/>
                </a:solidFill>
                <a:latin typeface="Segoe UI Semibold" panose="020B0702040204020203" pitchFamily="34" charset="0"/>
                <a:ea typeface="Segoe UI"/>
                <a:cs typeface="Segoe UI Semibold" panose="020B0702040204020203" pitchFamily="34" charset="0"/>
              </a:rPr>
              <a:t>, IA y </a:t>
            </a:r>
            <a:r>
              <a:rPr lang="es-ES" sz="1600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"/>
                <a:cs typeface="Segoe UI Semibold" panose="020B0702040204020203" pitchFamily="34" charset="0"/>
              </a:rPr>
              <a:t>business</a:t>
            </a:r>
            <a:r>
              <a:rPr lang="es-ES" sz="1600" dirty="0">
                <a:solidFill>
                  <a:srgbClr val="1E293B"/>
                </a:solidFill>
                <a:latin typeface="Segoe UI Semibold" panose="020B0702040204020203" pitchFamily="34" charset="0"/>
                <a:ea typeface="Segoe UI"/>
                <a:cs typeface="Segoe UI Semibold" panose="020B0702040204020203" pitchFamily="34" charset="0"/>
              </a:rPr>
              <a:t> </a:t>
            </a:r>
            <a:r>
              <a:rPr lang="es-ES" sz="1600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"/>
                <a:cs typeface="Segoe UI Semibold" panose="020B0702040204020203" pitchFamily="34" charset="0"/>
              </a:rPr>
              <a:t>intelligence</a:t>
            </a:r>
            <a:endParaRPr lang="es-ES" sz="1600" dirty="0">
              <a:solidFill>
                <a:srgbClr val="1E293B"/>
              </a:solidFill>
              <a:latin typeface="Segoe UI"/>
              <a:ea typeface="Segoe UI"/>
              <a:cs typeface="Segoe UI"/>
            </a:endParaRPr>
          </a:p>
          <a:p>
            <a:pPr marL="285750" indent="-285750" defTabSz="932742">
              <a:spcBef>
                <a:spcPts val="1200"/>
              </a:spcBef>
              <a:spcAft>
                <a:spcPct val="0"/>
              </a:spcAft>
              <a:buFont typeface="Segoe UI" panose="020B0604020202020204" pitchFamily="34" charset="0"/>
              <a:buChar char="•"/>
              <a:defRPr/>
            </a:pPr>
            <a:endParaRPr lang="es-ES" sz="1600" b="1" dirty="0">
              <a:solidFill>
                <a:srgbClr val="1E293B"/>
              </a:solidFill>
              <a:latin typeface="Segoe UI"/>
              <a:ea typeface="Segoe UI"/>
              <a:cs typeface="Segoe UI"/>
            </a:endParaRPr>
          </a:p>
          <a:p>
            <a:pPr lvl="0" defTabSz="932742">
              <a:spcBef>
                <a:spcPts val="1200"/>
              </a:spcBef>
              <a:spcAft>
                <a:spcPct val="0"/>
              </a:spcAft>
              <a:defRPr/>
            </a:pPr>
            <a:r>
              <a:rPr lang="es-ES" sz="1400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LinkedIn: </a:t>
            </a:r>
            <a:r>
              <a:rPr lang="es-ES" sz="1400" b="1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www.linkedin.com/in/c-quijano</a:t>
            </a:r>
          </a:p>
        </p:txBody>
      </p:sp>
    </p:spTree>
    <p:custDataLst>
      <p:tags r:id="rId1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975360" y="487680"/>
            <a:ext cx="1024128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3600" b="1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Logística</a:t>
            </a:r>
            <a:endParaRPr lang="en-US" sz="3600" dirty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4" name="Shape 1"/>
          <p:cNvSpPr/>
          <p:nvPr/>
        </p:nvSpPr>
        <p:spPr>
          <a:xfrm>
            <a:off x="975360" y="1550000"/>
            <a:ext cx="3000000" cy="20500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353"/>
          </a:p>
        </p:txBody>
      </p:sp>
      <p:sp>
        <p:nvSpPr>
          <p:cNvPr id="5" name="Shape 2"/>
          <p:cNvSpPr/>
          <p:nvPr/>
        </p:nvSpPr>
        <p:spPr>
          <a:xfrm>
            <a:off x="2100360" y="1850000"/>
            <a:ext cx="750000" cy="750000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s-ES" sz="2353"/>
          </a:p>
        </p:txBody>
      </p:sp>
      <p:sp>
        <p:nvSpPr>
          <p:cNvPr id="6" name="Text 3"/>
          <p:cNvSpPr/>
          <p:nvPr/>
        </p:nvSpPr>
        <p:spPr>
          <a:xfrm>
            <a:off x="2100360" y="1850000"/>
            <a:ext cx="750000" cy="7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1175360" y="2800000"/>
            <a:ext cx="2600000" cy="6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Horario</a:t>
            </a:r>
            <a:r>
              <a:rPr lang="en-US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y </a:t>
            </a:r>
            <a:r>
              <a:rPr lang="en-US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descansos</a:t>
            </a:r>
            <a:endParaRPr lang="en-US" dirty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4596000" y="1550000"/>
            <a:ext cx="3000000" cy="20500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353" dirty="0"/>
          </a:p>
        </p:txBody>
      </p:sp>
      <p:sp>
        <p:nvSpPr>
          <p:cNvPr id="11" name="Shape 8"/>
          <p:cNvSpPr/>
          <p:nvPr/>
        </p:nvSpPr>
        <p:spPr>
          <a:xfrm>
            <a:off x="5721000" y="1850000"/>
            <a:ext cx="750000" cy="750000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s-ES" sz="2353"/>
          </a:p>
        </p:txBody>
      </p:sp>
      <p:sp>
        <p:nvSpPr>
          <p:cNvPr id="12" name="Text 9"/>
          <p:cNvSpPr/>
          <p:nvPr/>
        </p:nvSpPr>
        <p:spPr>
          <a:xfrm>
            <a:off x="5721000" y="1850000"/>
            <a:ext cx="750000" cy="7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endParaRPr lang="en-US" sz="2400" dirty="0"/>
          </a:p>
        </p:txBody>
      </p:sp>
      <p:sp>
        <p:nvSpPr>
          <p:cNvPr id="13" name="Text 10"/>
          <p:cNvSpPr/>
          <p:nvPr/>
        </p:nvSpPr>
        <p:spPr>
          <a:xfrm>
            <a:off x="4796000" y="2800000"/>
            <a:ext cx="2600000" cy="6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s-ES" b="1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Etiqueta virtual y preguntas</a:t>
            </a:r>
            <a:endParaRPr lang="en-US" dirty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8216640" y="1550000"/>
            <a:ext cx="3000000" cy="20500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353"/>
          </a:p>
        </p:txBody>
      </p:sp>
      <p:sp>
        <p:nvSpPr>
          <p:cNvPr id="17" name="Shape 14"/>
          <p:cNvSpPr/>
          <p:nvPr/>
        </p:nvSpPr>
        <p:spPr>
          <a:xfrm>
            <a:off x="9341640" y="1850000"/>
            <a:ext cx="750000" cy="750000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s-ES" sz="2353"/>
          </a:p>
        </p:txBody>
      </p:sp>
      <p:sp>
        <p:nvSpPr>
          <p:cNvPr id="18" name="Text 15"/>
          <p:cNvSpPr/>
          <p:nvPr/>
        </p:nvSpPr>
        <p:spPr>
          <a:xfrm>
            <a:off x="9341640" y="1850000"/>
            <a:ext cx="750000" cy="7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endParaRPr lang="en-US" sz="2400" dirty="0"/>
          </a:p>
        </p:txBody>
      </p:sp>
      <p:sp>
        <p:nvSpPr>
          <p:cNvPr id="19" name="Text 16"/>
          <p:cNvSpPr/>
          <p:nvPr/>
        </p:nvSpPr>
        <p:spPr>
          <a:xfrm>
            <a:off x="8416640" y="2800000"/>
            <a:ext cx="2600000" cy="6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 err="1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Encuesta</a:t>
            </a:r>
            <a:r>
              <a:rPr lang="en-US" b="1" dirty="0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 final</a:t>
            </a:r>
            <a:endParaRPr lang="en-US" dirty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pic>
        <p:nvPicPr>
          <p:cNvPr id="9" name="Graphic 8" descr="Icono ilustrativo en la diapositiva sobre Logística">
            <a:extLst>
              <a:ext uri="{FF2B5EF4-FFF2-40B4-BE49-F238E27FC236}">
                <a16:creationId xmlns:a16="http://schemas.microsoft.com/office/drawing/2014/main" id="{FEFDFA4D-8BF9-F1A8-C9D9-05E73C59FD4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26000" y="1955000"/>
            <a:ext cx="540000" cy="540000"/>
          </a:xfrm>
          <a:prstGeom prst="rect">
            <a:avLst/>
          </a:prstGeom>
        </p:spPr>
      </p:pic>
      <p:pic>
        <p:nvPicPr>
          <p:cNvPr id="15" name="Graphic 14" descr="Icono ilustrativo en la diapositiva sobre Logística">
            <a:extLst>
              <a:ext uri="{FF2B5EF4-FFF2-40B4-BE49-F238E27FC236}">
                <a16:creationId xmlns:a16="http://schemas.microsoft.com/office/drawing/2014/main" id="{9B94C19B-CC53-9EA0-2A58-810F117A5D9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205360" y="1955000"/>
            <a:ext cx="540000" cy="540000"/>
          </a:xfrm>
          <a:prstGeom prst="rect">
            <a:avLst/>
          </a:prstGeom>
        </p:spPr>
      </p:pic>
      <p:pic>
        <p:nvPicPr>
          <p:cNvPr id="21" name="Graphic 20" descr="Icono ilustrativo en la diapositiva sobre Logística">
            <a:extLst>
              <a:ext uri="{FF2B5EF4-FFF2-40B4-BE49-F238E27FC236}">
                <a16:creationId xmlns:a16="http://schemas.microsoft.com/office/drawing/2014/main" id="{9AFEA27D-C3AE-82AD-D489-DF4597CBF46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446640" y="1940000"/>
            <a:ext cx="540000" cy="540000"/>
          </a:xfrm>
          <a:prstGeom prst="rect">
            <a:avLst/>
          </a:prstGeom>
        </p:spPr>
      </p:pic>
      <p:sp>
        <p:nvSpPr>
          <p:cNvPr id="30" name="Shape 30"/>
          <p:cNvSpPr/>
          <p:nvPr/>
        </p:nvSpPr>
        <p:spPr>
          <a:xfrm>
            <a:off x="2785680" y="3900000"/>
            <a:ext cx="3000000" cy="20500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353"/>
          </a:p>
        </p:txBody>
      </p:sp>
      <p:sp>
        <p:nvSpPr>
          <p:cNvPr id="31" name="Shape 31"/>
          <p:cNvSpPr/>
          <p:nvPr/>
        </p:nvSpPr>
        <p:spPr>
          <a:xfrm>
            <a:off x="3910680" y="4200000"/>
            <a:ext cx="750000" cy="750000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s-ES" sz="2353"/>
          </a:p>
        </p:txBody>
      </p:sp>
      <p:sp>
        <p:nvSpPr>
          <p:cNvPr id="32" name="Text 32"/>
          <p:cNvSpPr/>
          <p:nvPr/>
        </p:nvSpPr>
        <p:spPr>
          <a:xfrm>
            <a:off x="3910680" y="4200000"/>
            <a:ext cx="750000" cy="7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s-ES" sz="2800" dirty="0">
                <a:solidFill>
                  <a:srgbClr val="FFFFFF"/>
                </a:solidFill>
                <a:latin typeface="Segoe UI Semibold" panose="020B0702040204020203" pitchFamily="34" charset="0"/>
              </a:rPr>
              <a:t>≡</a:t>
            </a:r>
            <a:endParaRPr lang="en-US" sz="2800" dirty="0"/>
          </a:p>
        </p:txBody>
      </p:sp>
      <p:sp>
        <p:nvSpPr>
          <p:cNvPr id="33" name="Text 33"/>
          <p:cNvSpPr/>
          <p:nvPr/>
        </p:nvSpPr>
        <p:spPr>
          <a:xfrm>
            <a:off x="2885680" y="5050000"/>
            <a:ext cx="2800000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s-ES" sz="1800" b="1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Estructura del curso</a:t>
            </a:r>
            <a:endParaRPr lang="en-US" sz="1800" dirty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40" name="Shape 40"/>
          <p:cNvSpPr/>
          <p:nvPr/>
        </p:nvSpPr>
        <p:spPr>
          <a:xfrm>
            <a:off x="6406320" y="3900000"/>
            <a:ext cx="3000000" cy="20500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353"/>
          </a:p>
        </p:txBody>
      </p:sp>
      <p:sp>
        <p:nvSpPr>
          <p:cNvPr id="41" name="Shape 41"/>
          <p:cNvSpPr/>
          <p:nvPr/>
        </p:nvSpPr>
        <p:spPr>
          <a:xfrm>
            <a:off x="7531320" y="4200000"/>
            <a:ext cx="750000" cy="750000"/>
          </a:xfrm>
          <a:prstGeom prst="ellipse">
            <a:avLst/>
          </a:prstGeom>
          <a:solidFill>
            <a:srgbClr val="EC4899"/>
          </a:solidFill>
          <a:ln/>
        </p:spPr>
        <p:txBody>
          <a:bodyPr/>
          <a:lstStyle/>
          <a:p>
            <a:endParaRPr lang="es-ES" sz="2353"/>
          </a:p>
        </p:txBody>
      </p:sp>
      <p:sp>
        <p:nvSpPr>
          <p:cNvPr id="42" name="Text 42"/>
          <p:cNvSpPr/>
          <p:nvPr/>
        </p:nvSpPr>
        <p:spPr>
          <a:xfrm>
            <a:off x="7531320" y="4200000"/>
            <a:ext cx="750000" cy="7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s-ES" sz="2800">
                <a:solidFill>
                  <a:srgbClr val="FFFFFF"/>
                </a:solidFill>
                <a:latin typeface="Segoe UI Semibold" panose="020B0702040204020203" pitchFamily="34" charset="0"/>
              </a:rPr>
              <a:t>☆</a:t>
            </a:r>
            <a:endParaRPr lang="en-US" sz="2800"/>
          </a:p>
        </p:txBody>
      </p:sp>
      <p:sp>
        <p:nvSpPr>
          <p:cNvPr id="43" name="Text 43"/>
          <p:cNvSpPr/>
          <p:nvPr/>
        </p:nvSpPr>
        <p:spPr>
          <a:xfrm>
            <a:off x="6506320" y="5050000"/>
            <a:ext cx="2800000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s-ES" sz="1800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Recursos</a:t>
            </a:r>
            <a:endParaRPr lang="en-US" sz="180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pic>
        <p:nvPicPr>
          <p:cNvPr id="8" name="Image 0" descr="Imagen ilustrativa relacionada con Logística">
            <a:extLst>
              <a:ext uri="{FF2B5EF4-FFF2-40B4-BE49-F238E27FC236}">
                <a16:creationId xmlns:a16="http://schemas.microsoft.com/office/drawing/2014/main" id="{2D49DD92-8BE1-CCFF-F7F5-61C512782B8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g0"/>
          <p:cNvSpPr/>
          <p:nvPr/>
        </p:nvSpPr>
        <p:spPr>
          <a:xfrm>
            <a:off x="323718" y="1550000"/>
            <a:ext cx="10764696" cy="7500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353"/>
          </a:p>
        </p:txBody>
      </p:sp>
      <p:sp>
        <p:nvSpPr>
          <p:cNvPr id="11" name="Bg1"/>
          <p:cNvSpPr/>
          <p:nvPr/>
        </p:nvSpPr>
        <p:spPr>
          <a:xfrm>
            <a:off x="323718" y="2470000"/>
            <a:ext cx="10764696" cy="7500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353"/>
          </a:p>
        </p:txBody>
      </p:sp>
      <p:sp>
        <p:nvSpPr>
          <p:cNvPr id="12" name="Bg2"/>
          <p:cNvSpPr/>
          <p:nvPr/>
        </p:nvSpPr>
        <p:spPr>
          <a:xfrm>
            <a:off x="323718" y="3390000"/>
            <a:ext cx="10764696" cy="7500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353"/>
          </a:p>
        </p:txBody>
      </p:sp>
      <p:sp>
        <p:nvSpPr>
          <p:cNvPr id="13" name="Bg3"/>
          <p:cNvSpPr/>
          <p:nvPr/>
        </p:nvSpPr>
        <p:spPr>
          <a:xfrm>
            <a:off x="323718" y="4310000"/>
            <a:ext cx="10764696" cy="7500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353"/>
          </a:p>
        </p:txBody>
      </p:sp>
      <p:sp>
        <p:nvSpPr>
          <p:cNvPr id="14" name="Bg4"/>
          <p:cNvSpPr/>
          <p:nvPr/>
        </p:nvSpPr>
        <p:spPr>
          <a:xfrm>
            <a:off x="323718" y="5230000"/>
            <a:ext cx="10764696" cy="7500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353"/>
          </a:p>
        </p:txBody>
      </p:sp>
      <p:sp>
        <p:nvSpPr>
          <p:cNvPr id="15" name="Pill0"/>
          <p:cNvSpPr txBox="1"/>
          <p:nvPr/>
        </p:nvSpPr>
        <p:spPr>
          <a:xfrm>
            <a:off x="481143" y="1738899"/>
            <a:ext cx="607841" cy="372201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95804">
                <a:srgbClr val="0D9488"/>
              </a:gs>
              <a:gs pos="80000">
                <a:srgbClr val="0D9488"/>
              </a:gs>
            </a:gsLst>
            <a:path path="circle">
              <a:fillToRect l="100000" t="100000"/>
            </a:path>
            <a:tileRect r="-100000" b="-100000"/>
          </a:gradFill>
          <a:ln w="19050" cap="rnd">
            <a:noFill/>
          </a:ln>
          <a:effectLst>
            <a:outerShdw blurRad="63500" dist="63500" dir="2700000" algn="tl" rotWithShape="0">
              <a:srgbClr val="334155">
                <a:alpha val="20000"/>
              </a:srgb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18288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algn="ctr" defTabSz="932449">
              <a:spcBef>
                <a:spcPts val="600"/>
              </a:spcBef>
              <a:defRPr sz="1600">
                <a:gradFill>
                  <a:gsLst>
                    <a:gs pos="1399">
                      <a:srgbClr val="FFFFFF"/>
                    </a:gs>
                    <a:gs pos="17000">
                      <a:srgbClr val="FFFFFF"/>
                    </a:gs>
                  </a:gsLst>
                  <a:path path="circle">
                    <a:fillToRect l="100000" t="100000"/>
                  </a:path>
                </a:gradFill>
                <a:latin typeface="Segoe UI Semibold" pitchFamily="2" charset="0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s-ES" sz="1600" b="0" i="0" strike="noStrike" cap="none" baseline="0">
                <a:gradFill>
                  <a:gsLst>
                    <a:gs pos="1399">
                      <a:srgbClr val="FFFFFF"/>
                    </a:gs>
                    <a:gs pos="17000">
                      <a:srgbClr val="FFFFFF"/>
                    </a:gs>
                  </a:gsLst>
                  <a:path path="circle">
                    <a:fillToRect l="100000" t="100000"/>
                  </a:path>
                  <a:tileRect r="-100000" b="-100000"/>
                </a:gradFill>
                <a:effectLst/>
                <a:latin typeface="Segoe UI Semibold"/>
                <a:ea typeface="Segoe UI Semibold"/>
                <a:cs typeface="Segoe UI Semibold"/>
              </a:rPr>
              <a:t>1</a:t>
            </a:r>
          </a:p>
        </p:txBody>
      </p:sp>
      <p:sp>
        <p:nvSpPr>
          <p:cNvPr id="16" name="Pill1"/>
          <p:cNvSpPr txBox="1"/>
          <p:nvPr/>
        </p:nvSpPr>
        <p:spPr>
          <a:xfrm>
            <a:off x="481143" y="2658899"/>
            <a:ext cx="607841" cy="372201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85000">
                <a:srgbClr val="0D9488"/>
              </a:gs>
              <a:gs pos="15000">
                <a:srgbClr val="3B82F6"/>
              </a:gs>
            </a:gsLst>
            <a:path path="circle">
              <a:fillToRect l="100000" t="100000"/>
            </a:path>
            <a:tileRect r="-100000" b="-100000"/>
          </a:gradFill>
          <a:ln w="19050" cap="rnd">
            <a:noFill/>
          </a:ln>
          <a:effectLst>
            <a:outerShdw blurRad="63500" dist="63500" dir="2700000" algn="tl" rotWithShape="0">
              <a:srgbClr val="334155">
                <a:alpha val="20000"/>
              </a:srgb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18288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algn="ctr" defTabSz="932449">
              <a:spcBef>
                <a:spcPts val="600"/>
              </a:spcBef>
              <a:defRPr sz="1600">
                <a:gradFill>
                  <a:gsLst>
                    <a:gs pos="1399">
                      <a:srgbClr val="FFFFFF"/>
                    </a:gs>
                    <a:gs pos="17000">
                      <a:srgbClr val="FFFFFF"/>
                    </a:gs>
                  </a:gsLst>
                  <a:path path="circle">
                    <a:fillToRect l="100000" t="100000"/>
                  </a:path>
                </a:gradFill>
                <a:latin typeface="Segoe UI Semibold" pitchFamily="2" charset="0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s-ES" sz="1600" b="0" i="0" strike="noStrike" cap="none" baseline="0">
                <a:gradFill>
                  <a:gsLst>
                    <a:gs pos="1399">
                      <a:srgbClr val="FFFFFF"/>
                    </a:gs>
                    <a:gs pos="17000">
                      <a:srgbClr val="FFFFFF"/>
                    </a:gs>
                  </a:gsLst>
                  <a:path path="circle">
                    <a:fillToRect l="100000" t="100000"/>
                  </a:path>
                  <a:tileRect r="-100000" b="-100000"/>
                </a:gradFill>
                <a:effectLst/>
                <a:latin typeface="Segoe UI Semibold"/>
                <a:ea typeface="Segoe UI Semibold"/>
                <a:cs typeface="Segoe UI Semibold"/>
              </a:rPr>
              <a:t>2</a:t>
            </a:r>
          </a:p>
        </p:txBody>
      </p:sp>
      <p:sp>
        <p:nvSpPr>
          <p:cNvPr id="17" name="Pill2"/>
          <p:cNvSpPr txBox="1"/>
          <p:nvPr/>
        </p:nvSpPr>
        <p:spPr>
          <a:xfrm>
            <a:off x="481143" y="3578899"/>
            <a:ext cx="607841" cy="372201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95804">
                <a:srgbClr val="3B82F6"/>
              </a:gs>
              <a:gs pos="80000">
                <a:srgbClr val="3B82F6"/>
              </a:gs>
            </a:gsLst>
            <a:path path="circle">
              <a:fillToRect l="100000" t="100000"/>
            </a:path>
            <a:tileRect r="-100000" b="-100000"/>
          </a:gradFill>
          <a:ln w="19050" cap="rnd">
            <a:noFill/>
          </a:ln>
          <a:effectLst>
            <a:outerShdw blurRad="63500" dist="63500" dir="2700000" algn="tl" rotWithShape="0">
              <a:srgbClr val="334155">
                <a:alpha val="20000"/>
              </a:srgb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18288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algn="ctr" defTabSz="932449">
              <a:spcBef>
                <a:spcPts val="600"/>
              </a:spcBef>
              <a:defRPr sz="1600">
                <a:gradFill>
                  <a:gsLst>
                    <a:gs pos="1399">
                      <a:srgbClr val="FFFFFF"/>
                    </a:gs>
                    <a:gs pos="17000">
                      <a:srgbClr val="FFFFFF"/>
                    </a:gs>
                  </a:gsLst>
                  <a:path path="circle">
                    <a:fillToRect l="100000" t="100000"/>
                  </a:path>
                </a:gradFill>
                <a:latin typeface="Segoe UI Semibold" pitchFamily="2" charset="0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s-ES" sz="1600" b="0" i="0" strike="noStrike" cap="none" baseline="0">
                <a:gradFill>
                  <a:gsLst>
                    <a:gs pos="1399">
                      <a:srgbClr val="FFFFFF"/>
                    </a:gs>
                    <a:gs pos="17000">
                      <a:srgbClr val="FFFFFF"/>
                    </a:gs>
                  </a:gsLst>
                  <a:path path="circle">
                    <a:fillToRect l="100000" t="100000"/>
                  </a:path>
                  <a:tileRect r="-100000" b="-100000"/>
                </a:gradFill>
                <a:effectLst/>
                <a:latin typeface="Segoe UI Semibold"/>
                <a:ea typeface="Segoe UI Semibold"/>
                <a:cs typeface="Segoe UI Semibold"/>
              </a:rPr>
              <a:t>3</a:t>
            </a:r>
          </a:p>
        </p:txBody>
      </p:sp>
      <p:sp>
        <p:nvSpPr>
          <p:cNvPr id="18" name="Pill3"/>
          <p:cNvSpPr txBox="1"/>
          <p:nvPr/>
        </p:nvSpPr>
        <p:spPr>
          <a:xfrm>
            <a:off x="481143" y="4498899"/>
            <a:ext cx="607841" cy="372201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85000">
                <a:srgbClr val="3B82F6"/>
              </a:gs>
              <a:gs pos="15000">
                <a:srgbClr val="7C3AED"/>
              </a:gs>
            </a:gsLst>
            <a:path path="circle">
              <a:fillToRect l="100000" t="100000"/>
            </a:path>
            <a:tileRect r="-100000" b="-100000"/>
          </a:gradFill>
          <a:ln w="19050" cap="rnd">
            <a:noFill/>
          </a:ln>
          <a:effectLst>
            <a:outerShdw blurRad="63500" dist="63500" dir="2700000" algn="tl" rotWithShape="0">
              <a:srgbClr val="334155">
                <a:alpha val="20000"/>
              </a:srgb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18288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algn="ctr" defTabSz="932449">
              <a:spcBef>
                <a:spcPts val="600"/>
              </a:spcBef>
              <a:defRPr sz="1600">
                <a:gradFill>
                  <a:gsLst>
                    <a:gs pos="1399">
                      <a:srgbClr val="FFFFFF"/>
                    </a:gs>
                    <a:gs pos="17000">
                      <a:srgbClr val="FFFFFF"/>
                    </a:gs>
                  </a:gsLst>
                  <a:path path="circle">
                    <a:fillToRect l="100000" t="100000"/>
                  </a:path>
                </a:gradFill>
                <a:latin typeface="Segoe UI Semibold" pitchFamily="2" charset="0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s-ES" sz="1600" b="0" i="0" strike="noStrike" cap="none" baseline="0">
                <a:gradFill>
                  <a:gsLst>
                    <a:gs pos="1399">
                      <a:srgbClr val="FFFFFF"/>
                    </a:gs>
                    <a:gs pos="17000">
                      <a:srgbClr val="FFFFFF"/>
                    </a:gs>
                  </a:gsLst>
                  <a:path path="circle">
                    <a:fillToRect l="100000" t="100000"/>
                  </a:path>
                  <a:tileRect r="-100000" b="-100000"/>
                </a:gradFill>
                <a:effectLst/>
                <a:latin typeface="Segoe UI Semibold"/>
                <a:ea typeface="Segoe UI Semibold"/>
                <a:cs typeface="Segoe UI Semibold"/>
              </a:rPr>
              <a:t>4</a:t>
            </a:r>
          </a:p>
        </p:txBody>
      </p:sp>
      <p:sp>
        <p:nvSpPr>
          <p:cNvPr id="19" name="Pill4"/>
          <p:cNvSpPr txBox="1"/>
          <p:nvPr/>
        </p:nvSpPr>
        <p:spPr>
          <a:xfrm>
            <a:off x="481143" y="5418899"/>
            <a:ext cx="607841" cy="372201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95804">
                <a:srgbClr val="7C3AED"/>
              </a:gs>
              <a:gs pos="80000">
                <a:srgbClr val="7C3AED"/>
              </a:gs>
            </a:gsLst>
            <a:path path="circle">
              <a:fillToRect l="100000" t="100000"/>
            </a:path>
            <a:tileRect r="-100000" b="-100000"/>
          </a:gradFill>
          <a:ln w="19050" cap="rnd">
            <a:noFill/>
          </a:ln>
          <a:effectLst>
            <a:outerShdw blurRad="63500" dist="63500" dir="2700000" algn="tl" rotWithShape="0">
              <a:srgbClr val="334155">
                <a:alpha val="20000"/>
              </a:srgb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18288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algn="ctr" defTabSz="932449">
              <a:spcBef>
                <a:spcPts val="600"/>
              </a:spcBef>
              <a:defRPr sz="1600">
                <a:gradFill>
                  <a:gsLst>
                    <a:gs pos="1399">
                      <a:srgbClr val="FFFFFF"/>
                    </a:gs>
                    <a:gs pos="17000">
                      <a:srgbClr val="FFFFFF"/>
                    </a:gs>
                  </a:gsLst>
                  <a:path path="circle">
                    <a:fillToRect l="100000" t="100000"/>
                  </a:path>
                </a:gradFill>
                <a:latin typeface="Segoe UI Semibold" pitchFamily="2" charset="0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s-ES" sz="1600" b="0" i="0" strike="noStrike" cap="none" baseline="0">
                <a:gradFill>
                  <a:gsLst>
                    <a:gs pos="1399">
                      <a:srgbClr val="FFFFFF"/>
                    </a:gs>
                    <a:gs pos="17000">
                      <a:srgbClr val="FFFFFF"/>
                    </a:gs>
                  </a:gsLst>
                  <a:path path="circle">
                    <a:fillToRect l="100000" t="100000"/>
                  </a:path>
                  <a:tileRect r="-100000" b="-100000"/>
                </a:gradFill>
                <a:effectLst/>
                <a:latin typeface="Segoe UI Semibold"/>
                <a:ea typeface="Segoe UI Semibold"/>
                <a:cs typeface="Segoe UI Semibold"/>
              </a:rPr>
              <a:t>5</a:t>
            </a:r>
          </a:p>
        </p:txBody>
      </p:sp>
      <p:sp>
        <p:nvSpPr>
          <p:cNvPr id="20" name="Text0"/>
          <p:cNvSpPr txBox="1">
            <a:spLocks/>
          </p:cNvSpPr>
          <p:nvPr/>
        </p:nvSpPr>
        <p:spPr>
          <a:xfrm>
            <a:off x="1371600" y="1550000"/>
            <a:ext cx="10100000" cy="750000"/>
          </a:xfrm>
          <a:prstGeom prst="rect">
            <a:avLst/>
          </a:prstGeom>
        </p:spPr>
        <p:txBody>
          <a:bodyPr vert="horz" wrap="square" lIns="0" tIns="45720" rIns="0" bIns="45720" rtlCol="0" anchor="ctr">
            <a:normAutofit/>
          </a:bodyPr>
          <a:lstStyle/>
          <a:p>
            <a:pPr marL="0" indent="0">
              <a:spcBef>
                <a:spcPct val="0"/>
              </a:spcBef>
              <a:spcAft>
                <a:spcPts val="400"/>
              </a:spcAft>
              <a:buNone/>
            </a:pPr>
            <a:r>
              <a:rPr lang="es-ES" sz="240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Introducción a la IA generativa</a:t>
            </a:r>
          </a:p>
        </p:txBody>
      </p:sp>
      <p:sp>
        <p:nvSpPr>
          <p:cNvPr id="21" name="Text1"/>
          <p:cNvSpPr txBox="1">
            <a:spLocks/>
          </p:cNvSpPr>
          <p:nvPr/>
        </p:nvSpPr>
        <p:spPr>
          <a:xfrm>
            <a:off x="1371600" y="2470000"/>
            <a:ext cx="10100000" cy="750000"/>
          </a:xfrm>
          <a:prstGeom prst="rect">
            <a:avLst/>
          </a:prstGeom>
        </p:spPr>
        <p:txBody>
          <a:bodyPr vert="horz" wrap="square" lIns="0" tIns="45720" rIns="0" bIns="45720" rtlCol="0" anchor="ctr">
            <a:normAutofit/>
          </a:bodyPr>
          <a:lstStyle/>
          <a:p>
            <a:pPr marL="0" indent="0">
              <a:spcBef>
                <a:spcPct val="0"/>
              </a:spcBef>
              <a:spcAft>
                <a:spcPts val="400"/>
              </a:spcAft>
              <a:buNone/>
            </a:pPr>
            <a:r>
              <a:rPr lang="es-ES" sz="240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Microsoft 365 Copilot en acción</a:t>
            </a:r>
          </a:p>
        </p:txBody>
      </p:sp>
      <p:sp>
        <p:nvSpPr>
          <p:cNvPr id="22" name="Text2"/>
          <p:cNvSpPr txBox="1">
            <a:spLocks/>
          </p:cNvSpPr>
          <p:nvPr/>
        </p:nvSpPr>
        <p:spPr>
          <a:xfrm>
            <a:off x="1371600" y="3390000"/>
            <a:ext cx="10100000" cy="750000"/>
          </a:xfrm>
          <a:prstGeom prst="rect">
            <a:avLst/>
          </a:prstGeom>
        </p:spPr>
        <p:txBody>
          <a:bodyPr vert="horz" wrap="square" lIns="0" tIns="45720" rIns="0" bIns="45720" rtlCol="0" anchor="ctr">
            <a:normAutofit/>
          </a:bodyPr>
          <a:lstStyle/>
          <a:p>
            <a:pPr marL="0" indent="0">
              <a:spcBef>
                <a:spcPct val="0"/>
              </a:spcBef>
              <a:spcAft>
                <a:spcPts val="400"/>
              </a:spcAft>
              <a:buNone/>
            </a:pPr>
            <a:r>
              <a:rPr lang="es-ES" sz="2400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El arte del </a:t>
            </a:r>
            <a:r>
              <a:rPr lang="es-ES" sz="2400" i="1" dirty="0" err="1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prompting</a:t>
            </a:r>
            <a:endParaRPr lang="es-ES" sz="2400" i="1" dirty="0">
              <a:solidFill>
                <a:srgbClr val="1E293B"/>
              </a:solidFill>
              <a:latin typeface="Segoe UI"/>
              <a:ea typeface="Segoe UI"/>
              <a:cs typeface="Segoe UI"/>
            </a:endParaRPr>
          </a:p>
        </p:txBody>
      </p:sp>
      <p:sp>
        <p:nvSpPr>
          <p:cNvPr id="23" name="Text3"/>
          <p:cNvSpPr txBox="1">
            <a:spLocks/>
          </p:cNvSpPr>
          <p:nvPr/>
        </p:nvSpPr>
        <p:spPr>
          <a:xfrm>
            <a:off x="1371600" y="4310000"/>
            <a:ext cx="10100000" cy="750000"/>
          </a:xfrm>
          <a:prstGeom prst="rect">
            <a:avLst/>
          </a:prstGeom>
        </p:spPr>
        <p:txBody>
          <a:bodyPr vert="horz" wrap="square" lIns="0" tIns="45720" rIns="0" bIns="45720" rtlCol="0" anchor="ctr">
            <a:normAutofit/>
          </a:bodyPr>
          <a:lstStyle/>
          <a:p>
            <a:pPr marL="0" indent="0">
              <a:spcBef>
                <a:spcPct val="0"/>
              </a:spcBef>
              <a:spcAft>
                <a:spcPts val="400"/>
              </a:spcAft>
              <a:buNone/>
            </a:pPr>
            <a:r>
              <a:rPr lang="es-ES" sz="2400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Multimodalidad en M365 </a:t>
            </a:r>
            <a:r>
              <a:rPr lang="es-ES" sz="2400" dirty="0" err="1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Copilot</a:t>
            </a:r>
            <a:endParaRPr lang="es-ES" sz="2400" dirty="0">
              <a:solidFill>
                <a:srgbClr val="1E293B"/>
              </a:solidFill>
              <a:latin typeface="Segoe UI"/>
              <a:ea typeface="Segoe UI"/>
              <a:cs typeface="Segoe UI"/>
            </a:endParaRPr>
          </a:p>
        </p:txBody>
      </p:sp>
      <p:sp>
        <p:nvSpPr>
          <p:cNvPr id="24" name="Text4"/>
          <p:cNvSpPr txBox="1">
            <a:spLocks/>
          </p:cNvSpPr>
          <p:nvPr/>
        </p:nvSpPr>
        <p:spPr>
          <a:xfrm>
            <a:off x="1371600" y="5230000"/>
            <a:ext cx="10100000" cy="750000"/>
          </a:xfrm>
          <a:prstGeom prst="rect">
            <a:avLst/>
          </a:prstGeom>
        </p:spPr>
        <p:txBody>
          <a:bodyPr vert="horz" wrap="square" lIns="0" tIns="45720" rIns="0" bIns="45720" rtlCol="0" anchor="ctr">
            <a:normAutofit/>
          </a:bodyPr>
          <a:lstStyle/>
          <a:p>
            <a:pPr marL="0" indent="0">
              <a:spcBef>
                <a:spcPct val="0"/>
              </a:spcBef>
              <a:spcAft>
                <a:spcPts val="400"/>
              </a:spcAft>
              <a:buNone/>
            </a:pPr>
            <a:r>
              <a:rPr lang="es-ES" sz="240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Ética en el uso de la IA</a:t>
            </a:r>
          </a:p>
        </p:txBody>
      </p:sp>
      <p:pic>
        <p:nvPicPr>
          <p:cNvPr id="8" name="Image 0" descr="Imagen ilustrativa relacionada con Agend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  <p:sp>
        <p:nvSpPr>
          <p:cNvPr id="9" name="Title"/>
          <p:cNvSpPr/>
          <p:nvPr/>
        </p:nvSpPr>
        <p:spPr>
          <a:xfrm>
            <a:off x="975360" y="487680"/>
            <a:ext cx="1024128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3600" b="1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28233994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3" name="Rectangle 52">
            <a:extLst>
              <a:ext uri="{FF2B5EF4-FFF2-40B4-BE49-F238E27FC236}">
                <a16:creationId xmlns:a16="http://schemas.microsoft.com/office/drawing/2014/main" id="{1EADCAF8-8823-4E89-8612-21029831A4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28CA07B2-0819-4B62-9425-7A52BBDD70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DA02BEE4-A5D4-40AF-882D-49D34B086F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303402" y="3985"/>
            <a:ext cx="9772765" cy="6858000"/>
            <a:chOff x="1303402" y="36937"/>
            <a:chExt cx="9772765" cy="6858000"/>
          </a:xfrm>
        </p:grpSpPr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0F5843EB-154F-4459-8954-BB1DF64BBD1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560551" y="36937"/>
              <a:ext cx="9313016" cy="6858000"/>
            </a:xfrm>
            <a:custGeom>
              <a:avLst/>
              <a:gdLst>
                <a:gd name="connsiteX0" fmla="*/ 6993556 w 9313016"/>
                <a:gd name="connsiteY0" fmla="*/ 0 h 6858000"/>
                <a:gd name="connsiteX1" fmla="*/ 7358516 w 9313016"/>
                <a:gd name="connsiteY1" fmla="*/ 0 h 6858000"/>
                <a:gd name="connsiteX2" fmla="*/ 7475006 w 9313016"/>
                <a:gd name="connsiteY2" fmla="*/ 82722 h 6858000"/>
                <a:gd name="connsiteX3" fmla="*/ 7816357 w 9313016"/>
                <a:gd name="connsiteY3" fmla="*/ 358482 h 6858000"/>
                <a:gd name="connsiteX4" fmla="*/ 8421752 w 9313016"/>
                <a:gd name="connsiteY4" fmla="*/ 995405 h 6858000"/>
                <a:gd name="connsiteX5" fmla="*/ 8897059 w 9313016"/>
                <a:gd name="connsiteY5" fmla="*/ 1737211 h 6858000"/>
                <a:gd name="connsiteX6" fmla="*/ 9206633 w 9313016"/>
                <a:gd name="connsiteY6" fmla="*/ 2564460 h 6858000"/>
                <a:gd name="connsiteX7" fmla="*/ 9286787 w 9313016"/>
                <a:gd name="connsiteY7" fmla="*/ 3000164 h 6858000"/>
                <a:gd name="connsiteX8" fmla="*/ 9312914 w 9313016"/>
                <a:gd name="connsiteY8" fmla="*/ 3442493 h 6858000"/>
                <a:gd name="connsiteX9" fmla="*/ 9190562 w 9313016"/>
                <a:gd name="connsiteY9" fmla="*/ 4316686 h 6858000"/>
                <a:gd name="connsiteX10" fmla="*/ 9043416 w 9313016"/>
                <a:gd name="connsiteY10" fmla="*/ 4734917 h 6858000"/>
                <a:gd name="connsiteX11" fmla="*/ 8809657 w 9313016"/>
                <a:gd name="connsiteY11" fmla="*/ 5128718 h 6858000"/>
                <a:gd name="connsiteX12" fmla="*/ 8645997 w 9313016"/>
                <a:gd name="connsiteY12" fmla="*/ 5297441 h 6858000"/>
                <a:gd name="connsiteX13" fmla="*/ 8457787 w 9313016"/>
                <a:gd name="connsiteY13" fmla="*/ 5433763 h 6858000"/>
                <a:gd name="connsiteX14" fmla="*/ 8260803 w 9313016"/>
                <a:gd name="connsiteY14" fmla="*/ 5541237 h 6858000"/>
                <a:gd name="connsiteX15" fmla="*/ 8066136 w 9313016"/>
                <a:gd name="connsiteY15" fmla="*/ 5635704 h 6858000"/>
                <a:gd name="connsiteX16" fmla="*/ 7698638 w 9313016"/>
                <a:gd name="connsiteY16" fmla="*/ 5837163 h 6858000"/>
                <a:gd name="connsiteX17" fmla="*/ 7370135 w 9313016"/>
                <a:gd name="connsiteY17" fmla="*/ 6090081 h 6858000"/>
                <a:gd name="connsiteX18" fmla="*/ 7218897 w 9313016"/>
                <a:gd name="connsiteY18" fmla="*/ 6235860 h 6858000"/>
                <a:gd name="connsiteX19" fmla="*/ 7070665 w 9313016"/>
                <a:gd name="connsiteY19" fmla="*/ 6387205 h 6858000"/>
                <a:gd name="connsiteX20" fmla="*/ 6779035 w 9313016"/>
                <a:gd name="connsiteY20" fmla="*/ 6697100 h 6858000"/>
                <a:gd name="connsiteX21" fmla="*/ 6631837 w 9313016"/>
                <a:gd name="connsiteY21" fmla="*/ 6852239 h 6858000"/>
                <a:gd name="connsiteX22" fmla="*/ 6626221 w 9313016"/>
                <a:gd name="connsiteY22" fmla="*/ 6858000 h 6858000"/>
                <a:gd name="connsiteX23" fmla="*/ 6424725 w 9313016"/>
                <a:gd name="connsiteY23" fmla="*/ 6858000 h 6858000"/>
                <a:gd name="connsiteX24" fmla="*/ 6527382 w 9313016"/>
                <a:gd name="connsiteY24" fmla="*/ 6756333 h 6858000"/>
                <a:gd name="connsiteX25" fmla="*/ 6674233 w 9313016"/>
                <a:gd name="connsiteY25" fmla="*/ 6603450 h 6858000"/>
                <a:gd name="connsiteX26" fmla="*/ 6965813 w 9313016"/>
                <a:gd name="connsiteY26" fmla="*/ 6292932 h 6858000"/>
                <a:gd name="connsiteX27" fmla="*/ 7112961 w 9313016"/>
                <a:gd name="connsiteY27" fmla="*/ 6137505 h 6858000"/>
                <a:gd name="connsiteX28" fmla="*/ 7264790 w 9313016"/>
                <a:gd name="connsiteY28" fmla="*/ 5983710 h 6858000"/>
                <a:gd name="connsiteX29" fmla="*/ 7974595 w 9313016"/>
                <a:gd name="connsiteY29" fmla="*/ 5470773 h 6858000"/>
                <a:gd name="connsiteX30" fmla="*/ 8331591 w 9313016"/>
                <a:gd name="connsiteY30" fmla="*/ 5254048 h 6858000"/>
                <a:gd name="connsiteX31" fmla="*/ 8599807 w 9313016"/>
                <a:gd name="connsiteY31" fmla="*/ 4980010 h 6858000"/>
                <a:gd name="connsiteX32" fmla="*/ 8766474 w 9313016"/>
                <a:gd name="connsiteY32" fmla="*/ 4631524 h 6858000"/>
                <a:gd name="connsiteX33" fmla="*/ 8865755 w 9313016"/>
                <a:gd name="connsiteY33" fmla="*/ 4244445 h 6858000"/>
                <a:gd name="connsiteX34" fmla="*/ 8882911 w 9313016"/>
                <a:gd name="connsiteY34" fmla="*/ 4145659 h 6858000"/>
                <a:gd name="connsiteX35" fmla="*/ 8897403 w 9313016"/>
                <a:gd name="connsiteY35" fmla="*/ 4046633 h 6858000"/>
                <a:gd name="connsiteX36" fmla="*/ 8908298 w 9313016"/>
                <a:gd name="connsiteY36" fmla="*/ 3947271 h 6858000"/>
                <a:gd name="connsiteX37" fmla="*/ 8916184 w 9313016"/>
                <a:gd name="connsiteY37" fmla="*/ 3847765 h 6858000"/>
                <a:gd name="connsiteX38" fmla="*/ 8920670 w 9313016"/>
                <a:gd name="connsiteY38" fmla="*/ 3449597 h 6858000"/>
                <a:gd name="connsiteX39" fmla="*/ 8914607 w 9313016"/>
                <a:gd name="connsiteY39" fmla="*/ 3350283 h 6858000"/>
                <a:gd name="connsiteX40" fmla="*/ 8905340 w 9313016"/>
                <a:gd name="connsiteY40" fmla="*/ 3251209 h 6858000"/>
                <a:gd name="connsiteX41" fmla="*/ 8893854 w 9313016"/>
                <a:gd name="connsiteY41" fmla="*/ 3152376 h 6858000"/>
                <a:gd name="connsiteX42" fmla="*/ 8879706 w 9313016"/>
                <a:gd name="connsiteY42" fmla="*/ 3053878 h 6858000"/>
                <a:gd name="connsiteX43" fmla="*/ 8797531 w 9313016"/>
                <a:gd name="connsiteY43" fmla="*/ 2663966 h 6858000"/>
                <a:gd name="connsiteX44" fmla="*/ 8520442 w 9313016"/>
                <a:gd name="connsiteY44" fmla="*/ 1911983 h 6858000"/>
                <a:gd name="connsiteX45" fmla="*/ 8332626 w 9313016"/>
                <a:gd name="connsiteY45" fmla="*/ 1553608 h 6858000"/>
                <a:gd name="connsiteX46" fmla="*/ 8116317 w 9313016"/>
                <a:gd name="connsiteY46" fmla="*/ 1208529 h 6858000"/>
                <a:gd name="connsiteX47" fmla="*/ 7873293 w 9313016"/>
                <a:gd name="connsiteY47" fmla="*/ 878284 h 6858000"/>
                <a:gd name="connsiteX48" fmla="*/ 7604337 w 9313016"/>
                <a:gd name="connsiteY48" fmla="*/ 565125 h 6858000"/>
                <a:gd name="connsiteX49" fmla="*/ 7311128 w 9313016"/>
                <a:gd name="connsiteY49" fmla="*/ 270591 h 6858000"/>
                <a:gd name="connsiteX50" fmla="*/ 1752019 w 9313016"/>
                <a:gd name="connsiteY50" fmla="*/ 0 h 6858000"/>
                <a:gd name="connsiteX51" fmla="*/ 2155804 w 9313016"/>
                <a:gd name="connsiteY51" fmla="*/ 0 h 6858000"/>
                <a:gd name="connsiteX52" fmla="*/ 2103975 w 9313016"/>
                <a:gd name="connsiteY52" fmla="*/ 40789 h 6858000"/>
                <a:gd name="connsiteX53" fmla="*/ 1656310 w 9313016"/>
                <a:gd name="connsiteY53" fmla="*/ 470035 h 6858000"/>
                <a:gd name="connsiteX54" fmla="*/ 806013 w 9313016"/>
                <a:gd name="connsiteY54" fmla="*/ 1841133 h 6858000"/>
                <a:gd name="connsiteX55" fmla="*/ 580685 w 9313016"/>
                <a:gd name="connsiteY55" fmla="*/ 2606364 h 6858000"/>
                <a:gd name="connsiteX56" fmla="*/ 503489 w 9313016"/>
                <a:gd name="connsiteY56" fmla="*/ 3397276 h 6858000"/>
                <a:gd name="connsiteX57" fmla="*/ 570135 w 9313016"/>
                <a:gd name="connsiteY57" fmla="*/ 4188235 h 6858000"/>
                <a:gd name="connsiteX58" fmla="*/ 783387 w 9313016"/>
                <a:gd name="connsiteY58" fmla="*/ 4953850 h 6858000"/>
                <a:gd name="connsiteX59" fmla="*/ 1628014 w 9313016"/>
                <a:gd name="connsiteY59" fmla="*/ 6308245 h 6858000"/>
                <a:gd name="connsiteX60" fmla="*/ 2235998 w 9313016"/>
                <a:gd name="connsiteY60" fmla="*/ 6844829 h 6858000"/>
                <a:gd name="connsiteX61" fmla="*/ 2255028 w 9313016"/>
                <a:gd name="connsiteY61" fmla="*/ 6858000 h 6858000"/>
                <a:gd name="connsiteX62" fmla="*/ 1578787 w 9313016"/>
                <a:gd name="connsiteY62" fmla="*/ 6858000 h 6858000"/>
                <a:gd name="connsiteX63" fmla="*/ 1465153 w 9313016"/>
                <a:gd name="connsiteY63" fmla="*/ 6759050 h 6858000"/>
                <a:gd name="connsiteX64" fmla="*/ 1303650 w 9313016"/>
                <a:gd name="connsiteY64" fmla="*/ 6604267 h 6858000"/>
                <a:gd name="connsiteX65" fmla="*/ 323708 w 9313016"/>
                <a:gd name="connsiteY65" fmla="*/ 5126365 h 6858000"/>
                <a:gd name="connsiteX66" fmla="*/ 872 w 9313016"/>
                <a:gd name="connsiteY66" fmla="*/ 3391228 h 6858000"/>
                <a:gd name="connsiteX67" fmla="*/ 105428 w 9313016"/>
                <a:gd name="connsiteY67" fmla="*/ 2511899 h 6858000"/>
                <a:gd name="connsiteX68" fmla="*/ 384933 w 9313016"/>
                <a:gd name="connsiteY68" fmla="*/ 1670971 h 6858000"/>
                <a:gd name="connsiteX69" fmla="*/ 1433593 w 9313016"/>
                <a:gd name="connsiteY69" fmla="*/ 256095 h 6858000"/>
                <a:gd name="connsiteX70" fmla="*/ 1602664 w 9313016"/>
                <a:gd name="connsiteY70" fmla="*/ 11370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</a:cxnLst>
              <a:rect l="l" t="t" r="r" b="b"/>
              <a:pathLst>
                <a:path w="9313016" h="6858000">
                  <a:moveTo>
                    <a:pt x="6993556" y="0"/>
                  </a:moveTo>
                  <a:lnTo>
                    <a:pt x="7358516" y="0"/>
                  </a:lnTo>
                  <a:lnTo>
                    <a:pt x="7475006" y="82722"/>
                  </a:lnTo>
                  <a:cubicBezTo>
                    <a:pt x="7592423" y="169778"/>
                    <a:pt x="7706366" y="261748"/>
                    <a:pt x="7816357" y="358482"/>
                  </a:cubicBezTo>
                  <a:cubicBezTo>
                    <a:pt x="8036559" y="551589"/>
                    <a:pt x="8239655" y="764905"/>
                    <a:pt x="8421752" y="995405"/>
                  </a:cubicBezTo>
                  <a:cubicBezTo>
                    <a:pt x="8604736" y="1225282"/>
                    <a:pt x="8763567" y="1474646"/>
                    <a:pt x="8897059" y="1737211"/>
                  </a:cubicBezTo>
                  <a:cubicBezTo>
                    <a:pt x="9029909" y="2000162"/>
                    <a:pt x="9134317" y="2277990"/>
                    <a:pt x="9206633" y="2564460"/>
                  </a:cubicBezTo>
                  <a:cubicBezTo>
                    <a:pt x="9242322" y="2707791"/>
                    <a:pt x="9269041" y="2853474"/>
                    <a:pt x="9286787" y="3000164"/>
                  </a:cubicBezTo>
                  <a:cubicBezTo>
                    <a:pt x="9304977" y="3146856"/>
                    <a:pt x="9314097" y="3294698"/>
                    <a:pt x="9312914" y="3442493"/>
                  </a:cubicBezTo>
                  <a:cubicBezTo>
                    <a:pt x="9309906" y="3737987"/>
                    <a:pt x="9270717" y="4033288"/>
                    <a:pt x="9190562" y="4316686"/>
                  </a:cubicBezTo>
                  <a:cubicBezTo>
                    <a:pt x="9150486" y="4458240"/>
                    <a:pt x="9103951" y="4597587"/>
                    <a:pt x="9043416" y="4734917"/>
                  </a:cubicBezTo>
                  <a:cubicBezTo>
                    <a:pt x="8982980" y="4871817"/>
                    <a:pt x="8908740" y="5007131"/>
                    <a:pt x="8809657" y="5128718"/>
                  </a:cubicBezTo>
                  <a:cubicBezTo>
                    <a:pt x="8760312" y="5189247"/>
                    <a:pt x="8706137" y="5246945"/>
                    <a:pt x="8645997" y="5297441"/>
                  </a:cubicBezTo>
                  <a:cubicBezTo>
                    <a:pt x="8586252" y="5348274"/>
                    <a:pt x="8522809" y="5393730"/>
                    <a:pt x="8457787" y="5433763"/>
                  </a:cubicBezTo>
                  <a:cubicBezTo>
                    <a:pt x="8392816" y="5474132"/>
                    <a:pt x="8326219" y="5508213"/>
                    <a:pt x="8260803" y="5541237"/>
                  </a:cubicBezTo>
                  <a:cubicBezTo>
                    <a:pt x="8195289" y="5574071"/>
                    <a:pt x="8130023" y="5604838"/>
                    <a:pt x="8066136" y="5635704"/>
                  </a:cubicBezTo>
                  <a:cubicBezTo>
                    <a:pt x="7938313" y="5697433"/>
                    <a:pt x="7815222" y="5762186"/>
                    <a:pt x="7698638" y="5837163"/>
                  </a:cubicBezTo>
                  <a:cubicBezTo>
                    <a:pt x="7582449" y="5912381"/>
                    <a:pt x="7471881" y="5996094"/>
                    <a:pt x="7370135" y="6090081"/>
                  </a:cubicBezTo>
                  <a:cubicBezTo>
                    <a:pt x="7319460" y="6136593"/>
                    <a:pt x="7268881" y="6186082"/>
                    <a:pt x="7218897" y="6235860"/>
                  </a:cubicBezTo>
                  <a:cubicBezTo>
                    <a:pt x="7168763" y="6285493"/>
                    <a:pt x="7119665" y="6336229"/>
                    <a:pt x="7070665" y="6387205"/>
                  </a:cubicBezTo>
                  <a:cubicBezTo>
                    <a:pt x="6972715" y="6489208"/>
                    <a:pt x="6876195" y="6593131"/>
                    <a:pt x="6779035" y="6697100"/>
                  </a:cubicBezTo>
                  <a:cubicBezTo>
                    <a:pt x="6730379" y="6748989"/>
                    <a:pt x="6681528" y="6800878"/>
                    <a:pt x="6631837" y="6852239"/>
                  </a:cubicBezTo>
                  <a:lnTo>
                    <a:pt x="6626221" y="6858000"/>
                  </a:lnTo>
                  <a:lnTo>
                    <a:pt x="6424725" y="6858000"/>
                  </a:lnTo>
                  <a:lnTo>
                    <a:pt x="6527382" y="6756333"/>
                  </a:lnTo>
                  <a:cubicBezTo>
                    <a:pt x="6576726" y="6705932"/>
                    <a:pt x="6625480" y="6654811"/>
                    <a:pt x="6674233" y="6603450"/>
                  </a:cubicBezTo>
                  <a:cubicBezTo>
                    <a:pt x="6771788" y="6500920"/>
                    <a:pt x="6868309" y="6396757"/>
                    <a:pt x="6965813" y="6292932"/>
                  </a:cubicBezTo>
                  <a:lnTo>
                    <a:pt x="7112961" y="6137505"/>
                  </a:lnTo>
                  <a:cubicBezTo>
                    <a:pt x="7162354" y="6085808"/>
                    <a:pt x="7211945" y="6034640"/>
                    <a:pt x="7264790" y="5983710"/>
                  </a:cubicBezTo>
                  <a:cubicBezTo>
                    <a:pt x="7472373" y="5779130"/>
                    <a:pt x="7721610" y="5610648"/>
                    <a:pt x="7974595" y="5470773"/>
                  </a:cubicBezTo>
                  <a:cubicBezTo>
                    <a:pt x="8099903" y="5399395"/>
                    <a:pt x="8224127" y="5332529"/>
                    <a:pt x="8331591" y="5254048"/>
                  </a:cubicBezTo>
                  <a:cubicBezTo>
                    <a:pt x="8439351" y="5176047"/>
                    <a:pt x="8529660" y="5085949"/>
                    <a:pt x="8599807" y="4980010"/>
                  </a:cubicBezTo>
                  <a:cubicBezTo>
                    <a:pt x="8671187" y="4875128"/>
                    <a:pt x="8723982" y="4756086"/>
                    <a:pt x="8766474" y="4631524"/>
                  </a:cubicBezTo>
                  <a:cubicBezTo>
                    <a:pt x="8808968" y="4507010"/>
                    <a:pt x="8840615" y="4375872"/>
                    <a:pt x="8865755" y="4244445"/>
                  </a:cubicBezTo>
                  <a:cubicBezTo>
                    <a:pt x="8871375" y="4211468"/>
                    <a:pt x="8878129" y="4178731"/>
                    <a:pt x="8882911" y="4145659"/>
                  </a:cubicBezTo>
                  <a:lnTo>
                    <a:pt x="8897403" y="4046633"/>
                  </a:lnTo>
                  <a:lnTo>
                    <a:pt x="8908298" y="3947271"/>
                  </a:lnTo>
                  <a:cubicBezTo>
                    <a:pt x="8912389" y="3914247"/>
                    <a:pt x="8913425" y="3880886"/>
                    <a:pt x="8916184" y="3847765"/>
                  </a:cubicBezTo>
                  <a:cubicBezTo>
                    <a:pt x="8925797" y="3715091"/>
                    <a:pt x="8925945" y="3582127"/>
                    <a:pt x="8920670" y="3449597"/>
                  </a:cubicBezTo>
                  <a:lnTo>
                    <a:pt x="8914607" y="3350283"/>
                  </a:lnTo>
                  <a:cubicBezTo>
                    <a:pt x="8911995" y="3317211"/>
                    <a:pt x="8908348" y="3284233"/>
                    <a:pt x="8905340" y="3251209"/>
                  </a:cubicBezTo>
                  <a:cubicBezTo>
                    <a:pt x="8902628" y="3218185"/>
                    <a:pt x="8897551" y="3185305"/>
                    <a:pt x="8893854" y="3152376"/>
                  </a:cubicBezTo>
                  <a:cubicBezTo>
                    <a:pt x="8890305" y="3119399"/>
                    <a:pt x="8884932" y="3086662"/>
                    <a:pt x="8879706" y="3053878"/>
                  </a:cubicBezTo>
                  <a:cubicBezTo>
                    <a:pt x="8858707" y="2922835"/>
                    <a:pt x="8831249" y="2792705"/>
                    <a:pt x="8797531" y="2663966"/>
                  </a:cubicBezTo>
                  <a:cubicBezTo>
                    <a:pt x="8728616" y="2406777"/>
                    <a:pt x="8635497" y="2155109"/>
                    <a:pt x="8520442" y="1911983"/>
                  </a:cubicBezTo>
                  <a:cubicBezTo>
                    <a:pt x="8462667" y="1790541"/>
                    <a:pt x="8400112" y="1670923"/>
                    <a:pt x="8332626" y="1553608"/>
                  </a:cubicBezTo>
                  <a:cubicBezTo>
                    <a:pt x="8265683" y="1436006"/>
                    <a:pt x="8192973" y="1321188"/>
                    <a:pt x="8116317" y="1208529"/>
                  </a:cubicBezTo>
                  <a:cubicBezTo>
                    <a:pt x="8039811" y="1095776"/>
                    <a:pt x="7958079" y="986094"/>
                    <a:pt x="7873293" y="878284"/>
                  </a:cubicBezTo>
                  <a:cubicBezTo>
                    <a:pt x="7787814" y="771002"/>
                    <a:pt x="7697999" y="666551"/>
                    <a:pt x="7604337" y="565125"/>
                  </a:cubicBezTo>
                  <a:cubicBezTo>
                    <a:pt x="7510479" y="463891"/>
                    <a:pt x="7413367" y="364818"/>
                    <a:pt x="7311128" y="270591"/>
                  </a:cubicBezTo>
                  <a:close/>
                  <a:moveTo>
                    <a:pt x="1752019" y="0"/>
                  </a:moveTo>
                  <a:lnTo>
                    <a:pt x="2155804" y="0"/>
                  </a:lnTo>
                  <a:lnTo>
                    <a:pt x="2103975" y="40789"/>
                  </a:lnTo>
                  <a:cubicBezTo>
                    <a:pt x="1943592" y="173585"/>
                    <a:pt x="1793955" y="317500"/>
                    <a:pt x="1656310" y="470035"/>
                  </a:cubicBezTo>
                  <a:cubicBezTo>
                    <a:pt x="1288172" y="876939"/>
                    <a:pt x="1002998" y="1344708"/>
                    <a:pt x="806013" y="1841133"/>
                  </a:cubicBezTo>
                  <a:cubicBezTo>
                    <a:pt x="707818" y="2089538"/>
                    <a:pt x="630868" y="2345480"/>
                    <a:pt x="580685" y="2606364"/>
                  </a:cubicBezTo>
                  <a:cubicBezTo>
                    <a:pt x="530749" y="2867250"/>
                    <a:pt x="504868" y="3132119"/>
                    <a:pt x="503489" y="3397276"/>
                  </a:cubicBezTo>
                  <a:cubicBezTo>
                    <a:pt x="501467" y="3662434"/>
                    <a:pt x="524093" y="3927351"/>
                    <a:pt x="570135" y="4188235"/>
                  </a:cubicBezTo>
                  <a:cubicBezTo>
                    <a:pt x="615734" y="4449264"/>
                    <a:pt x="688642" y="4705493"/>
                    <a:pt x="783387" y="4953850"/>
                  </a:cubicBezTo>
                  <a:cubicBezTo>
                    <a:pt x="974357" y="5449796"/>
                    <a:pt x="1259630" y="5913773"/>
                    <a:pt x="1628014" y="6308245"/>
                  </a:cubicBezTo>
                  <a:cubicBezTo>
                    <a:pt x="1812182" y="6505481"/>
                    <a:pt x="2016215" y="6685052"/>
                    <a:pt x="2235998" y="6844829"/>
                  </a:cubicBezTo>
                  <a:lnTo>
                    <a:pt x="2255028" y="6858000"/>
                  </a:lnTo>
                  <a:lnTo>
                    <a:pt x="1578787" y="6858000"/>
                  </a:lnTo>
                  <a:lnTo>
                    <a:pt x="1465153" y="6759050"/>
                  </a:lnTo>
                  <a:cubicBezTo>
                    <a:pt x="1410086" y="6708726"/>
                    <a:pt x="1356236" y="6657104"/>
                    <a:pt x="1303650" y="6604267"/>
                  </a:cubicBezTo>
                  <a:cubicBezTo>
                    <a:pt x="883506" y="6181043"/>
                    <a:pt x="548150" y="5676072"/>
                    <a:pt x="323708" y="5126365"/>
                  </a:cubicBezTo>
                  <a:cubicBezTo>
                    <a:pt x="97737" y="4577139"/>
                    <a:pt x="-10958" y="3981927"/>
                    <a:pt x="872" y="3391228"/>
                  </a:cubicBezTo>
                  <a:cubicBezTo>
                    <a:pt x="5951" y="3095783"/>
                    <a:pt x="40506" y="2800528"/>
                    <a:pt x="105428" y="2511899"/>
                  </a:cubicBezTo>
                  <a:cubicBezTo>
                    <a:pt x="170104" y="2223317"/>
                    <a:pt x="262089" y="1940399"/>
                    <a:pt x="384933" y="1670971"/>
                  </a:cubicBezTo>
                  <a:cubicBezTo>
                    <a:pt x="629092" y="1131344"/>
                    <a:pt x="991955" y="646919"/>
                    <a:pt x="1433593" y="256095"/>
                  </a:cubicBezTo>
                  <a:cubicBezTo>
                    <a:pt x="1488791" y="207206"/>
                    <a:pt x="1545179" y="159733"/>
                    <a:pt x="1602664" y="11370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8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75905135-55D9-431B-8D5A-4C5C92B1FE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59468" y="36937"/>
              <a:ext cx="9065550" cy="6858000"/>
            </a:xfrm>
            <a:custGeom>
              <a:avLst/>
              <a:gdLst>
                <a:gd name="connsiteX0" fmla="*/ 1839951 w 9065550"/>
                <a:gd name="connsiteY0" fmla="*/ 0 h 6858000"/>
                <a:gd name="connsiteX1" fmla="*/ 6979427 w 9065550"/>
                <a:gd name="connsiteY1" fmla="*/ 0 h 6858000"/>
                <a:gd name="connsiteX2" fmla="*/ 6989586 w 9065550"/>
                <a:gd name="connsiteY2" fmla="*/ 6825 h 6858000"/>
                <a:gd name="connsiteX3" fmla="*/ 8932062 w 9065550"/>
                <a:gd name="connsiteY3" fmla="*/ 4580835 h 6858000"/>
                <a:gd name="connsiteX4" fmla="*/ 7166294 w 9065550"/>
                <a:gd name="connsiteY4" fmla="*/ 6259703 h 6858000"/>
                <a:gd name="connsiteX5" fmla="*/ 6868878 w 9065550"/>
                <a:gd name="connsiteY5" fmla="*/ 6564765 h 6858000"/>
                <a:gd name="connsiteX6" fmla="*/ 6591881 w 9065550"/>
                <a:gd name="connsiteY6" fmla="*/ 6858000 h 6858000"/>
                <a:gd name="connsiteX7" fmla="*/ 5184648 w 9065550"/>
                <a:gd name="connsiteY7" fmla="*/ 6858000 h 6858000"/>
                <a:gd name="connsiteX8" fmla="*/ 5244877 w 9065550"/>
                <a:gd name="connsiteY8" fmla="*/ 6817615 h 6858000"/>
                <a:gd name="connsiteX9" fmla="*/ 6033853 w 9065550"/>
                <a:gd name="connsiteY9" fmla="*/ 6069135 h 6858000"/>
                <a:gd name="connsiteX10" fmla="*/ 6480248 w 9065550"/>
                <a:gd name="connsiteY10" fmla="*/ 5607082 h 6858000"/>
                <a:gd name="connsiteX11" fmla="*/ 7551502 w 9065550"/>
                <a:gd name="connsiteY11" fmla="*/ 4859004 h 6858000"/>
                <a:gd name="connsiteX12" fmla="*/ 7844227 w 9065550"/>
                <a:gd name="connsiteY12" fmla="*/ 4683074 h 6858000"/>
                <a:gd name="connsiteX13" fmla="*/ 8005810 w 9065550"/>
                <a:gd name="connsiteY13" fmla="*/ 4330239 h 6858000"/>
                <a:gd name="connsiteX14" fmla="*/ 8016191 w 9065550"/>
                <a:gd name="connsiteY14" fmla="*/ 2956574 h 6858000"/>
                <a:gd name="connsiteX15" fmla="*/ 7346424 w 9065550"/>
                <a:gd name="connsiteY15" fmla="*/ 1636739 h 6858000"/>
                <a:gd name="connsiteX16" fmla="*/ 5995751 w 9065550"/>
                <a:gd name="connsiteY16" fmla="*/ 493319 h 6858000"/>
                <a:gd name="connsiteX17" fmla="*/ 4494836 w 9065550"/>
                <a:gd name="connsiteY17" fmla="*/ 75383 h 6858000"/>
                <a:gd name="connsiteX18" fmla="*/ 2002499 w 9065550"/>
                <a:gd name="connsiteY18" fmla="*/ 1094261 h 6858000"/>
                <a:gd name="connsiteX19" fmla="*/ 1241306 w 9065550"/>
                <a:gd name="connsiteY19" fmla="*/ 2206935 h 6858000"/>
                <a:gd name="connsiteX20" fmla="*/ 961736 w 9065550"/>
                <a:gd name="connsiteY20" fmla="*/ 3573719 h 6858000"/>
                <a:gd name="connsiteX21" fmla="*/ 1193878 w 9065550"/>
                <a:gd name="connsiteY21" fmla="*/ 4824208 h 6858000"/>
                <a:gd name="connsiteX22" fmla="*/ 1832096 w 9065550"/>
                <a:gd name="connsiteY22" fmla="*/ 5873050 h 6858000"/>
                <a:gd name="connsiteX23" fmla="*/ 3010752 w 9065550"/>
                <a:gd name="connsiteY23" fmla="*/ 6749475 h 6858000"/>
                <a:gd name="connsiteX24" fmla="*/ 3187037 w 9065550"/>
                <a:gd name="connsiteY24" fmla="*/ 6824756 h 6858000"/>
                <a:gd name="connsiteX25" fmla="*/ 3278211 w 9065550"/>
                <a:gd name="connsiteY25" fmla="*/ 6858000 h 6858000"/>
                <a:gd name="connsiteX26" fmla="*/ 1480830 w 9065550"/>
                <a:gd name="connsiteY26" fmla="*/ 6858000 h 6858000"/>
                <a:gd name="connsiteX27" fmla="*/ 1427607 w 9065550"/>
                <a:gd name="connsiteY27" fmla="*/ 6811515 h 6858000"/>
                <a:gd name="connsiteX28" fmla="*/ 1100739 w 9065550"/>
                <a:gd name="connsiteY28" fmla="*/ 6477651 h 6858000"/>
                <a:gd name="connsiteX29" fmla="*/ 0 w 9065550"/>
                <a:gd name="connsiteY29" fmla="*/ 3573620 h 6858000"/>
                <a:gd name="connsiteX30" fmla="*/ 1805513 w 9065550"/>
                <a:gd name="connsiteY30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9065550" h="6858000">
                  <a:moveTo>
                    <a:pt x="1839951" y="0"/>
                  </a:moveTo>
                  <a:lnTo>
                    <a:pt x="6979427" y="0"/>
                  </a:lnTo>
                  <a:lnTo>
                    <a:pt x="6989586" y="6825"/>
                  </a:lnTo>
                  <a:cubicBezTo>
                    <a:pt x="8438828" y="1031353"/>
                    <a:pt x="9439169" y="2823601"/>
                    <a:pt x="8932062" y="4580835"/>
                  </a:cubicBezTo>
                  <a:cubicBezTo>
                    <a:pt x="8592517" y="5757293"/>
                    <a:pt x="7979652" y="5458140"/>
                    <a:pt x="7166294" y="6259703"/>
                  </a:cubicBezTo>
                  <a:cubicBezTo>
                    <a:pt x="7064618" y="6359905"/>
                    <a:pt x="6966014" y="6462297"/>
                    <a:pt x="6868878" y="6564765"/>
                  </a:cubicBezTo>
                  <a:lnTo>
                    <a:pt x="6591881" y="6858000"/>
                  </a:lnTo>
                  <a:lnTo>
                    <a:pt x="5184648" y="6858000"/>
                  </a:lnTo>
                  <a:lnTo>
                    <a:pt x="5244877" y="6817615"/>
                  </a:lnTo>
                  <a:cubicBezTo>
                    <a:pt x="5481027" y="6649287"/>
                    <a:pt x="5723665" y="6398593"/>
                    <a:pt x="6033853" y="6069135"/>
                  </a:cubicBezTo>
                  <a:cubicBezTo>
                    <a:pt x="6175680" y="5918484"/>
                    <a:pt x="6322395" y="5762660"/>
                    <a:pt x="6480248" y="5607082"/>
                  </a:cubicBezTo>
                  <a:cubicBezTo>
                    <a:pt x="6893276" y="5200077"/>
                    <a:pt x="7273697" y="5002920"/>
                    <a:pt x="7551502" y="4859004"/>
                  </a:cubicBezTo>
                  <a:cubicBezTo>
                    <a:pt x="7687884" y="4788339"/>
                    <a:pt x="7795540" y="4732559"/>
                    <a:pt x="7844227" y="4683074"/>
                  </a:cubicBezTo>
                  <a:cubicBezTo>
                    <a:pt x="7898759" y="4627636"/>
                    <a:pt x="7956165" y="4502313"/>
                    <a:pt x="8005810" y="4330239"/>
                  </a:cubicBezTo>
                  <a:cubicBezTo>
                    <a:pt x="8132968" y="3889611"/>
                    <a:pt x="8136446" y="3427460"/>
                    <a:pt x="8016191" y="2956574"/>
                  </a:cubicBezTo>
                  <a:cubicBezTo>
                    <a:pt x="7900876" y="2505064"/>
                    <a:pt x="7669287" y="2048671"/>
                    <a:pt x="7346424" y="1636739"/>
                  </a:cubicBezTo>
                  <a:cubicBezTo>
                    <a:pt x="6979764" y="1168830"/>
                    <a:pt x="6512706" y="773489"/>
                    <a:pt x="5995751" y="493319"/>
                  </a:cubicBezTo>
                  <a:cubicBezTo>
                    <a:pt x="5491195" y="219884"/>
                    <a:pt x="4972174" y="75383"/>
                    <a:pt x="4494836" y="75383"/>
                  </a:cubicBezTo>
                  <a:cubicBezTo>
                    <a:pt x="3554318" y="75383"/>
                    <a:pt x="2669191" y="437197"/>
                    <a:pt x="2002499" y="1094261"/>
                  </a:cubicBezTo>
                  <a:cubicBezTo>
                    <a:pt x="1676360" y="1415667"/>
                    <a:pt x="1420225" y="1790023"/>
                    <a:pt x="1241306" y="2206935"/>
                  </a:cubicBezTo>
                  <a:cubicBezTo>
                    <a:pt x="1055782" y="2639169"/>
                    <a:pt x="961736" y="3099027"/>
                    <a:pt x="961736" y="3573719"/>
                  </a:cubicBezTo>
                  <a:cubicBezTo>
                    <a:pt x="961736" y="4005124"/>
                    <a:pt x="1039805" y="4425841"/>
                    <a:pt x="1193878" y="4824208"/>
                  </a:cubicBezTo>
                  <a:cubicBezTo>
                    <a:pt x="1342457" y="5208423"/>
                    <a:pt x="1557214" y="5561306"/>
                    <a:pt x="1832096" y="5873050"/>
                  </a:cubicBezTo>
                  <a:cubicBezTo>
                    <a:pt x="2157126" y="6241599"/>
                    <a:pt x="2564661" y="6544656"/>
                    <a:pt x="3010752" y="6749475"/>
                  </a:cubicBezTo>
                  <a:cubicBezTo>
                    <a:pt x="3069003" y="6776219"/>
                    <a:pt x="3127773" y="6801314"/>
                    <a:pt x="3187037" y="6824756"/>
                  </a:cubicBezTo>
                  <a:lnTo>
                    <a:pt x="3278211" y="6858000"/>
                  </a:lnTo>
                  <a:lnTo>
                    <a:pt x="1480830" y="6858000"/>
                  </a:lnTo>
                  <a:lnTo>
                    <a:pt x="1427607" y="6811515"/>
                  </a:lnTo>
                  <a:cubicBezTo>
                    <a:pt x="1312870" y="6705919"/>
                    <a:pt x="1203751" y="6594470"/>
                    <a:pt x="1100739" y="6477651"/>
                  </a:cubicBezTo>
                  <a:cubicBezTo>
                    <a:pt x="415045" y="5700097"/>
                    <a:pt x="0" y="4684635"/>
                    <a:pt x="0" y="3573620"/>
                  </a:cubicBezTo>
                  <a:cubicBezTo>
                    <a:pt x="0" y="2121118"/>
                    <a:pt x="709459" y="831902"/>
                    <a:pt x="1805513" y="24133"/>
                  </a:cubicBezTo>
                  <a:close/>
                </a:path>
              </a:pathLst>
            </a:custGeom>
            <a:solidFill>
              <a:schemeClr val="accent1">
                <a:alpha val="8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9B732812-A0BB-4324-B390-DFEF26C109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48217" y="36937"/>
              <a:ext cx="9088051" cy="6858000"/>
            </a:xfrm>
            <a:custGeom>
              <a:avLst/>
              <a:gdLst>
                <a:gd name="connsiteX0" fmla="*/ 5158786 w 9088051"/>
                <a:gd name="connsiteY0" fmla="*/ 0 h 6858000"/>
                <a:gd name="connsiteX1" fmla="*/ 6996771 w 9088051"/>
                <a:gd name="connsiteY1" fmla="*/ 0 h 6858000"/>
                <a:gd name="connsiteX2" fmla="*/ 7006955 w 9088051"/>
                <a:gd name="connsiteY2" fmla="*/ 6825 h 6858000"/>
                <a:gd name="connsiteX3" fmla="*/ 8954230 w 9088051"/>
                <a:gd name="connsiteY3" fmla="*/ 4580835 h 6858000"/>
                <a:gd name="connsiteX4" fmla="*/ 7184080 w 9088051"/>
                <a:gd name="connsiteY4" fmla="*/ 6259703 h 6858000"/>
                <a:gd name="connsiteX5" fmla="*/ 6885926 w 9088051"/>
                <a:gd name="connsiteY5" fmla="*/ 6564765 h 6858000"/>
                <a:gd name="connsiteX6" fmla="*/ 6608241 w 9088051"/>
                <a:gd name="connsiteY6" fmla="*/ 6858000 h 6858000"/>
                <a:gd name="connsiteX7" fmla="*/ 5462870 w 9088051"/>
                <a:gd name="connsiteY7" fmla="*/ 6858000 h 6858000"/>
                <a:gd name="connsiteX8" fmla="*/ 5529056 w 9088051"/>
                <a:gd name="connsiteY8" fmla="*/ 6804645 h 6858000"/>
                <a:gd name="connsiteX9" fmla="*/ 6167613 w 9088051"/>
                <a:gd name="connsiteY9" fmla="*/ 6173667 h 6858000"/>
                <a:gd name="connsiteX10" fmla="*/ 6610973 w 9088051"/>
                <a:gd name="connsiteY10" fmla="*/ 5715860 h 6858000"/>
                <a:gd name="connsiteX11" fmla="*/ 7646083 w 9088051"/>
                <a:gd name="connsiteY11" fmla="*/ 4995842 h 6858000"/>
                <a:gd name="connsiteX12" fmla="*/ 7980054 w 9088051"/>
                <a:gd name="connsiteY12" fmla="*/ 4790095 h 6858000"/>
                <a:gd name="connsiteX13" fmla="*/ 8180437 w 9088051"/>
                <a:gd name="connsiteY13" fmla="*/ 4371964 h 6858000"/>
                <a:gd name="connsiteX14" fmla="*/ 8192058 w 9088051"/>
                <a:gd name="connsiteY14" fmla="*/ 2919242 h 6858000"/>
                <a:gd name="connsiteX15" fmla="*/ 7492638 w 9088051"/>
                <a:gd name="connsiteY15" fmla="*/ 1542845 h 6858000"/>
                <a:gd name="connsiteX16" fmla="*/ 6089097 w 9088051"/>
                <a:gd name="connsiteY16" fmla="*/ 357847 h 6858000"/>
                <a:gd name="connsiteX17" fmla="*/ 5288639 w 9088051"/>
                <a:gd name="connsiteY17" fmla="*/ 31627 h 6858000"/>
                <a:gd name="connsiteX18" fmla="*/ 1844517 w 9088051"/>
                <a:gd name="connsiteY18" fmla="*/ 0 h 6858000"/>
                <a:gd name="connsiteX19" fmla="*/ 3734467 w 9088051"/>
                <a:gd name="connsiteY19" fmla="*/ 0 h 6858000"/>
                <a:gd name="connsiteX20" fmla="*/ 3603618 w 9088051"/>
                <a:gd name="connsiteY20" fmla="*/ 28853 h 6858000"/>
                <a:gd name="connsiteX21" fmla="*/ 1892878 w 9088051"/>
                <a:gd name="connsiteY21" fmla="*/ 985434 h 6858000"/>
                <a:gd name="connsiteX22" fmla="*/ 1096045 w 9088051"/>
                <a:gd name="connsiteY22" fmla="*/ 2147349 h 6858000"/>
                <a:gd name="connsiteX23" fmla="*/ 803453 w 9088051"/>
                <a:gd name="connsiteY23" fmla="*/ 3573669 h 6858000"/>
                <a:gd name="connsiteX24" fmla="*/ 1046377 w 9088051"/>
                <a:gd name="connsiteY24" fmla="*/ 4878573 h 6858000"/>
                <a:gd name="connsiteX25" fmla="*/ 1714473 w 9088051"/>
                <a:gd name="connsiteY25" fmla="*/ 5973776 h 6858000"/>
                <a:gd name="connsiteX26" fmla="*/ 2776083 w 9088051"/>
                <a:gd name="connsiteY26" fmla="*/ 6804641 h 6858000"/>
                <a:gd name="connsiteX27" fmla="*/ 2884836 w 9088051"/>
                <a:gd name="connsiteY27" fmla="*/ 6858000 h 6858000"/>
                <a:gd name="connsiteX28" fmla="*/ 1484505 w 9088051"/>
                <a:gd name="connsiteY28" fmla="*/ 6858000 h 6858000"/>
                <a:gd name="connsiteX29" fmla="*/ 1431151 w 9088051"/>
                <a:gd name="connsiteY29" fmla="*/ 6811515 h 6858000"/>
                <a:gd name="connsiteX30" fmla="*/ 1103471 w 9088051"/>
                <a:gd name="connsiteY30" fmla="*/ 6477651 h 6858000"/>
                <a:gd name="connsiteX31" fmla="*/ 0 w 9088051"/>
                <a:gd name="connsiteY31" fmla="*/ 3573620 h 6858000"/>
                <a:gd name="connsiteX32" fmla="*/ 1809994 w 9088051"/>
                <a:gd name="connsiteY32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9088051" h="6858000">
                  <a:moveTo>
                    <a:pt x="5158786" y="0"/>
                  </a:moveTo>
                  <a:lnTo>
                    <a:pt x="6996771" y="0"/>
                  </a:lnTo>
                  <a:lnTo>
                    <a:pt x="7006955" y="6825"/>
                  </a:lnTo>
                  <a:cubicBezTo>
                    <a:pt x="8459794" y="1031353"/>
                    <a:pt x="9462596" y="2823601"/>
                    <a:pt x="8954230" y="4580835"/>
                  </a:cubicBezTo>
                  <a:cubicBezTo>
                    <a:pt x="8613842" y="5757293"/>
                    <a:pt x="7999457" y="5458140"/>
                    <a:pt x="7184080" y="6259703"/>
                  </a:cubicBezTo>
                  <a:cubicBezTo>
                    <a:pt x="7082152" y="6359905"/>
                    <a:pt x="6983303" y="6462297"/>
                    <a:pt x="6885926" y="6564765"/>
                  </a:cubicBezTo>
                  <a:lnTo>
                    <a:pt x="6608241" y="6858000"/>
                  </a:lnTo>
                  <a:lnTo>
                    <a:pt x="5462870" y="6858000"/>
                  </a:lnTo>
                  <a:lnTo>
                    <a:pt x="5529056" y="6804645"/>
                  </a:lnTo>
                  <a:cubicBezTo>
                    <a:pt x="5740217" y="6626505"/>
                    <a:pt x="5949382" y="6404876"/>
                    <a:pt x="6167613" y="6173667"/>
                  </a:cubicBezTo>
                  <a:cubicBezTo>
                    <a:pt x="6308782" y="6024091"/>
                    <a:pt x="6454799" y="5869390"/>
                    <a:pt x="6610973" y="5715860"/>
                  </a:cubicBezTo>
                  <a:cubicBezTo>
                    <a:pt x="7007847" y="5325741"/>
                    <a:pt x="7376733" y="5135074"/>
                    <a:pt x="7646083" y="4995842"/>
                  </a:cubicBezTo>
                  <a:cubicBezTo>
                    <a:pt x="7816858" y="4907561"/>
                    <a:pt x="7916545" y="4854514"/>
                    <a:pt x="7980054" y="4790095"/>
                  </a:cubicBezTo>
                  <a:cubicBezTo>
                    <a:pt x="8054629" y="4714405"/>
                    <a:pt x="8122031" y="4573758"/>
                    <a:pt x="8180437" y="4371964"/>
                  </a:cubicBezTo>
                  <a:cubicBezTo>
                    <a:pt x="8315441" y="3905228"/>
                    <a:pt x="8319381" y="3416431"/>
                    <a:pt x="8192058" y="2919242"/>
                  </a:cubicBezTo>
                  <a:cubicBezTo>
                    <a:pt x="8071251" y="2447381"/>
                    <a:pt x="7829388" y="1971467"/>
                    <a:pt x="7492638" y="1542845"/>
                  </a:cubicBezTo>
                  <a:cubicBezTo>
                    <a:pt x="7111829" y="1058099"/>
                    <a:pt x="6626484" y="648361"/>
                    <a:pt x="6089097" y="357847"/>
                  </a:cubicBezTo>
                  <a:cubicBezTo>
                    <a:pt x="5824244" y="214687"/>
                    <a:pt x="5554957" y="105262"/>
                    <a:pt x="5288639" y="31627"/>
                  </a:cubicBezTo>
                  <a:close/>
                  <a:moveTo>
                    <a:pt x="1844517" y="0"/>
                  </a:moveTo>
                  <a:lnTo>
                    <a:pt x="3734467" y="0"/>
                  </a:lnTo>
                  <a:lnTo>
                    <a:pt x="3603618" y="28853"/>
                  </a:lnTo>
                  <a:cubicBezTo>
                    <a:pt x="2962049" y="186733"/>
                    <a:pt x="2373277" y="513136"/>
                    <a:pt x="1892878" y="985434"/>
                  </a:cubicBezTo>
                  <a:cubicBezTo>
                    <a:pt x="1551428" y="1321091"/>
                    <a:pt x="1283341" y="1711990"/>
                    <a:pt x="1096045" y="2147349"/>
                  </a:cubicBezTo>
                  <a:cubicBezTo>
                    <a:pt x="901876" y="2598519"/>
                    <a:pt x="803453" y="3078432"/>
                    <a:pt x="803453" y="3573669"/>
                  </a:cubicBezTo>
                  <a:cubicBezTo>
                    <a:pt x="803453" y="4023717"/>
                    <a:pt x="885151" y="4462735"/>
                    <a:pt x="1046377" y="4878573"/>
                  </a:cubicBezTo>
                  <a:cubicBezTo>
                    <a:pt x="1201945" y="5279770"/>
                    <a:pt x="1426681" y="5648221"/>
                    <a:pt x="1714473" y="5973776"/>
                  </a:cubicBezTo>
                  <a:cubicBezTo>
                    <a:pt x="2012357" y="6310732"/>
                    <a:pt x="2376505" y="6595304"/>
                    <a:pt x="2776083" y="6804641"/>
                  </a:cubicBezTo>
                  <a:lnTo>
                    <a:pt x="2884836" y="6858000"/>
                  </a:lnTo>
                  <a:lnTo>
                    <a:pt x="1484505" y="6858000"/>
                  </a:lnTo>
                  <a:lnTo>
                    <a:pt x="1431151" y="6811515"/>
                  </a:lnTo>
                  <a:cubicBezTo>
                    <a:pt x="1316128" y="6705919"/>
                    <a:pt x="1206738" y="6594470"/>
                    <a:pt x="1103471" y="6477651"/>
                  </a:cubicBezTo>
                  <a:cubicBezTo>
                    <a:pt x="416075" y="5700097"/>
                    <a:pt x="0" y="4684635"/>
                    <a:pt x="0" y="3573620"/>
                  </a:cubicBezTo>
                  <a:cubicBezTo>
                    <a:pt x="0" y="2121118"/>
                    <a:pt x="711220" y="831902"/>
                    <a:pt x="1809994" y="241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2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01FEC055-6F76-4E20-BC93-76C2F58EAF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29061" y="36937"/>
              <a:ext cx="9107210" cy="6858000"/>
            </a:xfrm>
            <a:custGeom>
              <a:avLst/>
              <a:gdLst>
                <a:gd name="connsiteX0" fmla="*/ 6184722 w 9107210"/>
                <a:gd name="connsiteY0" fmla="*/ 0 h 6858000"/>
                <a:gd name="connsiteX1" fmla="*/ 6985680 w 9107210"/>
                <a:gd name="connsiteY1" fmla="*/ 0 h 6858000"/>
                <a:gd name="connsiteX2" fmla="*/ 7324323 w 9107210"/>
                <a:gd name="connsiteY2" fmla="*/ 247136 h 6858000"/>
                <a:gd name="connsiteX3" fmla="*/ 7652712 w 9107210"/>
                <a:gd name="connsiteY3" fmla="*/ 528495 h 6858000"/>
                <a:gd name="connsiteX4" fmla="*/ 8236677 w 9107210"/>
                <a:gd name="connsiteY4" fmla="*/ 1166289 h 6858000"/>
                <a:gd name="connsiteX5" fmla="*/ 8704298 w 9107210"/>
                <a:gd name="connsiteY5" fmla="*/ 1897038 h 6858000"/>
                <a:gd name="connsiteX6" fmla="*/ 8885160 w 9107210"/>
                <a:gd name="connsiteY6" fmla="*/ 2294087 h 6858000"/>
                <a:gd name="connsiteX7" fmla="*/ 8924247 w 9107210"/>
                <a:gd name="connsiteY7" fmla="*/ 2396286 h 6858000"/>
                <a:gd name="connsiteX8" fmla="*/ 8960022 w 9107210"/>
                <a:gd name="connsiteY8" fmla="*/ 2499767 h 6858000"/>
                <a:gd name="connsiteX9" fmla="*/ 8991720 w 9107210"/>
                <a:gd name="connsiteY9" fmla="*/ 2604671 h 6858000"/>
                <a:gd name="connsiteX10" fmla="*/ 9019646 w 9107210"/>
                <a:gd name="connsiteY10" fmla="*/ 2710708 h 6858000"/>
                <a:gd name="connsiteX11" fmla="*/ 9105822 w 9107210"/>
                <a:gd name="connsiteY11" fmla="*/ 3582266 h 6858000"/>
                <a:gd name="connsiteX12" fmla="*/ 9057716 w 9107210"/>
                <a:gd name="connsiteY12" fmla="*/ 4017873 h 6858000"/>
                <a:gd name="connsiteX13" fmla="*/ 8945600 w 9107210"/>
                <a:gd name="connsiteY13" fmla="*/ 4439659 h 6858000"/>
                <a:gd name="connsiteX14" fmla="*/ 8796080 w 9107210"/>
                <a:gd name="connsiteY14" fmla="*/ 4847428 h 6858000"/>
                <a:gd name="connsiteX15" fmla="*/ 8702056 w 9107210"/>
                <a:gd name="connsiteY15" fmla="*/ 5050108 h 6858000"/>
                <a:gd name="connsiteX16" fmla="*/ 8581125 w 9107210"/>
                <a:gd name="connsiteY16" fmla="*/ 5247525 h 6858000"/>
                <a:gd name="connsiteX17" fmla="*/ 8426254 w 9107210"/>
                <a:gd name="connsiteY17" fmla="*/ 5429647 h 6858000"/>
                <a:gd name="connsiteX18" fmla="*/ 8337174 w 9107210"/>
                <a:gd name="connsiteY18" fmla="*/ 5510552 h 6858000"/>
                <a:gd name="connsiteX19" fmla="*/ 8243200 w 9107210"/>
                <a:gd name="connsiteY19" fmla="*/ 5582948 h 6858000"/>
                <a:gd name="connsiteX20" fmla="*/ 7868330 w 9107210"/>
                <a:gd name="connsiteY20" fmla="*/ 5811104 h 6858000"/>
                <a:gd name="connsiteX21" fmla="*/ 7538916 w 9107210"/>
                <a:gd name="connsiteY21" fmla="*/ 6018899 h 6858000"/>
                <a:gd name="connsiteX22" fmla="*/ 7391280 w 9107210"/>
                <a:gd name="connsiteY22" fmla="*/ 6134132 h 6858000"/>
                <a:gd name="connsiteX23" fmla="*/ 7252511 w 9107210"/>
                <a:gd name="connsiteY23" fmla="*/ 6259105 h 6858000"/>
                <a:gd name="connsiteX24" fmla="*/ 7185601 w 9107210"/>
                <a:gd name="connsiteY24" fmla="*/ 6325894 h 6858000"/>
                <a:gd name="connsiteX25" fmla="*/ 7116651 w 9107210"/>
                <a:gd name="connsiteY25" fmla="*/ 6397010 h 6858000"/>
                <a:gd name="connsiteX26" fmla="*/ 6978545 w 9107210"/>
                <a:gd name="connsiteY26" fmla="*/ 6541607 h 6858000"/>
                <a:gd name="connsiteX27" fmla="*/ 6693009 w 9107210"/>
                <a:gd name="connsiteY27" fmla="*/ 6832716 h 6858000"/>
                <a:gd name="connsiteX28" fmla="*/ 6667488 w 9107210"/>
                <a:gd name="connsiteY28" fmla="*/ 6858000 h 6858000"/>
                <a:gd name="connsiteX29" fmla="*/ 6056793 w 9107210"/>
                <a:gd name="connsiteY29" fmla="*/ 6858000 h 6858000"/>
                <a:gd name="connsiteX30" fmla="*/ 6077345 w 9107210"/>
                <a:gd name="connsiteY30" fmla="*/ 6835420 h 6858000"/>
                <a:gd name="connsiteX31" fmla="*/ 6208519 w 9107210"/>
                <a:gd name="connsiteY31" fmla="*/ 6683989 h 6858000"/>
                <a:gd name="connsiteX32" fmla="*/ 6340001 w 9107210"/>
                <a:gd name="connsiteY32" fmla="*/ 6529852 h 6858000"/>
                <a:gd name="connsiteX33" fmla="*/ 6611419 w 9107210"/>
                <a:gd name="connsiteY33" fmla="*/ 6219317 h 6858000"/>
                <a:gd name="connsiteX34" fmla="*/ 6757678 w 9107210"/>
                <a:gd name="connsiteY34" fmla="*/ 6068228 h 6858000"/>
                <a:gd name="connsiteX35" fmla="*/ 6833713 w 9107210"/>
                <a:gd name="connsiteY35" fmla="*/ 5994061 h 6858000"/>
                <a:gd name="connsiteX36" fmla="*/ 6915148 w 9107210"/>
                <a:gd name="connsiteY36" fmla="*/ 5918812 h 6858000"/>
                <a:gd name="connsiteX37" fmla="*/ 7276311 w 9107210"/>
                <a:gd name="connsiteY37" fmla="*/ 5650229 h 6858000"/>
                <a:gd name="connsiteX38" fmla="*/ 7664942 w 9107210"/>
                <a:gd name="connsiteY38" fmla="*/ 5445681 h 6858000"/>
                <a:gd name="connsiteX39" fmla="*/ 7848505 w 9107210"/>
                <a:gd name="connsiteY39" fmla="*/ 5358333 h 6858000"/>
                <a:gd name="connsiteX40" fmla="*/ 8011785 w 9107210"/>
                <a:gd name="connsiteY40" fmla="*/ 5267788 h 6858000"/>
                <a:gd name="connsiteX41" fmla="*/ 8260273 w 9107210"/>
                <a:gd name="connsiteY41" fmla="*/ 5034370 h 6858000"/>
                <a:gd name="connsiteX42" fmla="*/ 8417589 w 9107210"/>
                <a:gd name="connsiteY42" fmla="*/ 4714488 h 6858000"/>
                <a:gd name="connsiteX43" fmla="*/ 8495000 w 9107210"/>
                <a:gd name="connsiteY43" fmla="*/ 4346409 h 6858000"/>
                <a:gd name="connsiteX44" fmla="*/ 8508556 w 9107210"/>
                <a:gd name="connsiteY44" fmla="*/ 3971101 h 6858000"/>
                <a:gd name="connsiteX45" fmla="*/ 8483330 w 9107210"/>
                <a:gd name="connsiteY45" fmla="*/ 3600710 h 6858000"/>
                <a:gd name="connsiteX46" fmla="*/ 8425336 w 9107210"/>
                <a:gd name="connsiteY46" fmla="*/ 3236121 h 6858000"/>
                <a:gd name="connsiteX47" fmla="*/ 8334575 w 9107210"/>
                <a:gd name="connsiteY47" fmla="*/ 2877977 h 6858000"/>
                <a:gd name="connsiteX48" fmla="*/ 8087513 w 9107210"/>
                <a:gd name="connsiteY48" fmla="*/ 2174622 h 6858000"/>
                <a:gd name="connsiteX49" fmla="*/ 7723650 w 9107210"/>
                <a:gd name="connsiteY49" fmla="*/ 1507613 h 6858000"/>
                <a:gd name="connsiteX50" fmla="*/ 7501815 w 9107210"/>
                <a:gd name="connsiteY50" fmla="*/ 1192947 h 6858000"/>
                <a:gd name="connsiteX51" fmla="*/ 7254399 w 9107210"/>
                <a:gd name="connsiteY51" fmla="*/ 894361 h 6858000"/>
                <a:gd name="connsiteX52" fmla="*/ 6689339 w 9107210"/>
                <a:gd name="connsiteY52" fmla="*/ 354046 h 6858000"/>
                <a:gd name="connsiteX53" fmla="*/ 6206651 w 9107210"/>
                <a:gd name="connsiteY53" fmla="*/ 12626 h 6858000"/>
                <a:gd name="connsiteX54" fmla="*/ 1827105 w 9107210"/>
                <a:gd name="connsiteY54" fmla="*/ 0 h 6858000"/>
                <a:gd name="connsiteX55" fmla="*/ 2807607 w 9107210"/>
                <a:gd name="connsiteY55" fmla="*/ 0 h 6858000"/>
                <a:gd name="connsiteX56" fmla="*/ 2667958 w 9107210"/>
                <a:gd name="connsiteY56" fmla="*/ 88235 h 6858000"/>
                <a:gd name="connsiteX57" fmla="*/ 2354723 w 9107210"/>
                <a:gd name="connsiteY57" fmla="*/ 314947 h 6858000"/>
                <a:gd name="connsiteX58" fmla="*/ 2059963 w 9107210"/>
                <a:gd name="connsiteY58" fmla="*/ 561545 h 6858000"/>
                <a:gd name="connsiteX59" fmla="*/ 1780798 w 9107210"/>
                <a:gd name="connsiteY59" fmla="*/ 824425 h 6858000"/>
                <a:gd name="connsiteX60" fmla="*/ 954714 w 9107210"/>
                <a:gd name="connsiteY60" fmla="*/ 2094309 h 6858000"/>
                <a:gd name="connsiteX61" fmla="*/ 732676 w 9107210"/>
                <a:gd name="connsiteY61" fmla="*/ 2813646 h 6858000"/>
                <a:gd name="connsiteX62" fmla="*/ 673867 w 9107210"/>
                <a:gd name="connsiteY62" fmla="*/ 3183989 h 6858000"/>
                <a:gd name="connsiteX63" fmla="*/ 647621 w 9107210"/>
                <a:gd name="connsiteY63" fmla="*/ 3557281 h 6858000"/>
                <a:gd name="connsiteX64" fmla="*/ 653381 w 9107210"/>
                <a:gd name="connsiteY64" fmla="*/ 3931214 h 6858000"/>
                <a:gd name="connsiteX65" fmla="*/ 690428 w 9107210"/>
                <a:gd name="connsiteY65" fmla="*/ 4303719 h 6858000"/>
                <a:gd name="connsiteX66" fmla="*/ 871801 w 9107210"/>
                <a:gd name="connsiteY66" fmla="*/ 5033041 h 6858000"/>
                <a:gd name="connsiteX67" fmla="*/ 1197749 w 9107210"/>
                <a:gd name="connsiteY67" fmla="*/ 5718494 h 6858000"/>
                <a:gd name="connsiteX68" fmla="*/ 1411480 w 9107210"/>
                <a:gd name="connsiteY68" fmla="*/ 6036703 h 6858000"/>
                <a:gd name="connsiteX69" fmla="*/ 1530170 w 9107210"/>
                <a:gd name="connsiteY69" fmla="*/ 6188430 h 6858000"/>
                <a:gd name="connsiteX70" fmla="*/ 1657165 w 9107210"/>
                <a:gd name="connsiteY70" fmla="*/ 6335385 h 6858000"/>
                <a:gd name="connsiteX71" fmla="*/ 1931343 w 9107210"/>
                <a:gd name="connsiteY71" fmla="*/ 6612896 h 6858000"/>
                <a:gd name="connsiteX72" fmla="*/ 2220133 w 9107210"/>
                <a:gd name="connsiteY72" fmla="*/ 6858000 h 6858000"/>
                <a:gd name="connsiteX73" fmla="*/ 1539862 w 9107210"/>
                <a:gd name="connsiteY73" fmla="*/ 6858000 h 6858000"/>
                <a:gd name="connsiteX74" fmla="*/ 1307111 w 9107210"/>
                <a:gd name="connsiteY74" fmla="*/ 6648873 h 6858000"/>
                <a:gd name="connsiteX75" fmla="*/ 750258 w 9107210"/>
                <a:gd name="connsiteY75" fmla="*/ 5987570 h 6858000"/>
                <a:gd name="connsiteX76" fmla="*/ 335382 w 9107210"/>
                <a:gd name="connsiteY76" fmla="*/ 5229279 h 6858000"/>
                <a:gd name="connsiteX77" fmla="*/ 79351 w 9107210"/>
                <a:gd name="connsiteY77" fmla="*/ 4403854 h 6858000"/>
                <a:gd name="connsiteX78" fmla="*/ 16007 w 9107210"/>
                <a:gd name="connsiteY78" fmla="*/ 3975723 h 6858000"/>
                <a:gd name="connsiteX79" fmla="*/ 871 w 9107210"/>
                <a:gd name="connsiteY79" fmla="*/ 3543362 h 6858000"/>
                <a:gd name="connsiteX80" fmla="*/ 32519 w 9107210"/>
                <a:gd name="connsiteY80" fmla="*/ 3112085 h 6858000"/>
                <a:gd name="connsiteX81" fmla="*/ 108502 w 9107210"/>
                <a:gd name="connsiteY81" fmla="*/ 2686511 h 6858000"/>
                <a:gd name="connsiteX82" fmla="*/ 378239 w 9107210"/>
                <a:gd name="connsiteY82" fmla="*/ 1865955 h 6858000"/>
                <a:gd name="connsiteX83" fmla="*/ 1343701 w 9107210"/>
                <a:gd name="connsiteY83" fmla="*/ 431508 h 6858000"/>
                <a:gd name="connsiteX84" fmla="*/ 1661853 w 9107210"/>
                <a:gd name="connsiteY84" fmla="*/ 130268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</a:cxnLst>
              <a:rect l="l" t="t" r="r" b="b"/>
              <a:pathLst>
                <a:path w="9107210" h="6858000">
                  <a:moveTo>
                    <a:pt x="6184722" y="0"/>
                  </a:moveTo>
                  <a:lnTo>
                    <a:pt x="6985680" y="0"/>
                  </a:lnTo>
                  <a:lnTo>
                    <a:pt x="7324323" y="247136"/>
                  </a:lnTo>
                  <a:cubicBezTo>
                    <a:pt x="7437502" y="336500"/>
                    <a:pt x="7547171" y="430254"/>
                    <a:pt x="7652712" y="528495"/>
                  </a:cubicBezTo>
                  <a:cubicBezTo>
                    <a:pt x="7863743" y="724929"/>
                    <a:pt x="8060097" y="937593"/>
                    <a:pt x="8236677" y="1166289"/>
                  </a:cubicBezTo>
                  <a:cubicBezTo>
                    <a:pt x="8413818" y="1394594"/>
                    <a:pt x="8570168" y="1639471"/>
                    <a:pt x="8704298" y="1897038"/>
                  </a:cubicBezTo>
                  <a:cubicBezTo>
                    <a:pt x="8770803" y="2026141"/>
                    <a:pt x="8830836" y="2158786"/>
                    <a:pt x="8885160" y="2294087"/>
                  </a:cubicBezTo>
                  <a:cubicBezTo>
                    <a:pt x="8898360" y="2328071"/>
                    <a:pt x="8912169" y="2361810"/>
                    <a:pt x="8924247" y="2396286"/>
                  </a:cubicBezTo>
                  <a:lnTo>
                    <a:pt x="8960022" y="2499767"/>
                  </a:lnTo>
                  <a:lnTo>
                    <a:pt x="8991720" y="2604671"/>
                  </a:lnTo>
                  <a:cubicBezTo>
                    <a:pt x="9002116" y="2639690"/>
                    <a:pt x="9010474" y="2675346"/>
                    <a:pt x="9019646" y="2710708"/>
                  </a:cubicBezTo>
                  <a:cubicBezTo>
                    <a:pt x="9089055" y="2995079"/>
                    <a:pt x="9113620" y="3289927"/>
                    <a:pt x="9105822" y="3582266"/>
                  </a:cubicBezTo>
                  <a:cubicBezTo>
                    <a:pt x="9101796" y="3728484"/>
                    <a:pt x="9085744" y="3874458"/>
                    <a:pt x="9057716" y="4017873"/>
                  </a:cubicBezTo>
                  <a:cubicBezTo>
                    <a:pt x="9029534" y="4161336"/>
                    <a:pt x="8990497" y="4302046"/>
                    <a:pt x="8945600" y="4439659"/>
                  </a:cubicBezTo>
                  <a:cubicBezTo>
                    <a:pt x="8900857" y="4577566"/>
                    <a:pt x="8852901" y="4711784"/>
                    <a:pt x="8796080" y="4847428"/>
                  </a:cubicBezTo>
                  <a:cubicBezTo>
                    <a:pt x="8767695" y="4915152"/>
                    <a:pt x="8737016" y="4982926"/>
                    <a:pt x="8702056" y="5050108"/>
                  </a:cubicBezTo>
                  <a:cubicBezTo>
                    <a:pt x="8666485" y="5116997"/>
                    <a:pt x="8627347" y="5183687"/>
                    <a:pt x="8581125" y="5247525"/>
                  </a:cubicBezTo>
                  <a:cubicBezTo>
                    <a:pt x="8535565" y="5311660"/>
                    <a:pt x="8483534" y="5373185"/>
                    <a:pt x="8426254" y="5429647"/>
                  </a:cubicBezTo>
                  <a:cubicBezTo>
                    <a:pt x="8397512" y="5457779"/>
                    <a:pt x="8367801" y="5484879"/>
                    <a:pt x="8337174" y="5510552"/>
                  </a:cubicBezTo>
                  <a:cubicBezTo>
                    <a:pt x="8306444" y="5536077"/>
                    <a:pt x="8274899" y="5560029"/>
                    <a:pt x="8243200" y="5582948"/>
                  </a:cubicBezTo>
                  <a:cubicBezTo>
                    <a:pt x="8115543" y="5674574"/>
                    <a:pt x="7986203" y="5743233"/>
                    <a:pt x="7868330" y="5811104"/>
                  </a:cubicBezTo>
                  <a:cubicBezTo>
                    <a:pt x="7749844" y="5878385"/>
                    <a:pt x="7640685" y="5945126"/>
                    <a:pt x="7538916" y="6018899"/>
                  </a:cubicBezTo>
                  <a:cubicBezTo>
                    <a:pt x="7487749" y="6055392"/>
                    <a:pt x="7438777" y="6093950"/>
                    <a:pt x="7391280" y="6134132"/>
                  </a:cubicBezTo>
                  <a:cubicBezTo>
                    <a:pt x="7343427" y="6173921"/>
                    <a:pt x="7297511" y="6215922"/>
                    <a:pt x="7252511" y="6259105"/>
                  </a:cubicBezTo>
                  <a:cubicBezTo>
                    <a:pt x="7229784" y="6280990"/>
                    <a:pt x="7208635" y="6302433"/>
                    <a:pt x="7185601" y="6325894"/>
                  </a:cubicBezTo>
                  <a:lnTo>
                    <a:pt x="7116651" y="6397010"/>
                  </a:lnTo>
                  <a:lnTo>
                    <a:pt x="6978545" y="6541607"/>
                  </a:lnTo>
                  <a:cubicBezTo>
                    <a:pt x="6885693" y="6638397"/>
                    <a:pt x="6789885" y="6734943"/>
                    <a:pt x="6693009" y="6832716"/>
                  </a:cubicBezTo>
                  <a:lnTo>
                    <a:pt x="6667488" y="6858000"/>
                  </a:lnTo>
                  <a:lnTo>
                    <a:pt x="6056793" y="6858000"/>
                  </a:lnTo>
                  <a:lnTo>
                    <a:pt x="6077345" y="6835420"/>
                  </a:lnTo>
                  <a:cubicBezTo>
                    <a:pt x="6121427" y="6785747"/>
                    <a:pt x="6164948" y="6735090"/>
                    <a:pt x="6208519" y="6683989"/>
                  </a:cubicBezTo>
                  <a:lnTo>
                    <a:pt x="6340001" y="6529852"/>
                  </a:lnTo>
                  <a:cubicBezTo>
                    <a:pt x="6428315" y="6426667"/>
                    <a:pt x="6516733" y="6321417"/>
                    <a:pt x="6611419" y="6219317"/>
                  </a:cubicBezTo>
                  <a:cubicBezTo>
                    <a:pt x="6658864" y="6168363"/>
                    <a:pt x="6707584" y="6117950"/>
                    <a:pt x="6757678" y="6068228"/>
                  </a:cubicBezTo>
                  <a:lnTo>
                    <a:pt x="6833713" y="5994061"/>
                  </a:lnTo>
                  <a:cubicBezTo>
                    <a:pt x="6859346" y="5969422"/>
                    <a:pt x="6887579" y="5943404"/>
                    <a:pt x="6915148" y="5918812"/>
                  </a:cubicBezTo>
                  <a:cubicBezTo>
                    <a:pt x="7026295" y="5819219"/>
                    <a:pt x="7148602" y="5729117"/>
                    <a:pt x="7276311" y="5650229"/>
                  </a:cubicBezTo>
                  <a:cubicBezTo>
                    <a:pt x="7403918" y="5571046"/>
                    <a:pt x="7537794" y="5505190"/>
                    <a:pt x="7664942" y="5445681"/>
                  </a:cubicBezTo>
                  <a:cubicBezTo>
                    <a:pt x="7728491" y="5416024"/>
                    <a:pt x="7790410" y="5387449"/>
                    <a:pt x="7848505" y="5358333"/>
                  </a:cubicBezTo>
                  <a:cubicBezTo>
                    <a:pt x="7906805" y="5329315"/>
                    <a:pt x="7961843" y="5300101"/>
                    <a:pt x="8011785" y="5267788"/>
                  </a:cubicBezTo>
                  <a:cubicBezTo>
                    <a:pt x="8112281" y="5203950"/>
                    <a:pt x="8193615" y="5128111"/>
                    <a:pt x="8260273" y="5034370"/>
                  </a:cubicBezTo>
                  <a:cubicBezTo>
                    <a:pt x="8326370" y="4940776"/>
                    <a:pt x="8378657" y="4831640"/>
                    <a:pt x="8417589" y="4714488"/>
                  </a:cubicBezTo>
                  <a:cubicBezTo>
                    <a:pt x="8456372" y="4597485"/>
                    <a:pt x="8481140" y="4471332"/>
                    <a:pt x="8495000" y="4346409"/>
                  </a:cubicBezTo>
                  <a:cubicBezTo>
                    <a:pt x="8508404" y="4221044"/>
                    <a:pt x="8511359" y="4095482"/>
                    <a:pt x="8508556" y="3971101"/>
                  </a:cubicBezTo>
                  <a:cubicBezTo>
                    <a:pt x="8504530" y="3846571"/>
                    <a:pt x="8495663" y="3723222"/>
                    <a:pt x="8483330" y="3600710"/>
                  </a:cubicBezTo>
                  <a:cubicBezTo>
                    <a:pt x="8470793" y="3478148"/>
                    <a:pt x="8451888" y="3356421"/>
                    <a:pt x="8425336" y="3236121"/>
                  </a:cubicBezTo>
                  <a:cubicBezTo>
                    <a:pt x="8399091" y="3115774"/>
                    <a:pt x="8367801" y="2996655"/>
                    <a:pt x="8334575" y="2877977"/>
                  </a:cubicBezTo>
                  <a:cubicBezTo>
                    <a:pt x="8268222" y="2640772"/>
                    <a:pt x="8190100" y="2404057"/>
                    <a:pt x="8087513" y="2174622"/>
                  </a:cubicBezTo>
                  <a:cubicBezTo>
                    <a:pt x="7985081" y="1945237"/>
                    <a:pt x="7863233" y="1721900"/>
                    <a:pt x="7723650" y="1507613"/>
                  </a:cubicBezTo>
                  <a:cubicBezTo>
                    <a:pt x="7653527" y="1400692"/>
                    <a:pt x="7579684" y="1295589"/>
                    <a:pt x="7501815" y="1192947"/>
                  </a:cubicBezTo>
                  <a:cubicBezTo>
                    <a:pt x="7423844" y="1090353"/>
                    <a:pt x="7340778" y="991103"/>
                    <a:pt x="7254399" y="894361"/>
                  </a:cubicBezTo>
                  <a:cubicBezTo>
                    <a:pt x="7082047" y="700485"/>
                    <a:pt x="6893083" y="519052"/>
                    <a:pt x="6689339" y="354046"/>
                  </a:cubicBezTo>
                  <a:cubicBezTo>
                    <a:pt x="6536914" y="229775"/>
                    <a:pt x="6375602" y="115325"/>
                    <a:pt x="6206651" y="12626"/>
                  </a:cubicBezTo>
                  <a:close/>
                  <a:moveTo>
                    <a:pt x="1827105" y="0"/>
                  </a:moveTo>
                  <a:lnTo>
                    <a:pt x="2807607" y="0"/>
                  </a:lnTo>
                  <a:lnTo>
                    <a:pt x="2667958" y="88235"/>
                  </a:lnTo>
                  <a:cubicBezTo>
                    <a:pt x="2560098" y="159777"/>
                    <a:pt x="2455754" y="235690"/>
                    <a:pt x="2354723" y="314947"/>
                  </a:cubicBezTo>
                  <a:cubicBezTo>
                    <a:pt x="2253464" y="394030"/>
                    <a:pt x="2156943" y="478181"/>
                    <a:pt x="2059963" y="561545"/>
                  </a:cubicBezTo>
                  <a:cubicBezTo>
                    <a:pt x="1962831" y="644811"/>
                    <a:pt x="1868297" y="731322"/>
                    <a:pt x="1780798" y="824425"/>
                  </a:cubicBezTo>
                  <a:cubicBezTo>
                    <a:pt x="1429010" y="1195013"/>
                    <a:pt x="1148011" y="1628455"/>
                    <a:pt x="954714" y="2094309"/>
                  </a:cubicBezTo>
                  <a:cubicBezTo>
                    <a:pt x="857938" y="2327186"/>
                    <a:pt x="783229" y="2568326"/>
                    <a:pt x="732676" y="2813646"/>
                  </a:cubicBezTo>
                  <a:cubicBezTo>
                    <a:pt x="707552" y="2936307"/>
                    <a:pt x="688085" y="3059952"/>
                    <a:pt x="673867" y="3183989"/>
                  </a:cubicBezTo>
                  <a:cubicBezTo>
                    <a:pt x="660056" y="3308075"/>
                    <a:pt x="651341" y="3432605"/>
                    <a:pt x="647621" y="3557281"/>
                  </a:cubicBezTo>
                  <a:cubicBezTo>
                    <a:pt x="644411" y="3681958"/>
                    <a:pt x="645329" y="3806733"/>
                    <a:pt x="653381" y="3931214"/>
                  </a:cubicBezTo>
                  <a:cubicBezTo>
                    <a:pt x="659852" y="4055792"/>
                    <a:pt x="672949" y="4179977"/>
                    <a:pt x="690428" y="4303719"/>
                  </a:cubicBezTo>
                  <a:cubicBezTo>
                    <a:pt x="726408" y="4551057"/>
                    <a:pt x="786440" y="4795835"/>
                    <a:pt x="871801" y="5033041"/>
                  </a:cubicBezTo>
                  <a:cubicBezTo>
                    <a:pt x="957007" y="5270247"/>
                    <a:pt x="1065962" y="5500322"/>
                    <a:pt x="1197749" y="5718494"/>
                  </a:cubicBezTo>
                  <a:cubicBezTo>
                    <a:pt x="1263846" y="5827433"/>
                    <a:pt x="1334937" y="5933813"/>
                    <a:pt x="1411480" y="6036703"/>
                  </a:cubicBezTo>
                  <a:cubicBezTo>
                    <a:pt x="1449548" y="6088295"/>
                    <a:pt x="1489451" y="6138609"/>
                    <a:pt x="1530170" y="6188430"/>
                  </a:cubicBezTo>
                  <a:cubicBezTo>
                    <a:pt x="1571447" y="6238055"/>
                    <a:pt x="1613644" y="6287336"/>
                    <a:pt x="1657165" y="6335385"/>
                  </a:cubicBezTo>
                  <a:cubicBezTo>
                    <a:pt x="1744079" y="6431708"/>
                    <a:pt x="1835644" y="6524282"/>
                    <a:pt x="1931343" y="6612896"/>
                  </a:cubicBezTo>
                  <a:lnTo>
                    <a:pt x="2220133" y="6858000"/>
                  </a:lnTo>
                  <a:lnTo>
                    <a:pt x="1539862" y="6858000"/>
                  </a:lnTo>
                  <a:lnTo>
                    <a:pt x="1307111" y="6648873"/>
                  </a:lnTo>
                  <a:cubicBezTo>
                    <a:pt x="1101839" y="6448063"/>
                    <a:pt x="913180" y="6225465"/>
                    <a:pt x="750258" y="5987570"/>
                  </a:cubicBezTo>
                  <a:cubicBezTo>
                    <a:pt x="587232" y="5749281"/>
                    <a:pt x="448261" y="5494813"/>
                    <a:pt x="335382" y="5229279"/>
                  </a:cubicBezTo>
                  <a:cubicBezTo>
                    <a:pt x="222298" y="4963793"/>
                    <a:pt x="137040" y="4686652"/>
                    <a:pt x="79351" y="4403854"/>
                  </a:cubicBezTo>
                  <a:cubicBezTo>
                    <a:pt x="50150" y="4262456"/>
                    <a:pt x="29767" y="4119385"/>
                    <a:pt x="16007" y="3975723"/>
                  </a:cubicBezTo>
                  <a:cubicBezTo>
                    <a:pt x="3930" y="3831964"/>
                    <a:pt x="-2441" y="3687614"/>
                    <a:pt x="871" y="3543362"/>
                  </a:cubicBezTo>
                  <a:cubicBezTo>
                    <a:pt x="3522" y="3399160"/>
                    <a:pt x="14172" y="3255105"/>
                    <a:pt x="32519" y="3112085"/>
                  </a:cubicBezTo>
                  <a:cubicBezTo>
                    <a:pt x="50508" y="2969014"/>
                    <a:pt x="76090" y="2826925"/>
                    <a:pt x="108502" y="2686511"/>
                  </a:cubicBezTo>
                  <a:cubicBezTo>
                    <a:pt x="173019" y="2405533"/>
                    <a:pt x="263474" y="2130703"/>
                    <a:pt x="378239" y="1865955"/>
                  </a:cubicBezTo>
                  <a:cubicBezTo>
                    <a:pt x="607922" y="1336607"/>
                    <a:pt x="935706" y="848228"/>
                    <a:pt x="1343701" y="431508"/>
                  </a:cubicBezTo>
                  <a:cubicBezTo>
                    <a:pt x="1446133" y="327783"/>
                    <a:pt x="1550910" y="225926"/>
                    <a:pt x="1661853" y="130268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8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D74CD21D-122E-4F3D-82AF-F4A37C278A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18434" y="36937"/>
              <a:ext cx="9747620" cy="6858000"/>
            </a:xfrm>
            <a:custGeom>
              <a:avLst/>
              <a:gdLst>
                <a:gd name="connsiteX0" fmla="*/ 7235453 w 9747620"/>
                <a:gd name="connsiteY0" fmla="*/ 0 h 6858000"/>
                <a:gd name="connsiteX1" fmla="*/ 7548130 w 9747620"/>
                <a:gd name="connsiteY1" fmla="*/ 0 h 6858000"/>
                <a:gd name="connsiteX2" fmla="*/ 7710334 w 9747620"/>
                <a:gd name="connsiteY2" fmla="*/ 111973 h 6858000"/>
                <a:gd name="connsiteX3" fmla="*/ 7889188 w 9747620"/>
                <a:gd name="connsiteY3" fmla="*/ 251542 h 6858000"/>
                <a:gd name="connsiteX4" fmla="*/ 8061828 w 9747620"/>
                <a:gd name="connsiteY4" fmla="*/ 398586 h 6858000"/>
                <a:gd name="connsiteX5" fmla="*/ 8145637 w 9747620"/>
                <a:gd name="connsiteY5" fmla="*/ 474218 h 6858000"/>
                <a:gd name="connsiteX6" fmla="*/ 8187242 w 9747620"/>
                <a:gd name="connsiteY6" fmla="*/ 512753 h 6858000"/>
                <a:gd name="connsiteX7" fmla="*/ 8228402 w 9747620"/>
                <a:gd name="connsiteY7" fmla="*/ 551575 h 6858000"/>
                <a:gd name="connsiteX8" fmla="*/ 8389211 w 9747620"/>
                <a:gd name="connsiteY8" fmla="*/ 710937 h 6858000"/>
                <a:gd name="connsiteX9" fmla="*/ 8467206 w 9747620"/>
                <a:gd name="connsiteY9" fmla="*/ 793088 h 6858000"/>
                <a:gd name="connsiteX10" fmla="*/ 8486791 w 9747620"/>
                <a:gd name="connsiteY10" fmla="*/ 814223 h 6858000"/>
                <a:gd name="connsiteX11" fmla="*/ 8505979 w 9747620"/>
                <a:gd name="connsiteY11" fmla="*/ 835409 h 6858000"/>
                <a:gd name="connsiteX12" fmla="*/ 8543509 w 9747620"/>
                <a:gd name="connsiteY12" fmla="*/ 877346 h 6858000"/>
                <a:gd name="connsiteX13" fmla="*/ 8690549 w 9747620"/>
                <a:gd name="connsiteY13" fmla="*/ 1048978 h 6858000"/>
                <a:gd name="connsiteX14" fmla="*/ 8761732 w 9747620"/>
                <a:gd name="connsiteY14" fmla="*/ 1137502 h 6858000"/>
                <a:gd name="connsiteX15" fmla="*/ 8796379 w 9747620"/>
                <a:gd name="connsiteY15" fmla="*/ 1182077 h 6858000"/>
                <a:gd name="connsiteX16" fmla="*/ 8830678 w 9747620"/>
                <a:gd name="connsiteY16" fmla="*/ 1226986 h 6858000"/>
                <a:gd name="connsiteX17" fmla="*/ 8963353 w 9747620"/>
                <a:gd name="connsiteY17" fmla="*/ 1410936 h 6858000"/>
                <a:gd name="connsiteX18" fmla="*/ 9026483 w 9747620"/>
                <a:gd name="connsiteY18" fmla="*/ 1505499 h 6858000"/>
                <a:gd name="connsiteX19" fmla="*/ 9057004 w 9747620"/>
                <a:gd name="connsiteY19" fmla="*/ 1552613 h 6858000"/>
                <a:gd name="connsiteX20" fmla="*/ 9087278 w 9747620"/>
                <a:gd name="connsiteY20" fmla="*/ 1600542 h 6858000"/>
                <a:gd name="connsiteX21" fmla="*/ 9202851 w 9747620"/>
                <a:gd name="connsiteY21" fmla="*/ 1795515 h 6858000"/>
                <a:gd name="connsiteX22" fmla="*/ 9257332 w 9747620"/>
                <a:gd name="connsiteY22" fmla="*/ 1894920 h 6858000"/>
                <a:gd name="connsiteX23" fmla="*/ 9283778 w 9747620"/>
                <a:gd name="connsiteY23" fmla="*/ 1945436 h 6858000"/>
                <a:gd name="connsiteX24" fmla="*/ 9309428 w 9747620"/>
                <a:gd name="connsiteY24" fmla="*/ 1996193 h 6858000"/>
                <a:gd name="connsiteX25" fmla="*/ 9405714 w 9747620"/>
                <a:gd name="connsiteY25" fmla="*/ 2202191 h 6858000"/>
                <a:gd name="connsiteX26" fmla="*/ 9566524 w 9747620"/>
                <a:gd name="connsiteY26" fmla="*/ 2627653 h 6858000"/>
                <a:gd name="connsiteX27" fmla="*/ 9583573 w 9747620"/>
                <a:gd name="connsiteY27" fmla="*/ 2682195 h 6858000"/>
                <a:gd name="connsiteX28" fmla="*/ 9591974 w 9747620"/>
                <a:gd name="connsiteY28" fmla="*/ 2709707 h 6858000"/>
                <a:gd name="connsiteX29" fmla="*/ 9600027 w 9747620"/>
                <a:gd name="connsiteY29" fmla="*/ 2737650 h 6858000"/>
                <a:gd name="connsiteX30" fmla="*/ 9629803 w 9747620"/>
                <a:gd name="connsiteY30" fmla="*/ 2847694 h 6858000"/>
                <a:gd name="connsiteX31" fmla="*/ 9679909 w 9747620"/>
                <a:gd name="connsiteY31" fmla="*/ 3070131 h 6858000"/>
                <a:gd name="connsiteX32" fmla="*/ 9690498 w 9747620"/>
                <a:gd name="connsiteY32" fmla="*/ 3126159 h 6858000"/>
                <a:gd name="connsiteX33" fmla="*/ 9700390 w 9747620"/>
                <a:gd name="connsiteY33" fmla="*/ 3181805 h 6858000"/>
                <a:gd name="connsiteX34" fmla="*/ 9709685 w 9747620"/>
                <a:gd name="connsiteY34" fmla="*/ 3243392 h 6858000"/>
                <a:gd name="connsiteX35" fmla="*/ 9713016 w 9747620"/>
                <a:gd name="connsiteY35" fmla="*/ 3267597 h 6858000"/>
                <a:gd name="connsiteX36" fmla="*/ 9716844 w 9747620"/>
                <a:gd name="connsiteY36" fmla="*/ 3294437 h 6858000"/>
                <a:gd name="connsiteX37" fmla="*/ 9720820 w 9747620"/>
                <a:gd name="connsiteY37" fmla="*/ 3324488 h 6858000"/>
                <a:gd name="connsiteX38" fmla="*/ 9722709 w 9747620"/>
                <a:gd name="connsiteY38" fmla="*/ 3340737 h 6858000"/>
                <a:gd name="connsiteX39" fmla="*/ 9724301 w 9747620"/>
                <a:gd name="connsiteY39" fmla="*/ 3356361 h 6858000"/>
                <a:gd name="connsiteX40" fmla="*/ 9730166 w 9747620"/>
                <a:gd name="connsiteY40" fmla="*/ 3412197 h 6858000"/>
                <a:gd name="connsiteX41" fmla="*/ 9735783 w 9747620"/>
                <a:gd name="connsiteY41" fmla="*/ 3468083 h 6858000"/>
                <a:gd name="connsiteX42" fmla="*/ 9739760 w 9747620"/>
                <a:gd name="connsiteY42" fmla="*/ 3524399 h 6858000"/>
                <a:gd name="connsiteX43" fmla="*/ 9741748 w 9747620"/>
                <a:gd name="connsiteY43" fmla="*/ 3552580 h 6858000"/>
                <a:gd name="connsiteX44" fmla="*/ 9742742 w 9747620"/>
                <a:gd name="connsiteY44" fmla="*/ 3566672 h 6858000"/>
                <a:gd name="connsiteX45" fmla="*/ 9743488 w 9747620"/>
                <a:gd name="connsiteY45" fmla="*/ 3581865 h 6858000"/>
                <a:gd name="connsiteX46" fmla="*/ 9744731 w 9747620"/>
                <a:gd name="connsiteY46" fmla="*/ 3611341 h 6858000"/>
                <a:gd name="connsiteX47" fmla="*/ 9745725 w 9747620"/>
                <a:gd name="connsiteY47" fmla="*/ 3639715 h 6858000"/>
                <a:gd name="connsiteX48" fmla="*/ 9747613 w 9747620"/>
                <a:gd name="connsiteY48" fmla="*/ 3753786 h 6858000"/>
                <a:gd name="connsiteX49" fmla="*/ 9740405 w 9747620"/>
                <a:gd name="connsiteY49" fmla="*/ 3984609 h 6858000"/>
                <a:gd name="connsiteX50" fmla="*/ 9736329 w 9747620"/>
                <a:gd name="connsiteY50" fmla="*/ 4038434 h 6858000"/>
                <a:gd name="connsiteX51" fmla="*/ 9731408 w 9747620"/>
                <a:gd name="connsiteY51" fmla="*/ 4099446 h 6858000"/>
                <a:gd name="connsiteX52" fmla="*/ 9717987 w 9747620"/>
                <a:gd name="connsiteY52" fmla="*/ 4213325 h 6858000"/>
                <a:gd name="connsiteX53" fmla="*/ 9716297 w 9747620"/>
                <a:gd name="connsiteY53" fmla="*/ 4227129 h 6858000"/>
                <a:gd name="connsiteX54" fmla="*/ 9714110 w 9747620"/>
                <a:gd name="connsiteY54" fmla="*/ 4240981 h 6858000"/>
                <a:gd name="connsiteX55" fmla="*/ 9709785 w 9747620"/>
                <a:gd name="connsiteY55" fmla="*/ 4268731 h 6858000"/>
                <a:gd name="connsiteX56" fmla="*/ 9701086 w 9747620"/>
                <a:gd name="connsiteY56" fmla="*/ 4324185 h 6858000"/>
                <a:gd name="connsiteX57" fmla="*/ 9698699 w 9747620"/>
                <a:gd name="connsiteY57" fmla="*/ 4338994 h 6858000"/>
                <a:gd name="connsiteX58" fmla="*/ 9695966 w 9747620"/>
                <a:gd name="connsiteY58" fmla="*/ 4355050 h 6858000"/>
                <a:gd name="connsiteX59" fmla="*/ 9690299 w 9747620"/>
                <a:gd name="connsiteY59" fmla="*/ 4385054 h 6858000"/>
                <a:gd name="connsiteX60" fmla="*/ 9679909 w 9747620"/>
                <a:gd name="connsiteY60" fmla="*/ 4437919 h 6858000"/>
                <a:gd name="connsiteX61" fmla="*/ 9673647 w 9747620"/>
                <a:gd name="connsiteY61" fmla="*/ 4468162 h 6858000"/>
                <a:gd name="connsiteX62" fmla="*/ 9667532 w 9747620"/>
                <a:gd name="connsiteY62" fmla="*/ 4496296 h 6858000"/>
                <a:gd name="connsiteX63" fmla="*/ 9654658 w 9747620"/>
                <a:gd name="connsiteY63" fmla="*/ 4552277 h 6858000"/>
                <a:gd name="connsiteX64" fmla="*/ 9625876 w 9747620"/>
                <a:gd name="connsiteY64" fmla="*/ 4664478 h 6858000"/>
                <a:gd name="connsiteX65" fmla="*/ 9552803 w 9747620"/>
                <a:gd name="connsiteY65" fmla="*/ 4888737 h 6858000"/>
                <a:gd name="connsiteX66" fmla="*/ 9452639 w 9747620"/>
                <a:gd name="connsiteY66" fmla="*/ 5110934 h 6858000"/>
                <a:gd name="connsiteX67" fmla="*/ 9388017 w 9747620"/>
                <a:gd name="connsiteY67" fmla="*/ 5220020 h 6858000"/>
                <a:gd name="connsiteX68" fmla="*/ 9370073 w 9747620"/>
                <a:gd name="connsiteY68" fmla="*/ 5246811 h 6858000"/>
                <a:gd name="connsiteX69" fmla="*/ 9360926 w 9747620"/>
                <a:gd name="connsiteY69" fmla="*/ 5260040 h 6858000"/>
                <a:gd name="connsiteX70" fmla="*/ 9351829 w 9747620"/>
                <a:gd name="connsiteY70" fmla="*/ 5272646 h 6858000"/>
                <a:gd name="connsiteX71" fmla="*/ 9313305 w 9747620"/>
                <a:gd name="connsiteY71" fmla="*/ 5323881 h 6858000"/>
                <a:gd name="connsiteX72" fmla="*/ 9130375 w 9747620"/>
                <a:gd name="connsiteY72" fmla="*/ 5510802 h 6858000"/>
                <a:gd name="connsiteX73" fmla="*/ 9028422 w 9747620"/>
                <a:gd name="connsiteY73" fmla="*/ 5588878 h 6858000"/>
                <a:gd name="connsiteX74" fmla="*/ 9002424 w 9747620"/>
                <a:gd name="connsiteY74" fmla="*/ 5606707 h 6858000"/>
                <a:gd name="connsiteX75" fmla="*/ 8976525 w 9747620"/>
                <a:gd name="connsiteY75" fmla="*/ 5623866 h 6858000"/>
                <a:gd name="connsiteX76" fmla="*/ 8924181 w 9747620"/>
                <a:gd name="connsiteY76" fmla="*/ 5656793 h 6858000"/>
                <a:gd name="connsiteX77" fmla="*/ 8717291 w 9747620"/>
                <a:gd name="connsiteY77" fmla="*/ 5771582 h 6858000"/>
                <a:gd name="connsiteX78" fmla="*/ 8617129 w 9747620"/>
                <a:gd name="connsiteY78" fmla="*/ 5823105 h 6858000"/>
                <a:gd name="connsiteX79" fmla="*/ 8518207 w 9747620"/>
                <a:gd name="connsiteY79" fmla="*/ 5873671 h 6858000"/>
                <a:gd name="connsiteX80" fmla="*/ 8150558 w 9747620"/>
                <a:gd name="connsiteY80" fmla="*/ 6086761 h 6858000"/>
                <a:gd name="connsiteX81" fmla="*/ 7979410 w 9747620"/>
                <a:gd name="connsiteY81" fmla="*/ 6207158 h 6858000"/>
                <a:gd name="connsiteX82" fmla="*/ 7938300 w 9747620"/>
                <a:gd name="connsiteY82" fmla="*/ 6238887 h 6858000"/>
                <a:gd name="connsiteX83" fmla="*/ 7897936 w 9747620"/>
                <a:gd name="connsiteY83" fmla="*/ 6271286 h 6858000"/>
                <a:gd name="connsiteX84" fmla="*/ 7858367 w 9747620"/>
                <a:gd name="connsiteY84" fmla="*/ 6304357 h 6858000"/>
                <a:gd name="connsiteX85" fmla="*/ 7819048 w 9747620"/>
                <a:gd name="connsiteY85" fmla="*/ 6338770 h 6858000"/>
                <a:gd name="connsiteX86" fmla="*/ 7778882 w 9747620"/>
                <a:gd name="connsiteY86" fmla="*/ 6374477 h 6858000"/>
                <a:gd name="connsiteX87" fmla="*/ 7739563 w 9747620"/>
                <a:gd name="connsiteY87" fmla="*/ 6410328 h 6858000"/>
                <a:gd name="connsiteX88" fmla="*/ 7660824 w 9747620"/>
                <a:gd name="connsiteY88" fmla="*/ 6484138 h 6858000"/>
                <a:gd name="connsiteX89" fmla="*/ 7502302 w 9747620"/>
                <a:gd name="connsiteY89" fmla="*/ 6636360 h 6858000"/>
                <a:gd name="connsiteX90" fmla="*/ 7273394 w 9747620"/>
                <a:gd name="connsiteY90" fmla="*/ 6858000 h 6858000"/>
                <a:gd name="connsiteX91" fmla="*/ 6780690 w 9747620"/>
                <a:gd name="connsiteY91" fmla="*/ 6858000 h 6858000"/>
                <a:gd name="connsiteX92" fmla="*/ 6854939 w 9747620"/>
                <a:gd name="connsiteY92" fmla="*/ 6783597 h 6858000"/>
                <a:gd name="connsiteX93" fmla="*/ 6932087 w 9747620"/>
                <a:gd name="connsiteY93" fmla="*/ 6705809 h 6858000"/>
                <a:gd name="connsiteX94" fmla="*/ 7241130 w 9747620"/>
                <a:gd name="connsiteY94" fmla="*/ 6390965 h 6858000"/>
                <a:gd name="connsiteX95" fmla="*/ 7397564 w 9747620"/>
                <a:gd name="connsiteY95" fmla="*/ 6233087 h 6858000"/>
                <a:gd name="connsiteX96" fmla="*/ 7478142 w 9747620"/>
                <a:gd name="connsiteY96" fmla="*/ 6153670 h 6858000"/>
                <a:gd name="connsiteX97" fmla="*/ 7519600 w 9747620"/>
                <a:gd name="connsiteY97" fmla="*/ 6113937 h 6858000"/>
                <a:gd name="connsiteX98" fmla="*/ 7561207 w 9747620"/>
                <a:gd name="connsiteY98" fmla="*/ 6075067 h 6858000"/>
                <a:gd name="connsiteX99" fmla="*/ 7604204 w 9747620"/>
                <a:gd name="connsiteY99" fmla="*/ 6035526 h 6858000"/>
                <a:gd name="connsiteX100" fmla="*/ 7648644 w 9747620"/>
                <a:gd name="connsiteY100" fmla="*/ 5996416 h 6858000"/>
                <a:gd name="connsiteX101" fmla="*/ 7693830 w 9747620"/>
                <a:gd name="connsiteY101" fmla="*/ 5958264 h 6858000"/>
                <a:gd name="connsiteX102" fmla="*/ 7739662 w 9747620"/>
                <a:gd name="connsiteY102" fmla="*/ 5921073 h 6858000"/>
                <a:gd name="connsiteX103" fmla="*/ 7928458 w 9747620"/>
                <a:gd name="connsiteY103" fmla="*/ 5781025 h 6858000"/>
                <a:gd name="connsiteX104" fmla="*/ 8325882 w 9747620"/>
                <a:gd name="connsiteY104" fmla="*/ 5537450 h 6858000"/>
                <a:gd name="connsiteX105" fmla="*/ 8424555 w 9747620"/>
                <a:gd name="connsiteY105" fmla="*/ 5484106 h 6858000"/>
                <a:gd name="connsiteX106" fmla="*/ 8521737 w 9747620"/>
                <a:gd name="connsiteY106" fmla="*/ 5431289 h 6858000"/>
                <a:gd name="connsiteX107" fmla="*/ 8702677 w 9747620"/>
                <a:gd name="connsiteY107" fmla="*/ 5325942 h 6858000"/>
                <a:gd name="connsiteX108" fmla="*/ 8743986 w 9747620"/>
                <a:gd name="connsiteY108" fmla="*/ 5298717 h 6858000"/>
                <a:gd name="connsiteX109" fmla="*/ 8764167 w 9747620"/>
                <a:gd name="connsiteY109" fmla="*/ 5284723 h 6858000"/>
                <a:gd name="connsiteX110" fmla="*/ 8783704 w 9747620"/>
                <a:gd name="connsiteY110" fmla="*/ 5270679 h 6858000"/>
                <a:gd name="connsiteX111" fmla="*/ 8856776 w 9747620"/>
                <a:gd name="connsiteY111" fmla="*/ 5212399 h 6858000"/>
                <a:gd name="connsiteX112" fmla="*/ 8979856 w 9747620"/>
                <a:gd name="connsiteY112" fmla="*/ 5082081 h 6858000"/>
                <a:gd name="connsiteX113" fmla="*/ 9006699 w 9747620"/>
                <a:gd name="connsiteY113" fmla="*/ 5044984 h 6858000"/>
                <a:gd name="connsiteX114" fmla="*/ 9013509 w 9747620"/>
                <a:gd name="connsiteY114" fmla="*/ 5035254 h 6858000"/>
                <a:gd name="connsiteX115" fmla="*/ 9019773 w 9747620"/>
                <a:gd name="connsiteY115" fmla="*/ 5025812 h 6858000"/>
                <a:gd name="connsiteX116" fmla="*/ 9032050 w 9747620"/>
                <a:gd name="connsiteY116" fmla="*/ 5006833 h 6858000"/>
                <a:gd name="connsiteX117" fmla="*/ 9077733 w 9747620"/>
                <a:gd name="connsiteY117" fmla="*/ 4926839 h 6858000"/>
                <a:gd name="connsiteX118" fmla="*/ 9154285 w 9747620"/>
                <a:gd name="connsiteY118" fmla="*/ 4750223 h 6858000"/>
                <a:gd name="connsiteX119" fmla="*/ 9213936 w 9747620"/>
                <a:gd name="connsiteY119" fmla="*/ 4559945 h 6858000"/>
                <a:gd name="connsiteX120" fmla="*/ 9238592 w 9747620"/>
                <a:gd name="connsiteY120" fmla="*/ 4461357 h 6858000"/>
                <a:gd name="connsiteX121" fmla="*/ 9249776 w 9747620"/>
                <a:gd name="connsiteY121" fmla="*/ 4411319 h 6858000"/>
                <a:gd name="connsiteX122" fmla="*/ 9255046 w 9747620"/>
                <a:gd name="connsiteY122" fmla="*/ 4386299 h 6858000"/>
                <a:gd name="connsiteX123" fmla="*/ 9259718 w 9747620"/>
                <a:gd name="connsiteY123" fmla="*/ 4363342 h 6858000"/>
                <a:gd name="connsiteX124" fmla="*/ 9269959 w 9747620"/>
                <a:gd name="connsiteY124" fmla="*/ 4309566 h 6858000"/>
                <a:gd name="connsiteX125" fmla="*/ 9274233 w 9747620"/>
                <a:gd name="connsiteY125" fmla="*/ 4286176 h 6858000"/>
                <a:gd name="connsiteX126" fmla="*/ 9276022 w 9747620"/>
                <a:gd name="connsiteY126" fmla="*/ 4275489 h 6858000"/>
                <a:gd name="connsiteX127" fmla="*/ 9277861 w 9747620"/>
                <a:gd name="connsiteY127" fmla="*/ 4263506 h 6858000"/>
                <a:gd name="connsiteX128" fmla="*/ 9286014 w 9747620"/>
                <a:gd name="connsiteY128" fmla="*/ 4211696 h 6858000"/>
                <a:gd name="connsiteX129" fmla="*/ 9290092 w 9747620"/>
                <a:gd name="connsiteY129" fmla="*/ 4185767 h 6858000"/>
                <a:gd name="connsiteX130" fmla="*/ 9292128 w 9747620"/>
                <a:gd name="connsiteY130" fmla="*/ 4172826 h 6858000"/>
                <a:gd name="connsiteX131" fmla="*/ 9293720 w 9747620"/>
                <a:gd name="connsiteY131" fmla="*/ 4159693 h 6858000"/>
                <a:gd name="connsiteX132" fmla="*/ 9305650 w 9747620"/>
                <a:gd name="connsiteY132" fmla="*/ 4057941 h 6858000"/>
                <a:gd name="connsiteX133" fmla="*/ 9309378 w 9747620"/>
                <a:gd name="connsiteY133" fmla="*/ 4010779 h 6858000"/>
                <a:gd name="connsiteX134" fmla="*/ 9313454 w 9747620"/>
                <a:gd name="connsiteY134" fmla="*/ 3956428 h 6858000"/>
                <a:gd name="connsiteX135" fmla="*/ 9320811 w 9747620"/>
                <a:gd name="connsiteY135" fmla="*/ 3753546 h 6858000"/>
                <a:gd name="connsiteX136" fmla="*/ 9319617 w 9747620"/>
                <a:gd name="connsiteY136" fmla="*/ 3650643 h 6858000"/>
                <a:gd name="connsiteX137" fmla="*/ 9318176 w 9747620"/>
                <a:gd name="connsiteY137" fmla="*/ 3600030 h 6858000"/>
                <a:gd name="connsiteX138" fmla="*/ 9317778 w 9747620"/>
                <a:gd name="connsiteY138" fmla="*/ 3588096 h 6858000"/>
                <a:gd name="connsiteX139" fmla="*/ 9316983 w 9747620"/>
                <a:gd name="connsiteY139" fmla="*/ 3575107 h 6858000"/>
                <a:gd name="connsiteX140" fmla="*/ 9315443 w 9747620"/>
                <a:gd name="connsiteY140" fmla="*/ 3549130 h 6858000"/>
                <a:gd name="connsiteX141" fmla="*/ 9312311 w 9747620"/>
                <a:gd name="connsiteY141" fmla="*/ 3497176 h 6858000"/>
                <a:gd name="connsiteX142" fmla="*/ 9307587 w 9747620"/>
                <a:gd name="connsiteY142" fmla="*/ 3445029 h 6858000"/>
                <a:gd name="connsiteX143" fmla="*/ 9302618 w 9747620"/>
                <a:gd name="connsiteY143" fmla="*/ 3392835 h 6858000"/>
                <a:gd name="connsiteX144" fmla="*/ 9301574 w 9747620"/>
                <a:gd name="connsiteY144" fmla="*/ 3381476 h 6858000"/>
                <a:gd name="connsiteX145" fmla="*/ 9300430 w 9747620"/>
                <a:gd name="connsiteY145" fmla="*/ 3370740 h 6858000"/>
                <a:gd name="connsiteX146" fmla="*/ 9297547 w 9747620"/>
                <a:gd name="connsiteY146" fmla="*/ 3346966 h 6858000"/>
                <a:gd name="connsiteX147" fmla="*/ 9294017 w 9747620"/>
                <a:gd name="connsiteY147" fmla="*/ 3320030 h 6858000"/>
                <a:gd name="connsiteX148" fmla="*/ 9290439 w 9747620"/>
                <a:gd name="connsiteY148" fmla="*/ 3290410 h 6858000"/>
                <a:gd name="connsiteX149" fmla="*/ 9284275 w 9747620"/>
                <a:gd name="connsiteY149" fmla="*/ 3244544 h 6858000"/>
                <a:gd name="connsiteX150" fmla="*/ 9275974 w 9747620"/>
                <a:gd name="connsiteY150" fmla="*/ 3193116 h 6858000"/>
                <a:gd name="connsiteX151" fmla="*/ 9267224 w 9747620"/>
                <a:gd name="connsiteY151" fmla="*/ 3142264 h 6858000"/>
                <a:gd name="connsiteX152" fmla="*/ 9225320 w 9747620"/>
                <a:gd name="connsiteY152" fmla="*/ 2939909 h 6858000"/>
                <a:gd name="connsiteX153" fmla="*/ 9200466 w 9747620"/>
                <a:gd name="connsiteY153" fmla="*/ 2839449 h 6858000"/>
                <a:gd name="connsiteX154" fmla="*/ 9193953 w 9747620"/>
                <a:gd name="connsiteY154" fmla="*/ 2814958 h 6858000"/>
                <a:gd name="connsiteX155" fmla="*/ 9186993 w 9747620"/>
                <a:gd name="connsiteY155" fmla="*/ 2790276 h 6858000"/>
                <a:gd name="connsiteX156" fmla="*/ 9172628 w 9747620"/>
                <a:gd name="connsiteY156" fmla="*/ 2740621 h 6858000"/>
                <a:gd name="connsiteX157" fmla="*/ 9035082 w 9747620"/>
                <a:gd name="connsiteY157" fmla="*/ 2347463 h 6858000"/>
                <a:gd name="connsiteX158" fmla="*/ 8952118 w 9747620"/>
                <a:gd name="connsiteY158" fmla="*/ 2155413 h 6858000"/>
                <a:gd name="connsiteX159" fmla="*/ 8929948 w 9747620"/>
                <a:gd name="connsiteY159" fmla="*/ 2107915 h 6858000"/>
                <a:gd name="connsiteX160" fmla="*/ 8907429 w 9747620"/>
                <a:gd name="connsiteY160" fmla="*/ 2060753 h 6858000"/>
                <a:gd name="connsiteX161" fmla="*/ 8860404 w 9747620"/>
                <a:gd name="connsiteY161" fmla="*/ 1966478 h 6858000"/>
                <a:gd name="connsiteX162" fmla="*/ 8760788 w 9747620"/>
                <a:gd name="connsiteY162" fmla="*/ 1780274 h 6858000"/>
                <a:gd name="connsiteX163" fmla="*/ 8734740 w 9747620"/>
                <a:gd name="connsiteY163" fmla="*/ 1734311 h 6858000"/>
                <a:gd name="connsiteX164" fmla="*/ 8708046 w 9747620"/>
                <a:gd name="connsiteY164" fmla="*/ 1687963 h 6858000"/>
                <a:gd name="connsiteX165" fmla="*/ 8654062 w 9747620"/>
                <a:gd name="connsiteY165" fmla="*/ 1597234 h 6858000"/>
                <a:gd name="connsiteX166" fmla="*/ 8540278 w 9747620"/>
                <a:gd name="connsiteY166" fmla="*/ 1418077 h 6858000"/>
                <a:gd name="connsiteX167" fmla="*/ 8510701 w 9747620"/>
                <a:gd name="connsiteY167" fmla="*/ 1373695 h 6858000"/>
                <a:gd name="connsiteX168" fmla="*/ 8480676 w 9747620"/>
                <a:gd name="connsiteY168" fmla="*/ 1329457 h 6858000"/>
                <a:gd name="connsiteX169" fmla="*/ 8419782 w 9747620"/>
                <a:gd name="connsiteY169" fmla="*/ 1242275 h 6858000"/>
                <a:gd name="connsiteX170" fmla="*/ 8292478 w 9747620"/>
                <a:gd name="connsiteY170" fmla="*/ 1069875 h 6858000"/>
                <a:gd name="connsiteX171" fmla="*/ 8259620 w 9747620"/>
                <a:gd name="connsiteY171" fmla="*/ 1027123 h 6858000"/>
                <a:gd name="connsiteX172" fmla="*/ 8243416 w 9747620"/>
                <a:gd name="connsiteY172" fmla="*/ 1006130 h 6858000"/>
                <a:gd name="connsiteX173" fmla="*/ 8227110 w 9747620"/>
                <a:gd name="connsiteY173" fmla="*/ 985473 h 6858000"/>
                <a:gd name="connsiteX174" fmla="*/ 8159604 w 9747620"/>
                <a:gd name="connsiteY174" fmla="*/ 902029 h 6858000"/>
                <a:gd name="connsiteX175" fmla="*/ 8020022 w 9747620"/>
                <a:gd name="connsiteY175" fmla="*/ 738209 h 6858000"/>
                <a:gd name="connsiteX176" fmla="*/ 7984182 w 9747620"/>
                <a:gd name="connsiteY176" fmla="*/ 697901 h 6858000"/>
                <a:gd name="connsiteX177" fmla="*/ 7948043 w 9747620"/>
                <a:gd name="connsiteY177" fmla="*/ 657976 h 6858000"/>
                <a:gd name="connsiteX178" fmla="*/ 7874324 w 9747620"/>
                <a:gd name="connsiteY178" fmla="*/ 578607 h 6858000"/>
                <a:gd name="connsiteX179" fmla="*/ 7723308 w 9747620"/>
                <a:gd name="connsiteY179" fmla="*/ 424085 h 6858000"/>
                <a:gd name="connsiteX180" fmla="*/ 7565532 w 9747620"/>
                <a:gd name="connsiteY180" fmla="*/ 275602 h 6858000"/>
                <a:gd name="connsiteX181" fmla="*/ 1832515 w 9747620"/>
                <a:gd name="connsiteY181" fmla="*/ 0 h 6858000"/>
                <a:gd name="connsiteX182" fmla="*/ 2158449 w 9747620"/>
                <a:gd name="connsiteY182" fmla="*/ 0 h 6858000"/>
                <a:gd name="connsiteX183" fmla="*/ 2108797 w 9747620"/>
                <a:gd name="connsiteY183" fmla="*/ 37845 h 6858000"/>
                <a:gd name="connsiteX184" fmla="*/ 1942830 w 9747620"/>
                <a:gd name="connsiteY184" fmla="*/ 177587 h 6858000"/>
                <a:gd name="connsiteX185" fmla="*/ 1633191 w 9747620"/>
                <a:gd name="connsiteY185" fmla="*/ 477909 h 6858000"/>
                <a:gd name="connsiteX186" fmla="*/ 702686 w 9747620"/>
                <a:gd name="connsiteY186" fmla="*/ 1889935 h 6858000"/>
                <a:gd name="connsiteX187" fmla="*/ 551769 w 9747620"/>
                <a:gd name="connsiteY187" fmla="*/ 2281416 h 6858000"/>
                <a:gd name="connsiteX188" fmla="*/ 438383 w 9747620"/>
                <a:gd name="connsiteY188" fmla="*/ 2682772 h 6858000"/>
                <a:gd name="connsiteX189" fmla="*/ 397124 w 9747620"/>
                <a:gd name="connsiteY189" fmla="*/ 2887044 h 6858000"/>
                <a:gd name="connsiteX190" fmla="*/ 365658 w 9747620"/>
                <a:gd name="connsiteY190" fmla="*/ 3093424 h 6858000"/>
                <a:gd name="connsiteX191" fmla="*/ 332105 w 9747620"/>
                <a:gd name="connsiteY191" fmla="*/ 3509828 h 6858000"/>
                <a:gd name="connsiteX192" fmla="*/ 383653 w 9747620"/>
                <a:gd name="connsiteY192" fmla="*/ 4346327 h 6858000"/>
                <a:gd name="connsiteX193" fmla="*/ 422327 w 9747620"/>
                <a:gd name="connsiteY193" fmla="*/ 4552900 h 6858000"/>
                <a:gd name="connsiteX194" fmla="*/ 472184 w 9747620"/>
                <a:gd name="connsiteY194" fmla="*/ 4757939 h 6858000"/>
                <a:gd name="connsiteX195" fmla="*/ 533078 w 9747620"/>
                <a:gd name="connsiteY195" fmla="*/ 4960916 h 6858000"/>
                <a:gd name="connsiteX196" fmla="*/ 604710 w 9747620"/>
                <a:gd name="connsiteY196" fmla="*/ 5160875 h 6858000"/>
                <a:gd name="connsiteX197" fmla="*/ 996766 w 9747620"/>
                <a:gd name="connsiteY197" fmla="*/ 5920640 h 6858000"/>
                <a:gd name="connsiteX198" fmla="*/ 1549183 w 9747620"/>
                <a:gd name="connsiteY198" fmla="*/ 6586417 h 6858000"/>
                <a:gd name="connsiteX199" fmla="*/ 1709890 w 9747620"/>
                <a:gd name="connsiteY199" fmla="*/ 6734063 h 6858000"/>
                <a:gd name="connsiteX200" fmla="*/ 1859761 w 9747620"/>
                <a:gd name="connsiteY200" fmla="*/ 6858000 h 6858000"/>
                <a:gd name="connsiteX201" fmla="*/ 1671798 w 9747620"/>
                <a:gd name="connsiteY201" fmla="*/ 6858000 h 6858000"/>
                <a:gd name="connsiteX202" fmla="*/ 1628044 w 9747620"/>
                <a:gd name="connsiteY202" fmla="*/ 6822717 h 6858000"/>
                <a:gd name="connsiteX203" fmla="*/ 1459756 w 9747620"/>
                <a:gd name="connsiteY203" fmla="*/ 6674223 h 6858000"/>
                <a:gd name="connsiteX204" fmla="*/ 402543 w 9747620"/>
                <a:gd name="connsiteY204" fmla="*/ 5241588 h 6858000"/>
                <a:gd name="connsiteX205" fmla="*/ 311923 w 9747620"/>
                <a:gd name="connsiteY205" fmla="*/ 5036741 h 6858000"/>
                <a:gd name="connsiteX206" fmla="*/ 232140 w 9747620"/>
                <a:gd name="connsiteY206" fmla="*/ 4827483 h 6858000"/>
                <a:gd name="connsiteX207" fmla="*/ 163392 w 9747620"/>
                <a:gd name="connsiteY207" fmla="*/ 4613913 h 6858000"/>
                <a:gd name="connsiteX208" fmla="*/ 106823 w 9747620"/>
                <a:gd name="connsiteY208" fmla="*/ 4396365 h 6858000"/>
                <a:gd name="connsiteX209" fmla="*/ 29326 w 9747620"/>
                <a:gd name="connsiteY209" fmla="*/ 3954702 h 6858000"/>
                <a:gd name="connsiteX210" fmla="*/ 8647 w 9747620"/>
                <a:gd name="connsiteY210" fmla="*/ 3730971 h 6858000"/>
                <a:gd name="connsiteX211" fmla="*/ 2880 w 9747620"/>
                <a:gd name="connsiteY211" fmla="*/ 3618674 h 6858000"/>
                <a:gd name="connsiteX212" fmla="*/ 296 w 9747620"/>
                <a:gd name="connsiteY212" fmla="*/ 3506425 h 6858000"/>
                <a:gd name="connsiteX213" fmla="*/ 20030 w 9747620"/>
                <a:gd name="connsiteY213" fmla="*/ 3056711 h 6858000"/>
                <a:gd name="connsiteX214" fmla="*/ 48664 w 9747620"/>
                <a:gd name="connsiteY214" fmla="*/ 2832980 h 6858000"/>
                <a:gd name="connsiteX215" fmla="*/ 89922 w 9747620"/>
                <a:gd name="connsiteY215" fmla="*/ 2610639 h 6858000"/>
                <a:gd name="connsiteX216" fmla="*/ 211163 w 9747620"/>
                <a:gd name="connsiteY216" fmla="*/ 2174343 h 6858000"/>
                <a:gd name="connsiteX217" fmla="*/ 379129 w 9747620"/>
                <a:gd name="connsiteY217" fmla="*/ 1754393 h 6858000"/>
                <a:gd name="connsiteX218" fmla="*/ 841424 w 9747620"/>
                <a:gd name="connsiteY218" fmla="*/ 976270 h 6858000"/>
                <a:gd name="connsiteX219" fmla="*/ 1130234 w 9747620"/>
                <a:gd name="connsiteY219" fmla="*/ 625768 h 6858000"/>
                <a:gd name="connsiteX220" fmla="*/ 1452897 w 9747620"/>
                <a:gd name="connsiteY220" fmla="*/ 305748 h 6858000"/>
                <a:gd name="connsiteX221" fmla="*/ 1805682 w 9747620"/>
                <a:gd name="connsiteY221" fmla="*/ 18752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</a:cxnLst>
              <a:rect l="l" t="t" r="r" b="b"/>
              <a:pathLst>
                <a:path w="9747620" h="6858000">
                  <a:moveTo>
                    <a:pt x="7235453" y="0"/>
                  </a:moveTo>
                  <a:lnTo>
                    <a:pt x="7548130" y="0"/>
                  </a:lnTo>
                  <a:lnTo>
                    <a:pt x="7710334" y="111973"/>
                  </a:lnTo>
                  <a:cubicBezTo>
                    <a:pt x="7770781" y="157314"/>
                    <a:pt x="7830282" y="203517"/>
                    <a:pt x="7889188" y="251542"/>
                  </a:cubicBezTo>
                  <a:cubicBezTo>
                    <a:pt x="7947894" y="299470"/>
                    <a:pt x="8005557" y="348453"/>
                    <a:pt x="8061828" y="398586"/>
                  </a:cubicBezTo>
                  <a:cubicBezTo>
                    <a:pt x="8090013" y="423605"/>
                    <a:pt x="8117948" y="448816"/>
                    <a:pt x="8145637" y="474218"/>
                  </a:cubicBezTo>
                  <a:cubicBezTo>
                    <a:pt x="8159506" y="486918"/>
                    <a:pt x="8173375" y="499764"/>
                    <a:pt x="8187242" y="512753"/>
                  </a:cubicBezTo>
                  <a:lnTo>
                    <a:pt x="8228402" y="551575"/>
                  </a:lnTo>
                  <a:cubicBezTo>
                    <a:pt x="8283082" y="603577"/>
                    <a:pt x="8336569" y="656778"/>
                    <a:pt x="8389211" y="710937"/>
                  </a:cubicBezTo>
                  <a:cubicBezTo>
                    <a:pt x="8415458" y="738065"/>
                    <a:pt x="8441455" y="765432"/>
                    <a:pt x="8467206" y="793088"/>
                  </a:cubicBezTo>
                  <a:lnTo>
                    <a:pt x="8486791" y="814223"/>
                  </a:lnTo>
                  <a:lnTo>
                    <a:pt x="8505979" y="835409"/>
                  </a:lnTo>
                  <a:lnTo>
                    <a:pt x="8543509" y="877346"/>
                  </a:lnTo>
                  <a:cubicBezTo>
                    <a:pt x="8593418" y="933423"/>
                    <a:pt x="8642579" y="990601"/>
                    <a:pt x="8690549" y="1048978"/>
                  </a:cubicBezTo>
                  <a:cubicBezTo>
                    <a:pt x="8714558" y="1078168"/>
                    <a:pt x="8738368" y="1107644"/>
                    <a:pt x="8761732" y="1137502"/>
                  </a:cubicBezTo>
                  <a:lnTo>
                    <a:pt x="8796379" y="1182077"/>
                  </a:lnTo>
                  <a:lnTo>
                    <a:pt x="8830678" y="1226986"/>
                  </a:lnTo>
                  <a:cubicBezTo>
                    <a:pt x="8876112" y="1287185"/>
                    <a:pt x="8920304" y="1348532"/>
                    <a:pt x="8963353" y="1410936"/>
                  </a:cubicBezTo>
                  <a:cubicBezTo>
                    <a:pt x="8984727" y="1442137"/>
                    <a:pt x="9005954" y="1473915"/>
                    <a:pt x="9026483" y="1505499"/>
                  </a:cubicBezTo>
                  <a:lnTo>
                    <a:pt x="9057004" y="1552613"/>
                  </a:lnTo>
                  <a:cubicBezTo>
                    <a:pt x="9067245" y="1568525"/>
                    <a:pt x="9077336" y="1584534"/>
                    <a:pt x="9087278" y="1600542"/>
                  </a:cubicBezTo>
                  <a:cubicBezTo>
                    <a:pt x="9127145" y="1664766"/>
                    <a:pt x="9165966" y="1729613"/>
                    <a:pt x="9202851" y="1795515"/>
                  </a:cubicBezTo>
                  <a:cubicBezTo>
                    <a:pt x="9221342" y="1828491"/>
                    <a:pt x="9239437" y="1861417"/>
                    <a:pt x="9257332" y="1894920"/>
                  </a:cubicBezTo>
                  <a:lnTo>
                    <a:pt x="9283778" y="1945436"/>
                  </a:lnTo>
                  <a:lnTo>
                    <a:pt x="9309428" y="1996193"/>
                  </a:lnTo>
                  <a:cubicBezTo>
                    <a:pt x="9343280" y="2064013"/>
                    <a:pt x="9375491" y="2132695"/>
                    <a:pt x="9405714" y="2202191"/>
                  </a:cubicBezTo>
                  <a:cubicBezTo>
                    <a:pt x="9466260" y="2341183"/>
                    <a:pt x="9520493" y="2483053"/>
                    <a:pt x="9566524" y="2627653"/>
                  </a:cubicBezTo>
                  <a:cubicBezTo>
                    <a:pt x="9572289" y="2645675"/>
                    <a:pt x="9578056" y="2663792"/>
                    <a:pt x="9583573" y="2682195"/>
                  </a:cubicBezTo>
                  <a:lnTo>
                    <a:pt x="9591974" y="2709707"/>
                  </a:lnTo>
                  <a:lnTo>
                    <a:pt x="9600027" y="2737650"/>
                  </a:lnTo>
                  <a:cubicBezTo>
                    <a:pt x="9610416" y="2774171"/>
                    <a:pt x="9620358" y="2810884"/>
                    <a:pt x="9629803" y="2847694"/>
                  </a:cubicBezTo>
                  <a:cubicBezTo>
                    <a:pt x="9648692" y="2921312"/>
                    <a:pt x="9665196" y="2995506"/>
                    <a:pt x="9679909" y="3070131"/>
                  </a:cubicBezTo>
                  <a:cubicBezTo>
                    <a:pt x="9683587" y="3088775"/>
                    <a:pt x="9687118" y="3107418"/>
                    <a:pt x="9690498" y="3126159"/>
                  </a:cubicBezTo>
                  <a:lnTo>
                    <a:pt x="9700390" y="3181805"/>
                  </a:lnTo>
                  <a:cubicBezTo>
                    <a:pt x="9703670" y="3201120"/>
                    <a:pt x="9706952" y="3222112"/>
                    <a:pt x="9709685" y="3243392"/>
                  </a:cubicBezTo>
                  <a:lnTo>
                    <a:pt x="9713016" y="3267597"/>
                  </a:lnTo>
                  <a:lnTo>
                    <a:pt x="9716844" y="3294437"/>
                  </a:lnTo>
                  <a:cubicBezTo>
                    <a:pt x="9718186" y="3303926"/>
                    <a:pt x="9719527" y="3313895"/>
                    <a:pt x="9720820" y="3324488"/>
                  </a:cubicBezTo>
                  <a:lnTo>
                    <a:pt x="9722709" y="3340737"/>
                  </a:lnTo>
                  <a:lnTo>
                    <a:pt x="9724301" y="3356361"/>
                  </a:lnTo>
                  <a:lnTo>
                    <a:pt x="9730166" y="3412197"/>
                  </a:lnTo>
                  <a:cubicBezTo>
                    <a:pt x="9732005" y="3430842"/>
                    <a:pt x="9734291" y="3449342"/>
                    <a:pt x="9735783" y="3468083"/>
                  </a:cubicBezTo>
                  <a:lnTo>
                    <a:pt x="9739760" y="3524399"/>
                  </a:lnTo>
                  <a:lnTo>
                    <a:pt x="9741748" y="3552580"/>
                  </a:lnTo>
                  <a:lnTo>
                    <a:pt x="9742742" y="3566672"/>
                  </a:lnTo>
                  <a:lnTo>
                    <a:pt x="9743488" y="3581865"/>
                  </a:lnTo>
                  <a:lnTo>
                    <a:pt x="9744731" y="3611341"/>
                  </a:lnTo>
                  <a:lnTo>
                    <a:pt x="9745725" y="3639715"/>
                  </a:lnTo>
                  <a:cubicBezTo>
                    <a:pt x="9746868" y="3677579"/>
                    <a:pt x="9747514" y="3715587"/>
                    <a:pt x="9747613" y="3753786"/>
                  </a:cubicBezTo>
                  <a:cubicBezTo>
                    <a:pt x="9747763" y="3830232"/>
                    <a:pt x="9745675" y="3906870"/>
                    <a:pt x="9740405" y="3984609"/>
                  </a:cubicBezTo>
                  <a:lnTo>
                    <a:pt x="9736329" y="4038434"/>
                  </a:lnTo>
                  <a:cubicBezTo>
                    <a:pt x="9735087" y="4055976"/>
                    <a:pt x="9733794" y="4076346"/>
                    <a:pt x="9731408" y="4099446"/>
                  </a:cubicBezTo>
                  <a:lnTo>
                    <a:pt x="9717987" y="4213325"/>
                  </a:lnTo>
                  <a:cubicBezTo>
                    <a:pt x="9717441" y="4217926"/>
                    <a:pt x="9716943" y="4222527"/>
                    <a:pt x="9716297" y="4227129"/>
                  </a:cubicBezTo>
                  <a:lnTo>
                    <a:pt x="9714110" y="4240981"/>
                  </a:lnTo>
                  <a:lnTo>
                    <a:pt x="9709785" y="4268731"/>
                  </a:lnTo>
                  <a:lnTo>
                    <a:pt x="9701086" y="4324185"/>
                  </a:lnTo>
                  <a:lnTo>
                    <a:pt x="9698699" y="4338994"/>
                  </a:lnTo>
                  <a:lnTo>
                    <a:pt x="9695966" y="4355050"/>
                  </a:lnTo>
                  <a:cubicBezTo>
                    <a:pt x="9694077" y="4365547"/>
                    <a:pt x="9692188" y="4375516"/>
                    <a:pt x="9690299" y="4385054"/>
                  </a:cubicBezTo>
                  <a:lnTo>
                    <a:pt x="9679909" y="4437919"/>
                  </a:lnTo>
                  <a:cubicBezTo>
                    <a:pt x="9677871" y="4448320"/>
                    <a:pt x="9675735" y="4458097"/>
                    <a:pt x="9673647" y="4468162"/>
                  </a:cubicBezTo>
                  <a:lnTo>
                    <a:pt x="9667532" y="4496296"/>
                  </a:lnTo>
                  <a:cubicBezTo>
                    <a:pt x="9663406" y="4514941"/>
                    <a:pt x="9659081" y="4533585"/>
                    <a:pt x="9654658" y="4552277"/>
                  </a:cubicBezTo>
                  <a:cubicBezTo>
                    <a:pt x="9645760" y="4589613"/>
                    <a:pt x="9636265" y="4627045"/>
                    <a:pt x="9625876" y="4664478"/>
                  </a:cubicBezTo>
                  <a:cubicBezTo>
                    <a:pt x="9605048" y="4739247"/>
                    <a:pt x="9581088" y="4814303"/>
                    <a:pt x="9552803" y="4888737"/>
                  </a:cubicBezTo>
                  <a:cubicBezTo>
                    <a:pt x="9524668" y="4962930"/>
                    <a:pt x="9492109" y="5037459"/>
                    <a:pt x="9452639" y="5110934"/>
                  </a:cubicBezTo>
                  <a:cubicBezTo>
                    <a:pt x="9432905" y="5147695"/>
                    <a:pt x="9411431" y="5184169"/>
                    <a:pt x="9388017" y="5220020"/>
                  </a:cubicBezTo>
                  <a:cubicBezTo>
                    <a:pt x="9382201" y="5228982"/>
                    <a:pt x="9376236" y="5237945"/>
                    <a:pt x="9370073" y="5246811"/>
                  </a:cubicBezTo>
                  <a:lnTo>
                    <a:pt x="9360926" y="5260040"/>
                  </a:lnTo>
                  <a:lnTo>
                    <a:pt x="9351829" y="5272646"/>
                  </a:lnTo>
                  <a:cubicBezTo>
                    <a:pt x="9339700" y="5289468"/>
                    <a:pt x="9327174" y="5306387"/>
                    <a:pt x="9313305" y="5323881"/>
                  </a:cubicBezTo>
                  <a:cubicBezTo>
                    <a:pt x="9258625" y="5393042"/>
                    <a:pt x="9196489" y="5455445"/>
                    <a:pt x="9130375" y="5510802"/>
                  </a:cubicBezTo>
                  <a:cubicBezTo>
                    <a:pt x="9097319" y="5538505"/>
                    <a:pt x="9063268" y="5564530"/>
                    <a:pt x="9028422" y="5588878"/>
                  </a:cubicBezTo>
                  <a:cubicBezTo>
                    <a:pt x="9019723" y="5595109"/>
                    <a:pt x="9011074" y="5600909"/>
                    <a:pt x="9002424" y="5606707"/>
                  </a:cubicBezTo>
                  <a:cubicBezTo>
                    <a:pt x="8993774" y="5612603"/>
                    <a:pt x="8985124" y="5618211"/>
                    <a:pt x="8976525" y="5623866"/>
                  </a:cubicBezTo>
                  <a:cubicBezTo>
                    <a:pt x="8959277" y="5635130"/>
                    <a:pt x="8941629" y="5646201"/>
                    <a:pt x="8924181" y="5656793"/>
                  </a:cubicBezTo>
                  <a:cubicBezTo>
                    <a:pt x="8854291" y="5699259"/>
                    <a:pt x="8784946" y="5736451"/>
                    <a:pt x="8717291" y="5771582"/>
                  </a:cubicBezTo>
                  <a:lnTo>
                    <a:pt x="8617129" y="5823105"/>
                  </a:lnTo>
                  <a:lnTo>
                    <a:pt x="8518207" y="5873671"/>
                  </a:lnTo>
                  <a:cubicBezTo>
                    <a:pt x="8391200" y="5939188"/>
                    <a:pt x="8267922" y="6009788"/>
                    <a:pt x="8150558" y="6086761"/>
                  </a:cubicBezTo>
                  <a:cubicBezTo>
                    <a:pt x="8091901" y="6125248"/>
                    <a:pt x="8034736" y="6165317"/>
                    <a:pt x="7979410" y="6207158"/>
                  </a:cubicBezTo>
                  <a:cubicBezTo>
                    <a:pt x="7965739" y="6217750"/>
                    <a:pt x="7951771" y="6228103"/>
                    <a:pt x="7938300" y="6238887"/>
                  </a:cubicBezTo>
                  <a:lnTo>
                    <a:pt x="7897936" y="6271286"/>
                  </a:lnTo>
                  <a:lnTo>
                    <a:pt x="7858367" y="6304357"/>
                  </a:lnTo>
                  <a:lnTo>
                    <a:pt x="7819048" y="6338770"/>
                  </a:lnTo>
                  <a:cubicBezTo>
                    <a:pt x="7804882" y="6351232"/>
                    <a:pt x="7792105" y="6362591"/>
                    <a:pt x="7778882" y="6374477"/>
                  </a:cubicBezTo>
                  <a:lnTo>
                    <a:pt x="7739563" y="6410328"/>
                  </a:lnTo>
                  <a:cubicBezTo>
                    <a:pt x="7713366" y="6434485"/>
                    <a:pt x="7687168" y="6459120"/>
                    <a:pt x="7660824" y="6484138"/>
                  </a:cubicBezTo>
                  <a:lnTo>
                    <a:pt x="7502302" y="6636360"/>
                  </a:lnTo>
                  <a:lnTo>
                    <a:pt x="7273394" y="6858000"/>
                  </a:lnTo>
                  <a:lnTo>
                    <a:pt x="6780690" y="6858000"/>
                  </a:lnTo>
                  <a:lnTo>
                    <a:pt x="6854939" y="6783597"/>
                  </a:lnTo>
                  <a:cubicBezTo>
                    <a:pt x="6880688" y="6757810"/>
                    <a:pt x="6906338" y="6732265"/>
                    <a:pt x="6932087" y="6705809"/>
                  </a:cubicBezTo>
                  <a:lnTo>
                    <a:pt x="7241130" y="6390965"/>
                  </a:lnTo>
                  <a:lnTo>
                    <a:pt x="7397564" y="6233087"/>
                  </a:lnTo>
                  <a:cubicBezTo>
                    <a:pt x="7424009" y="6206679"/>
                    <a:pt x="7450802" y="6180175"/>
                    <a:pt x="7478142" y="6153670"/>
                  </a:cubicBezTo>
                  <a:lnTo>
                    <a:pt x="7519600" y="6113937"/>
                  </a:lnTo>
                  <a:cubicBezTo>
                    <a:pt x="7533469" y="6100805"/>
                    <a:pt x="7547934" y="6087288"/>
                    <a:pt x="7561207" y="6075067"/>
                  </a:cubicBezTo>
                  <a:lnTo>
                    <a:pt x="7604204" y="6035526"/>
                  </a:lnTo>
                  <a:lnTo>
                    <a:pt x="7648644" y="5996416"/>
                  </a:lnTo>
                  <a:cubicBezTo>
                    <a:pt x="7663608" y="5983570"/>
                    <a:pt x="7678768" y="5971013"/>
                    <a:pt x="7693830" y="5958264"/>
                  </a:cubicBezTo>
                  <a:cubicBezTo>
                    <a:pt x="7708942" y="5945611"/>
                    <a:pt x="7724352" y="5933485"/>
                    <a:pt x="7739662" y="5921073"/>
                  </a:cubicBezTo>
                  <a:cubicBezTo>
                    <a:pt x="7801154" y="5872088"/>
                    <a:pt x="7864234" y="5825502"/>
                    <a:pt x="7928458" y="5781025"/>
                  </a:cubicBezTo>
                  <a:cubicBezTo>
                    <a:pt x="8057005" y="5692164"/>
                    <a:pt x="8190077" y="5611500"/>
                    <a:pt x="8325882" y="5537450"/>
                  </a:cubicBezTo>
                  <a:lnTo>
                    <a:pt x="8424555" y="5484106"/>
                  </a:lnTo>
                  <a:lnTo>
                    <a:pt x="8521737" y="5431289"/>
                  </a:lnTo>
                  <a:cubicBezTo>
                    <a:pt x="8585315" y="5396349"/>
                    <a:pt x="8646456" y="5361840"/>
                    <a:pt x="8702677" y="5325942"/>
                  </a:cubicBezTo>
                  <a:cubicBezTo>
                    <a:pt x="8716795" y="5316931"/>
                    <a:pt x="8730365" y="5308017"/>
                    <a:pt x="8743986" y="5298717"/>
                  </a:cubicBezTo>
                  <a:cubicBezTo>
                    <a:pt x="8750747" y="5294069"/>
                    <a:pt x="8757606" y="5289420"/>
                    <a:pt x="8764167" y="5284723"/>
                  </a:cubicBezTo>
                  <a:cubicBezTo>
                    <a:pt x="8770778" y="5280074"/>
                    <a:pt x="8777440" y="5275377"/>
                    <a:pt x="8783704" y="5270679"/>
                  </a:cubicBezTo>
                  <a:cubicBezTo>
                    <a:pt x="8809155" y="5251987"/>
                    <a:pt x="8833611" y="5232577"/>
                    <a:pt x="8856776" y="5212399"/>
                  </a:cubicBezTo>
                  <a:cubicBezTo>
                    <a:pt x="8903104" y="5172043"/>
                    <a:pt x="8944463" y="5128668"/>
                    <a:pt x="8979856" y="5082081"/>
                  </a:cubicBezTo>
                  <a:cubicBezTo>
                    <a:pt x="8988555" y="5070722"/>
                    <a:pt x="8997602" y="5057973"/>
                    <a:pt x="9006699" y="5044984"/>
                  </a:cubicBezTo>
                  <a:lnTo>
                    <a:pt x="9013509" y="5035254"/>
                  </a:lnTo>
                  <a:lnTo>
                    <a:pt x="9019773" y="5025812"/>
                  </a:lnTo>
                  <a:cubicBezTo>
                    <a:pt x="9023997" y="5019629"/>
                    <a:pt x="9028073" y="5013254"/>
                    <a:pt x="9032050" y="5006833"/>
                  </a:cubicBezTo>
                  <a:cubicBezTo>
                    <a:pt x="9048206" y="4981238"/>
                    <a:pt x="9063417" y="4954542"/>
                    <a:pt x="9077733" y="4926839"/>
                  </a:cubicBezTo>
                  <a:cubicBezTo>
                    <a:pt x="9106415" y="4871434"/>
                    <a:pt x="9131469" y="4812050"/>
                    <a:pt x="9154285" y="4750223"/>
                  </a:cubicBezTo>
                  <a:cubicBezTo>
                    <a:pt x="9176904" y="4688586"/>
                    <a:pt x="9196537" y="4625032"/>
                    <a:pt x="9213936" y="4559945"/>
                  </a:cubicBezTo>
                  <a:cubicBezTo>
                    <a:pt x="9222635" y="4527402"/>
                    <a:pt x="9230887" y="4494523"/>
                    <a:pt x="9238592" y="4461357"/>
                  </a:cubicBezTo>
                  <a:cubicBezTo>
                    <a:pt x="9242419" y="4444773"/>
                    <a:pt x="9246147" y="4428094"/>
                    <a:pt x="9249776" y="4411319"/>
                  </a:cubicBezTo>
                  <a:lnTo>
                    <a:pt x="9255046" y="4386299"/>
                  </a:lnTo>
                  <a:lnTo>
                    <a:pt x="9259718" y="4363342"/>
                  </a:lnTo>
                  <a:lnTo>
                    <a:pt x="9269959" y="4309566"/>
                  </a:lnTo>
                  <a:lnTo>
                    <a:pt x="9274233" y="4286176"/>
                  </a:lnTo>
                  <a:lnTo>
                    <a:pt x="9276022" y="4275489"/>
                  </a:lnTo>
                  <a:lnTo>
                    <a:pt x="9277861" y="4263506"/>
                  </a:lnTo>
                  <a:lnTo>
                    <a:pt x="9286014" y="4211696"/>
                  </a:lnTo>
                  <a:lnTo>
                    <a:pt x="9290092" y="4185767"/>
                  </a:lnTo>
                  <a:lnTo>
                    <a:pt x="9292128" y="4172826"/>
                  </a:lnTo>
                  <a:cubicBezTo>
                    <a:pt x="9292774" y="4168464"/>
                    <a:pt x="9293173" y="4164055"/>
                    <a:pt x="9293720" y="4159693"/>
                  </a:cubicBezTo>
                  <a:lnTo>
                    <a:pt x="9305650" y="4057941"/>
                  </a:lnTo>
                  <a:cubicBezTo>
                    <a:pt x="9306991" y="4045048"/>
                    <a:pt x="9308085" y="4029328"/>
                    <a:pt x="9309378" y="4010779"/>
                  </a:cubicBezTo>
                  <a:lnTo>
                    <a:pt x="9313454" y="3956428"/>
                  </a:lnTo>
                  <a:cubicBezTo>
                    <a:pt x="9318326" y="3889806"/>
                    <a:pt x="9320611" y="3821796"/>
                    <a:pt x="9320811" y="3753546"/>
                  </a:cubicBezTo>
                  <a:cubicBezTo>
                    <a:pt x="9320910" y="3719373"/>
                    <a:pt x="9320513" y="3685056"/>
                    <a:pt x="9319617" y="3650643"/>
                  </a:cubicBezTo>
                  <a:lnTo>
                    <a:pt x="9318176" y="3600030"/>
                  </a:lnTo>
                  <a:lnTo>
                    <a:pt x="9317778" y="3588096"/>
                  </a:lnTo>
                  <a:lnTo>
                    <a:pt x="9316983" y="3575107"/>
                  </a:lnTo>
                  <a:lnTo>
                    <a:pt x="9315443" y="3549130"/>
                  </a:lnTo>
                  <a:lnTo>
                    <a:pt x="9312311" y="3497176"/>
                  </a:lnTo>
                  <a:cubicBezTo>
                    <a:pt x="9311118" y="3479825"/>
                    <a:pt x="9309129" y="3462427"/>
                    <a:pt x="9307587" y="3445029"/>
                  </a:cubicBezTo>
                  <a:lnTo>
                    <a:pt x="9302618" y="3392835"/>
                  </a:lnTo>
                  <a:lnTo>
                    <a:pt x="9301574" y="3381476"/>
                  </a:lnTo>
                  <a:lnTo>
                    <a:pt x="9300430" y="3370740"/>
                  </a:lnTo>
                  <a:lnTo>
                    <a:pt x="9297547" y="3346966"/>
                  </a:lnTo>
                  <a:lnTo>
                    <a:pt x="9294017" y="3320030"/>
                  </a:lnTo>
                  <a:lnTo>
                    <a:pt x="9290439" y="3290410"/>
                  </a:lnTo>
                  <a:cubicBezTo>
                    <a:pt x="9288849" y="3275745"/>
                    <a:pt x="9286761" y="3260934"/>
                    <a:pt x="9284275" y="3244544"/>
                  </a:cubicBezTo>
                  <a:lnTo>
                    <a:pt x="9275974" y="3193116"/>
                  </a:lnTo>
                  <a:cubicBezTo>
                    <a:pt x="9273189" y="3176197"/>
                    <a:pt x="9270256" y="3159230"/>
                    <a:pt x="9267224" y="3142264"/>
                  </a:cubicBezTo>
                  <a:cubicBezTo>
                    <a:pt x="9255146" y="3074493"/>
                    <a:pt x="9240929" y="3007057"/>
                    <a:pt x="9225320" y="2939909"/>
                  </a:cubicBezTo>
                  <a:cubicBezTo>
                    <a:pt x="9217465" y="2906311"/>
                    <a:pt x="9209214" y="2872809"/>
                    <a:pt x="9200466" y="2839449"/>
                  </a:cubicBezTo>
                  <a:lnTo>
                    <a:pt x="9193953" y="2814958"/>
                  </a:lnTo>
                  <a:lnTo>
                    <a:pt x="9186993" y="2790276"/>
                  </a:lnTo>
                  <a:cubicBezTo>
                    <a:pt x="9182471" y="2773836"/>
                    <a:pt x="9177599" y="2757252"/>
                    <a:pt x="9172628" y="2740621"/>
                  </a:cubicBezTo>
                  <a:cubicBezTo>
                    <a:pt x="9133110" y="2607859"/>
                    <a:pt x="9087527" y="2476533"/>
                    <a:pt x="9035082" y="2347463"/>
                  </a:cubicBezTo>
                  <a:cubicBezTo>
                    <a:pt x="9008836" y="2282951"/>
                    <a:pt x="8981298" y="2218870"/>
                    <a:pt x="8952118" y="2155413"/>
                  </a:cubicBezTo>
                  <a:lnTo>
                    <a:pt x="8929948" y="2107915"/>
                  </a:lnTo>
                  <a:lnTo>
                    <a:pt x="8907429" y="2060753"/>
                  </a:lnTo>
                  <a:cubicBezTo>
                    <a:pt x="8892170" y="2029408"/>
                    <a:pt x="8876411" y="1997726"/>
                    <a:pt x="8860404" y="1966478"/>
                  </a:cubicBezTo>
                  <a:cubicBezTo>
                    <a:pt x="8828243" y="1903931"/>
                    <a:pt x="8795336" y="1841670"/>
                    <a:pt x="8760788" y="1780274"/>
                  </a:cubicBezTo>
                  <a:lnTo>
                    <a:pt x="8734740" y="1734311"/>
                  </a:lnTo>
                  <a:lnTo>
                    <a:pt x="8708046" y="1687963"/>
                  </a:lnTo>
                  <a:cubicBezTo>
                    <a:pt x="8690300" y="1657337"/>
                    <a:pt x="8672455" y="1627334"/>
                    <a:pt x="8654062" y="1597234"/>
                  </a:cubicBezTo>
                  <a:cubicBezTo>
                    <a:pt x="8617575" y="1536988"/>
                    <a:pt x="8579398" y="1477365"/>
                    <a:pt x="8540278" y="1418077"/>
                  </a:cubicBezTo>
                  <a:lnTo>
                    <a:pt x="8510701" y="1373695"/>
                  </a:lnTo>
                  <a:lnTo>
                    <a:pt x="8480676" y="1329457"/>
                  </a:lnTo>
                  <a:cubicBezTo>
                    <a:pt x="8460643" y="1300269"/>
                    <a:pt x="8440411" y="1271224"/>
                    <a:pt x="8419782" y="1242275"/>
                  </a:cubicBezTo>
                  <a:cubicBezTo>
                    <a:pt x="8378476" y="1184425"/>
                    <a:pt x="8335923" y="1127006"/>
                    <a:pt x="8292478" y="1069875"/>
                  </a:cubicBezTo>
                  <a:lnTo>
                    <a:pt x="8259620" y="1027123"/>
                  </a:lnTo>
                  <a:lnTo>
                    <a:pt x="8243416" y="1006130"/>
                  </a:lnTo>
                  <a:lnTo>
                    <a:pt x="8227110" y="985473"/>
                  </a:lnTo>
                  <a:cubicBezTo>
                    <a:pt x="8204890" y="957483"/>
                    <a:pt x="8182422" y="929684"/>
                    <a:pt x="8159604" y="902029"/>
                  </a:cubicBezTo>
                  <a:cubicBezTo>
                    <a:pt x="8114170" y="846671"/>
                    <a:pt x="8067494" y="792177"/>
                    <a:pt x="8020022" y="738209"/>
                  </a:cubicBezTo>
                  <a:lnTo>
                    <a:pt x="7984182" y="697901"/>
                  </a:lnTo>
                  <a:lnTo>
                    <a:pt x="7948043" y="657976"/>
                  </a:lnTo>
                  <a:cubicBezTo>
                    <a:pt x="7923636" y="631328"/>
                    <a:pt x="7899079" y="604823"/>
                    <a:pt x="7874324" y="578607"/>
                  </a:cubicBezTo>
                  <a:cubicBezTo>
                    <a:pt x="7824714" y="526221"/>
                    <a:pt x="7774608" y="474458"/>
                    <a:pt x="7723308" y="424085"/>
                  </a:cubicBezTo>
                  <a:cubicBezTo>
                    <a:pt x="7672157" y="373808"/>
                    <a:pt x="7619168" y="324153"/>
                    <a:pt x="7565532" y="275602"/>
                  </a:cubicBezTo>
                  <a:close/>
                  <a:moveTo>
                    <a:pt x="1832515" y="0"/>
                  </a:moveTo>
                  <a:lnTo>
                    <a:pt x="2158449" y="0"/>
                  </a:lnTo>
                  <a:lnTo>
                    <a:pt x="2108797" y="37845"/>
                  </a:lnTo>
                  <a:cubicBezTo>
                    <a:pt x="2052253" y="83168"/>
                    <a:pt x="1996914" y="129778"/>
                    <a:pt x="1942830" y="177587"/>
                  </a:cubicBezTo>
                  <a:cubicBezTo>
                    <a:pt x="1834563" y="273109"/>
                    <a:pt x="1731317" y="373472"/>
                    <a:pt x="1633191" y="477909"/>
                  </a:cubicBezTo>
                  <a:cubicBezTo>
                    <a:pt x="1240290" y="896038"/>
                    <a:pt x="927123" y="1375900"/>
                    <a:pt x="702686" y="1889935"/>
                  </a:cubicBezTo>
                  <a:cubicBezTo>
                    <a:pt x="646565" y="2018192"/>
                    <a:pt x="596210" y="2149182"/>
                    <a:pt x="551769" y="2281416"/>
                  </a:cubicBezTo>
                  <a:cubicBezTo>
                    <a:pt x="507429" y="2413700"/>
                    <a:pt x="469451" y="2547613"/>
                    <a:pt x="438383" y="2682772"/>
                  </a:cubicBezTo>
                  <a:cubicBezTo>
                    <a:pt x="423122" y="2750111"/>
                    <a:pt x="409203" y="2818553"/>
                    <a:pt x="397124" y="2887044"/>
                  </a:cubicBezTo>
                  <a:cubicBezTo>
                    <a:pt x="385144" y="2955581"/>
                    <a:pt x="374357" y="3024359"/>
                    <a:pt x="365658" y="3093424"/>
                  </a:cubicBezTo>
                  <a:cubicBezTo>
                    <a:pt x="347813" y="3231506"/>
                    <a:pt x="336727" y="3370260"/>
                    <a:pt x="332105" y="3509828"/>
                  </a:cubicBezTo>
                  <a:cubicBezTo>
                    <a:pt x="322311" y="3788822"/>
                    <a:pt x="339660" y="4068628"/>
                    <a:pt x="383653" y="4346327"/>
                  </a:cubicBezTo>
                  <a:cubicBezTo>
                    <a:pt x="394539" y="4415489"/>
                    <a:pt x="407464" y="4484267"/>
                    <a:pt x="422327" y="4552900"/>
                  </a:cubicBezTo>
                  <a:cubicBezTo>
                    <a:pt x="437041" y="4621534"/>
                    <a:pt x="453693" y="4689881"/>
                    <a:pt x="472184" y="4757939"/>
                  </a:cubicBezTo>
                  <a:cubicBezTo>
                    <a:pt x="490677" y="4825949"/>
                    <a:pt x="511007" y="4893673"/>
                    <a:pt x="533078" y="4960916"/>
                  </a:cubicBezTo>
                  <a:cubicBezTo>
                    <a:pt x="555249" y="5028208"/>
                    <a:pt x="578662" y="5095022"/>
                    <a:pt x="604710" y="5160875"/>
                  </a:cubicBezTo>
                  <a:cubicBezTo>
                    <a:pt x="707358" y="5425298"/>
                    <a:pt x="838443" y="5680902"/>
                    <a:pt x="996766" y="5920640"/>
                  </a:cubicBezTo>
                  <a:cubicBezTo>
                    <a:pt x="1154790" y="6160571"/>
                    <a:pt x="1340404" y="6384350"/>
                    <a:pt x="1549183" y="6586417"/>
                  </a:cubicBezTo>
                  <a:cubicBezTo>
                    <a:pt x="1601365" y="6636982"/>
                    <a:pt x="1654970" y="6686208"/>
                    <a:pt x="1709890" y="6734063"/>
                  </a:cubicBezTo>
                  <a:lnTo>
                    <a:pt x="1859761" y="6858000"/>
                  </a:lnTo>
                  <a:lnTo>
                    <a:pt x="1671798" y="6858000"/>
                  </a:lnTo>
                  <a:lnTo>
                    <a:pt x="1628044" y="6822717"/>
                  </a:lnTo>
                  <a:cubicBezTo>
                    <a:pt x="1570828" y="6774460"/>
                    <a:pt x="1514710" y="6724955"/>
                    <a:pt x="1459756" y="6674223"/>
                  </a:cubicBezTo>
                  <a:cubicBezTo>
                    <a:pt x="1019931" y="6268363"/>
                    <a:pt x="658296" y="5781216"/>
                    <a:pt x="402543" y="5241588"/>
                  </a:cubicBezTo>
                  <a:cubicBezTo>
                    <a:pt x="370231" y="5174103"/>
                    <a:pt x="340306" y="5105661"/>
                    <a:pt x="311923" y="5036741"/>
                  </a:cubicBezTo>
                  <a:cubicBezTo>
                    <a:pt x="283539" y="4967771"/>
                    <a:pt x="256895" y="4897986"/>
                    <a:pt x="232140" y="4827483"/>
                  </a:cubicBezTo>
                  <a:cubicBezTo>
                    <a:pt x="207334" y="4756981"/>
                    <a:pt x="184368" y="4685758"/>
                    <a:pt x="163392" y="4613913"/>
                  </a:cubicBezTo>
                  <a:cubicBezTo>
                    <a:pt x="142514" y="4542020"/>
                    <a:pt x="123624" y="4469360"/>
                    <a:pt x="106823" y="4396365"/>
                  </a:cubicBezTo>
                  <a:cubicBezTo>
                    <a:pt x="73120" y="4250902"/>
                    <a:pt x="47371" y="4103281"/>
                    <a:pt x="29326" y="3954702"/>
                  </a:cubicBezTo>
                  <a:cubicBezTo>
                    <a:pt x="20478" y="3880365"/>
                    <a:pt x="13320" y="3805789"/>
                    <a:pt x="8647" y="3730971"/>
                  </a:cubicBezTo>
                  <a:cubicBezTo>
                    <a:pt x="6311" y="3693587"/>
                    <a:pt x="4322" y="3656106"/>
                    <a:pt x="2880" y="3618674"/>
                  </a:cubicBezTo>
                  <a:cubicBezTo>
                    <a:pt x="1539" y="3581146"/>
                    <a:pt x="694" y="3543809"/>
                    <a:pt x="296" y="3506425"/>
                  </a:cubicBezTo>
                  <a:cubicBezTo>
                    <a:pt x="-1543" y="3356649"/>
                    <a:pt x="5217" y="3206200"/>
                    <a:pt x="20030" y="3056711"/>
                  </a:cubicBezTo>
                  <a:cubicBezTo>
                    <a:pt x="27686" y="2981942"/>
                    <a:pt x="36931" y="2907317"/>
                    <a:pt x="48664" y="2832980"/>
                  </a:cubicBezTo>
                  <a:cubicBezTo>
                    <a:pt x="60395" y="2758642"/>
                    <a:pt x="73716" y="2684784"/>
                    <a:pt x="89922" y="2610639"/>
                  </a:cubicBezTo>
                  <a:cubicBezTo>
                    <a:pt x="121736" y="2462826"/>
                    <a:pt x="162645" y="2317220"/>
                    <a:pt x="211163" y="2174343"/>
                  </a:cubicBezTo>
                  <a:cubicBezTo>
                    <a:pt x="259778" y="2031468"/>
                    <a:pt x="315601" y="1891517"/>
                    <a:pt x="379129" y="1754393"/>
                  </a:cubicBezTo>
                  <a:cubicBezTo>
                    <a:pt x="505540" y="1480433"/>
                    <a:pt x="660930" y="1219318"/>
                    <a:pt x="841424" y="976270"/>
                  </a:cubicBezTo>
                  <a:cubicBezTo>
                    <a:pt x="931498" y="854627"/>
                    <a:pt x="1028182" y="737777"/>
                    <a:pt x="1130234" y="625768"/>
                  </a:cubicBezTo>
                  <a:cubicBezTo>
                    <a:pt x="1232486" y="513855"/>
                    <a:pt x="1340157" y="407117"/>
                    <a:pt x="1452897" y="305748"/>
                  </a:cubicBezTo>
                  <a:cubicBezTo>
                    <a:pt x="1565736" y="204380"/>
                    <a:pt x="1683596" y="108665"/>
                    <a:pt x="1805682" y="187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2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5A7FF51F-3820-41BE-8690-7E758ECFA7C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8320" y="36937"/>
              <a:ext cx="9767847" cy="6858000"/>
            </a:xfrm>
            <a:custGeom>
              <a:avLst/>
              <a:gdLst>
                <a:gd name="connsiteX0" fmla="*/ 7151367 w 9767847"/>
                <a:gd name="connsiteY0" fmla="*/ 0 h 6858000"/>
                <a:gd name="connsiteX1" fmla="*/ 7881247 w 9767847"/>
                <a:gd name="connsiteY1" fmla="*/ 0 h 6858000"/>
                <a:gd name="connsiteX2" fmla="*/ 7990553 w 9767847"/>
                <a:gd name="connsiteY2" fmla="*/ 81317 h 6858000"/>
                <a:gd name="connsiteX3" fmla="*/ 9767847 w 9767847"/>
                <a:gd name="connsiteY3" fmla="*/ 3649031 h 6858000"/>
                <a:gd name="connsiteX4" fmla="*/ 8652597 w 9767847"/>
                <a:gd name="connsiteY4" fmla="*/ 6590005 h 6858000"/>
                <a:gd name="connsiteX5" fmla="*/ 8395306 w 9767847"/>
                <a:gd name="connsiteY5" fmla="*/ 6858000 h 6858000"/>
                <a:gd name="connsiteX6" fmla="*/ 6762603 w 9767847"/>
                <a:gd name="connsiteY6" fmla="*/ 6858000 h 6858000"/>
                <a:gd name="connsiteX7" fmla="*/ 6765962 w 9767847"/>
                <a:gd name="connsiteY7" fmla="*/ 6854844 h 6858000"/>
                <a:gd name="connsiteX8" fmla="*/ 6804586 w 9767847"/>
                <a:gd name="connsiteY8" fmla="*/ 6817103 h 6858000"/>
                <a:gd name="connsiteX9" fmla="*/ 6881735 w 9767847"/>
                <a:gd name="connsiteY9" fmla="*/ 6741197 h 6858000"/>
                <a:gd name="connsiteX10" fmla="*/ 6958883 w 9767847"/>
                <a:gd name="connsiteY10" fmla="*/ 6664822 h 6858000"/>
                <a:gd name="connsiteX11" fmla="*/ 7267925 w 9767847"/>
                <a:gd name="connsiteY11" fmla="*/ 6355694 h 6858000"/>
                <a:gd name="connsiteX12" fmla="*/ 7424360 w 9767847"/>
                <a:gd name="connsiteY12" fmla="*/ 6200685 h 6858000"/>
                <a:gd name="connsiteX13" fmla="*/ 7504938 w 9767847"/>
                <a:gd name="connsiteY13" fmla="*/ 6122708 h 6858000"/>
                <a:gd name="connsiteX14" fmla="*/ 7546396 w 9767847"/>
                <a:gd name="connsiteY14" fmla="*/ 6083697 h 6858000"/>
                <a:gd name="connsiteX15" fmla="*/ 7588002 w 9767847"/>
                <a:gd name="connsiteY15" fmla="*/ 6045532 h 6858000"/>
                <a:gd name="connsiteX16" fmla="*/ 7631000 w 9767847"/>
                <a:gd name="connsiteY16" fmla="*/ 6006709 h 6858000"/>
                <a:gd name="connsiteX17" fmla="*/ 7675440 w 9767847"/>
                <a:gd name="connsiteY17" fmla="*/ 5968309 h 6858000"/>
                <a:gd name="connsiteX18" fmla="*/ 7720626 w 9767847"/>
                <a:gd name="connsiteY18" fmla="*/ 5930851 h 6858000"/>
                <a:gd name="connsiteX19" fmla="*/ 7766458 w 9767847"/>
                <a:gd name="connsiteY19" fmla="*/ 5894334 h 6858000"/>
                <a:gd name="connsiteX20" fmla="*/ 7955254 w 9767847"/>
                <a:gd name="connsiteY20" fmla="*/ 5756828 h 6858000"/>
                <a:gd name="connsiteX21" fmla="*/ 8352678 w 9767847"/>
                <a:gd name="connsiteY21" fmla="*/ 5517630 h 6858000"/>
                <a:gd name="connsiteX22" fmla="*/ 8451350 w 9767847"/>
                <a:gd name="connsiteY22" fmla="*/ 5465254 h 6858000"/>
                <a:gd name="connsiteX23" fmla="*/ 8548532 w 9767847"/>
                <a:gd name="connsiteY23" fmla="*/ 5413395 h 6858000"/>
                <a:gd name="connsiteX24" fmla="*/ 8729473 w 9767847"/>
                <a:gd name="connsiteY24" fmla="*/ 5309961 h 6858000"/>
                <a:gd name="connsiteX25" fmla="*/ 8770781 w 9767847"/>
                <a:gd name="connsiteY25" fmla="*/ 5283232 h 6858000"/>
                <a:gd name="connsiteX26" fmla="*/ 8790964 w 9767847"/>
                <a:gd name="connsiteY26" fmla="*/ 5269492 h 6858000"/>
                <a:gd name="connsiteX27" fmla="*/ 8810499 w 9767847"/>
                <a:gd name="connsiteY27" fmla="*/ 5255703 h 6858000"/>
                <a:gd name="connsiteX28" fmla="*/ 8883571 w 9767847"/>
                <a:gd name="connsiteY28" fmla="*/ 5198479 h 6858000"/>
                <a:gd name="connsiteX29" fmla="*/ 9006651 w 9767847"/>
                <a:gd name="connsiteY29" fmla="*/ 5070527 h 6858000"/>
                <a:gd name="connsiteX30" fmla="*/ 9033494 w 9767847"/>
                <a:gd name="connsiteY30" fmla="*/ 5034105 h 6858000"/>
                <a:gd name="connsiteX31" fmla="*/ 9040305 w 9767847"/>
                <a:gd name="connsiteY31" fmla="*/ 5024551 h 6858000"/>
                <a:gd name="connsiteX32" fmla="*/ 9046568 w 9767847"/>
                <a:gd name="connsiteY32" fmla="*/ 5015281 h 6858000"/>
                <a:gd name="connsiteX33" fmla="*/ 9058846 w 9767847"/>
                <a:gd name="connsiteY33" fmla="*/ 4996645 h 6858000"/>
                <a:gd name="connsiteX34" fmla="*/ 9104529 w 9767847"/>
                <a:gd name="connsiteY34" fmla="*/ 4918105 h 6858000"/>
                <a:gd name="connsiteX35" fmla="*/ 9181081 w 9767847"/>
                <a:gd name="connsiteY35" fmla="*/ 4744694 h 6858000"/>
                <a:gd name="connsiteX36" fmla="*/ 9240731 w 9767847"/>
                <a:gd name="connsiteY36" fmla="*/ 4557872 h 6858000"/>
                <a:gd name="connsiteX37" fmla="*/ 9265388 w 9767847"/>
                <a:gd name="connsiteY37" fmla="*/ 4461073 h 6858000"/>
                <a:gd name="connsiteX38" fmla="*/ 9276571 w 9767847"/>
                <a:gd name="connsiteY38" fmla="*/ 4411943 h 6858000"/>
                <a:gd name="connsiteX39" fmla="*/ 9281841 w 9767847"/>
                <a:gd name="connsiteY39" fmla="*/ 4387379 h 6858000"/>
                <a:gd name="connsiteX40" fmla="*/ 9286513 w 9767847"/>
                <a:gd name="connsiteY40" fmla="*/ 4364838 h 6858000"/>
                <a:gd name="connsiteX41" fmla="*/ 9296754 w 9767847"/>
                <a:gd name="connsiteY41" fmla="*/ 4312038 h 6858000"/>
                <a:gd name="connsiteX42" fmla="*/ 9301029 w 9767847"/>
                <a:gd name="connsiteY42" fmla="*/ 4289074 h 6858000"/>
                <a:gd name="connsiteX43" fmla="*/ 9302818 w 9767847"/>
                <a:gd name="connsiteY43" fmla="*/ 4278581 h 6858000"/>
                <a:gd name="connsiteX44" fmla="*/ 9304658 w 9767847"/>
                <a:gd name="connsiteY44" fmla="*/ 4266816 h 6858000"/>
                <a:gd name="connsiteX45" fmla="*/ 9312810 w 9767847"/>
                <a:gd name="connsiteY45" fmla="*/ 4215945 h 6858000"/>
                <a:gd name="connsiteX46" fmla="*/ 9316887 w 9767847"/>
                <a:gd name="connsiteY46" fmla="*/ 4190486 h 6858000"/>
                <a:gd name="connsiteX47" fmla="*/ 9318923 w 9767847"/>
                <a:gd name="connsiteY47" fmla="*/ 4177780 h 6858000"/>
                <a:gd name="connsiteX48" fmla="*/ 9320515 w 9767847"/>
                <a:gd name="connsiteY48" fmla="*/ 4164886 h 6858000"/>
                <a:gd name="connsiteX49" fmla="*/ 9332445 w 9767847"/>
                <a:gd name="connsiteY49" fmla="*/ 4064981 h 6858000"/>
                <a:gd name="connsiteX50" fmla="*/ 9336173 w 9767847"/>
                <a:gd name="connsiteY50" fmla="*/ 4018676 h 6858000"/>
                <a:gd name="connsiteX51" fmla="*/ 9340199 w 9767847"/>
                <a:gd name="connsiteY51" fmla="*/ 3965171 h 6858000"/>
                <a:gd name="connsiteX52" fmla="*/ 9347557 w 9767847"/>
                <a:gd name="connsiteY52" fmla="*/ 3765972 h 6858000"/>
                <a:gd name="connsiteX53" fmla="*/ 9346364 w 9767847"/>
                <a:gd name="connsiteY53" fmla="*/ 3664938 h 6858000"/>
                <a:gd name="connsiteX54" fmla="*/ 9344921 w 9767847"/>
                <a:gd name="connsiteY54" fmla="*/ 3615243 h 6858000"/>
                <a:gd name="connsiteX55" fmla="*/ 9344524 w 9767847"/>
                <a:gd name="connsiteY55" fmla="*/ 3603526 h 6858000"/>
                <a:gd name="connsiteX56" fmla="*/ 9343728 w 9767847"/>
                <a:gd name="connsiteY56" fmla="*/ 3590774 h 6858000"/>
                <a:gd name="connsiteX57" fmla="*/ 9342188 w 9767847"/>
                <a:gd name="connsiteY57" fmla="*/ 3565268 h 6858000"/>
                <a:gd name="connsiteX58" fmla="*/ 9339056 w 9767847"/>
                <a:gd name="connsiteY58" fmla="*/ 3514256 h 6858000"/>
                <a:gd name="connsiteX59" fmla="*/ 9334334 w 9767847"/>
                <a:gd name="connsiteY59" fmla="*/ 3463057 h 6858000"/>
                <a:gd name="connsiteX60" fmla="*/ 9329363 w 9767847"/>
                <a:gd name="connsiteY60" fmla="*/ 3411810 h 6858000"/>
                <a:gd name="connsiteX61" fmla="*/ 9328319 w 9767847"/>
                <a:gd name="connsiteY61" fmla="*/ 3400657 h 6858000"/>
                <a:gd name="connsiteX62" fmla="*/ 9327177 w 9767847"/>
                <a:gd name="connsiteY62" fmla="*/ 3390116 h 6858000"/>
                <a:gd name="connsiteX63" fmla="*/ 9324293 w 9767847"/>
                <a:gd name="connsiteY63" fmla="*/ 3366774 h 6858000"/>
                <a:gd name="connsiteX64" fmla="*/ 9320763 w 9767847"/>
                <a:gd name="connsiteY64" fmla="*/ 3340329 h 6858000"/>
                <a:gd name="connsiteX65" fmla="*/ 9317184 w 9767847"/>
                <a:gd name="connsiteY65" fmla="*/ 3311245 h 6858000"/>
                <a:gd name="connsiteX66" fmla="*/ 9311021 w 9767847"/>
                <a:gd name="connsiteY66" fmla="*/ 3266211 h 6858000"/>
                <a:gd name="connsiteX67" fmla="*/ 9302719 w 9767847"/>
                <a:gd name="connsiteY67" fmla="*/ 3215717 h 6858000"/>
                <a:gd name="connsiteX68" fmla="*/ 9293970 w 9767847"/>
                <a:gd name="connsiteY68" fmla="*/ 3165789 h 6858000"/>
                <a:gd name="connsiteX69" fmla="*/ 9252065 w 9767847"/>
                <a:gd name="connsiteY69" fmla="*/ 2967107 h 6858000"/>
                <a:gd name="connsiteX70" fmla="*/ 9227211 w 9767847"/>
                <a:gd name="connsiteY70" fmla="*/ 2868473 h 6858000"/>
                <a:gd name="connsiteX71" fmla="*/ 9220699 w 9767847"/>
                <a:gd name="connsiteY71" fmla="*/ 2844426 h 6858000"/>
                <a:gd name="connsiteX72" fmla="*/ 9213740 w 9767847"/>
                <a:gd name="connsiteY72" fmla="*/ 2820191 h 6858000"/>
                <a:gd name="connsiteX73" fmla="*/ 9199374 w 9767847"/>
                <a:gd name="connsiteY73" fmla="*/ 2771438 h 6858000"/>
                <a:gd name="connsiteX74" fmla="*/ 9061829 w 9767847"/>
                <a:gd name="connsiteY74" fmla="*/ 2385418 h 6858000"/>
                <a:gd name="connsiteX75" fmla="*/ 8978865 w 9767847"/>
                <a:gd name="connsiteY75" fmla="*/ 2196855 h 6858000"/>
                <a:gd name="connsiteX76" fmla="*/ 8956694 w 9767847"/>
                <a:gd name="connsiteY76" fmla="*/ 2150219 h 6858000"/>
                <a:gd name="connsiteX77" fmla="*/ 8934176 w 9767847"/>
                <a:gd name="connsiteY77" fmla="*/ 2103914 h 6858000"/>
                <a:gd name="connsiteX78" fmla="*/ 8887151 w 9767847"/>
                <a:gd name="connsiteY78" fmla="*/ 2011350 h 6858000"/>
                <a:gd name="connsiteX79" fmla="*/ 8787533 w 9767847"/>
                <a:gd name="connsiteY79" fmla="*/ 1828527 h 6858000"/>
                <a:gd name="connsiteX80" fmla="*/ 8761485 w 9767847"/>
                <a:gd name="connsiteY80" fmla="*/ 1783398 h 6858000"/>
                <a:gd name="connsiteX81" fmla="*/ 8734791 w 9767847"/>
                <a:gd name="connsiteY81" fmla="*/ 1737893 h 6858000"/>
                <a:gd name="connsiteX82" fmla="*/ 8680808 w 9767847"/>
                <a:gd name="connsiteY82" fmla="*/ 1648812 h 6858000"/>
                <a:gd name="connsiteX83" fmla="*/ 8567024 w 9767847"/>
                <a:gd name="connsiteY83" fmla="*/ 1472906 h 6858000"/>
                <a:gd name="connsiteX84" fmla="*/ 8537446 w 9767847"/>
                <a:gd name="connsiteY84" fmla="*/ 1429330 h 6858000"/>
                <a:gd name="connsiteX85" fmla="*/ 8507423 w 9767847"/>
                <a:gd name="connsiteY85" fmla="*/ 1385896 h 6858000"/>
                <a:gd name="connsiteX86" fmla="*/ 8446529 w 9767847"/>
                <a:gd name="connsiteY86" fmla="*/ 1300295 h 6858000"/>
                <a:gd name="connsiteX87" fmla="*/ 8319224 w 9767847"/>
                <a:gd name="connsiteY87" fmla="*/ 1131026 h 6858000"/>
                <a:gd name="connsiteX88" fmla="*/ 8286366 w 9767847"/>
                <a:gd name="connsiteY88" fmla="*/ 1089050 h 6858000"/>
                <a:gd name="connsiteX89" fmla="*/ 8270161 w 9767847"/>
                <a:gd name="connsiteY89" fmla="*/ 1068439 h 6858000"/>
                <a:gd name="connsiteX90" fmla="*/ 8253856 w 9767847"/>
                <a:gd name="connsiteY90" fmla="*/ 1048156 h 6858000"/>
                <a:gd name="connsiteX91" fmla="*/ 8186352 w 9767847"/>
                <a:gd name="connsiteY91" fmla="*/ 966275 h 6858000"/>
                <a:gd name="connsiteX92" fmla="*/ 8046768 w 9767847"/>
                <a:gd name="connsiteY92" fmla="*/ 805429 h 6858000"/>
                <a:gd name="connsiteX93" fmla="*/ 8010927 w 9767847"/>
                <a:gd name="connsiteY93" fmla="*/ 765853 h 6858000"/>
                <a:gd name="connsiteX94" fmla="*/ 7974788 w 9767847"/>
                <a:gd name="connsiteY94" fmla="*/ 726653 h 6858000"/>
                <a:gd name="connsiteX95" fmla="*/ 7901070 w 9767847"/>
                <a:gd name="connsiteY95" fmla="*/ 648724 h 6858000"/>
                <a:gd name="connsiteX96" fmla="*/ 7750054 w 9767847"/>
                <a:gd name="connsiteY96" fmla="*/ 497008 h 6858000"/>
                <a:gd name="connsiteX97" fmla="*/ 7592277 w 9767847"/>
                <a:gd name="connsiteY97" fmla="*/ 351221 h 6858000"/>
                <a:gd name="connsiteX98" fmla="*/ 7257734 w 9767847"/>
                <a:gd name="connsiteY98" fmla="*/ 76964 h 6858000"/>
                <a:gd name="connsiteX99" fmla="*/ 1886601 w 9767847"/>
                <a:gd name="connsiteY99" fmla="*/ 0 h 6858000"/>
                <a:gd name="connsiteX100" fmla="*/ 2292926 w 9767847"/>
                <a:gd name="connsiteY100" fmla="*/ 0 h 6858000"/>
                <a:gd name="connsiteX101" fmla="*/ 2135542 w 9767847"/>
                <a:gd name="connsiteY101" fmla="*/ 117781 h 6858000"/>
                <a:gd name="connsiteX102" fmla="*/ 1969576 w 9767847"/>
                <a:gd name="connsiteY102" fmla="*/ 254986 h 6858000"/>
                <a:gd name="connsiteX103" fmla="*/ 1659938 w 9767847"/>
                <a:gd name="connsiteY103" fmla="*/ 549855 h 6858000"/>
                <a:gd name="connsiteX104" fmla="*/ 729383 w 9767847"/>
                <a:gd name="connsiteY104" fmla="*/ 1936480 h 6858000"/>
                <a:gd name="connsiteX105" fmla="*/ 578465 w 9767847"/>
                <a:gd name="connsiteY105" fmla="*/ 2320807 h 6858000"/>
                <a:gd name="connsiteX106" fmla="*/ 465080 w 9767847"/>
                <a:gd name="connsiteY106" fmla="*/ 2714875 h 6858000"/>
                <a:gd name="connsiteX107" fmla="*/ 423820 w 9767847"/>
                <a:gd name="connsiteY107" fmla="*/ 2915436 h 6858000"/>
                <a:gd name="connsiteX108" fmla="*/ 392355 w 9767847"/>
                <a:gd name="connsiteY108" fmla="*/ 3118071 h 6858000"/>
                <a:gd name="connsiteX109" fmla="*/ 358801 w 9767847"/>
                <a:gd name="connsiteY109" fmla="*/ 3526915 h 6858000"/>
                <a:gd name="connsiteX110" fmla="*/ 410350 w 9767847"/>
                <a:gd name="connsiteY110" fmla="*/ 4348226 h 6858000"/>
                <a:gd name="connsiteX111" fmla="*/ 449022 w 9767847"/>
                <a:gd name="connsiteY111" fmla="*/ 4551049 h 6858000"/>
                <a:gd name="connsiteX112" fmla="*/ 498882 w 9767847"/>
                <a:gd name="connsiteY112" fmla="*/ 4752365 h 6858000"/>
                <a:gd name="connsiteX113" fmla="*/ 559775 w 9767847"/>
                <a:gd name="connsiteY113" fmla="*/ 4951657 h 6858000"/>
                <a:gd name="connsiteX114" fmla="*/ 631406 w 9767847"/>
                <a:gd name="connsiteY114" fmla="*/ 5147986 h 6858000"/>
                <a:gd name="connsiteX115" fmla="*/ 1023461 w 9767847"/>
                <a:gd name="connsiteY115" fmla="*/ 5893957 h 6858000"/>
                <a:gd name="connsiteX116" fmla="*/ 1575880 w 9767847"/>
                <a:gd name="connsiteY116" fmla="*/ 6547646 h 6858000"/>
                <a:gd name="connsiteX117" fmla="*/ 1905228 w 9767847"/>
                <a:gd name="connsiteY117" fmla="*/ 6829468 h 6858000"/>
                <a:gd name="connsiteX118" fmla="*/ 1944230 w 9767847"/>
                <a:gd name="connsiteY118" fmla="*/ 6858000 h 6858000"/>
                <a:gd name="connsiteX119" fmla="*/ 1372541 w 9767847"/>
                <a:gd name="connsiteY119" fmla="*/ 6858000 h 6858000"/>
                <a:gd name="connsiteX120" fmla="*/ 1115251 w 9767847"/>
                <a:gd name="connsiteY120" fmla="*/ 6590005 h 6858000"/>
                <a:gd name="connsiteX121" fmla="*/ 0 w 9767847"/>
                <a:gd name="connsiteY121" fmla="*/ 3649031 h 6858000"/>
                <a:gd name="connsiteX122" fmla="*/ 1777294 w 9767847"/>
                <a:gd name="connsiteY122" fmla="*/ 8131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</a:cxnLst>
              <a:rect l="l" t="t" r="r" b="b"/>
              <a:pathLst>
                <a:path w="9767847" h="6858000">
                  <a:moveTo>
                    <a:pt x="7151367" y="0"/>
                  </a:moveTo>
                  <a:lnTo>
                    <a:pt x="7881247" y="0"/>
                  </a:lnTo>
                  <a:lnTo>
                    <a:pt x="7990553" y="81317"/>
                  </a:lnTo>
                  <a:cubicBezTo>
                    <a:pt x="9075991" y="929334"/>
                    <a:pt x="9767847" y="2212695"/>
                    <a:pt x="9767847" y="3649031"/>
                  </a:cubicBezTo>
                  <a:cubicBezTo>
                    <a:pt x="9767847" y="4766182"/>
                    <a:pt x="9349317" y="5790792"/>
                    <a:pt x="8652597" y="6590005"/>
                  </a:cubicBezTo>
                  <a:lnTo>
                    <a:pt x="8395306" y="6858000"/>
                  </a:lnTo>
                  <a:lnTo>
                    <a:pt x="6762603" y="6858000"/>
                  </a:lnTo>
                  <a:lnTo>
                    <a:pt x="6765962" y="6854844"/>
                  </a:lnTo>
                  <a:cubicBezTo>
                    <a:pt x="6779036" y="6842703"/>
                    <a:pt x="6791663" y="6829621"/>
                    <a:pt x="6804586" y="6817103"/>
                  </a:cubicBezTo>
                  <a:lnTo>
                    <a:pt x="6881735" y="6741197"/>
                  </a:lnTo>
                  <a:cubicBezTo>
                    <a:pt x="6907435" y="6715881"/>
                    <a:pt x="6933134" y="6690798"/>
                    <a:pt x="6958883" y="6664822"/>
                  </a:cubicBezTo>
                  <a:lnTo>
                    <a:pt x="7267925" y="6355694"/>
                  </a:lnTo>
                  <a:lnTo>
                    <a:pt x="7424360" y="6200685"/>
                  </a:lnTo>
                  <a:cubicBezTo>
                    <a:pt x="7450754" y="6174802"/>
                    <a:pt x="7477598" y="6148731"/>
                    <a:pt x="7504938" y="6122708"/>
                  </a:cubicBezTo>
                  <a:lnTo>
                    <a:pt x="7546396" y="6083697"/>
                  </a:lnTo>
                  <a:cubicBezTo>
                    <a:pt x="7560264" y="6070803"/>
                    <a:pt x="7574780" y="6057532"/>
                    <a:pt x="7588002" y="6045532"/>
                  </a:cubicBezTo>
                  <a:lnTo>
                    <a:pt x="7631000" y="6006709"/>
                  </a:lnTo>
                  <a:lnTo>
                    <a:pt x="7675440" y="5968309"/>
                  </a:lnTo>
                  <a:cubicBezTo>
                    <a:pt x="7690404" y="5955698"/>
                    <a:pt x="7705564" y="5943321"/>
                    <a:pt x="7720626" y="5930851"/>
                  </a:cubicBezTo>
                  <a:cubicBezTo>
                    <a:pt x="7735738" y="5918427"/>
                    <a:pt x="7751197" y="5906521"/>
                    <a:pt x="7766458" y="5894334"/>
                  </a:cubicBezTo>
                  <a:cubicBezTo>
                    <a:pt x="7827949" y="5846192"/>
                    <a:pt x="7890979" y="5800499"/>
                    <a:pt x="7955254" y="5756828"/>
                  </a:cubicBezTo>
                  <a:cubicBezTo>
                    <a:pt x="8083800" y="5669534"/>
                    <a:pt x="8216872" y="5590336"/>
                    <a:pt x="8352678" y="5517630"/>
                  </a:cubicBezTo>
                  <a:lnTo>
                    <a:pt x="8451350" y="5465254"/>
                  </a:lnTo>
                  <a:lnTo>
                    <a:pt x="8548532" y="5413395"/>
                  </a:lnTo>
                  <a:cubicBezTo>
                    <a:pt x="8612110" y="5379090"/>
                    <a:pt x="8673251" y="5345208"/>
                    <a:pt x="8729473" y="5309961"/>
                  </a:cubicBezTo>
                  <a:cubicBezTo>
                    <a:pt x="8743591" y="5301115"/>
                    <a:pt x="8757161" y="5292361"/>
                    <a:pt x="8770781" y="5283232"/>
                  </a:cubicBezTo>
                  <a:cubicBezTo>
                    <a:pt x="8777591" y="5278667"/>
                    <a:pt x="8784451" y="5274103"/>
                    <a:pt x="8790964" y="5269492"/>
                  </a:cubicBezTo>
                  <a:cubicBezTo>
                    <a:pt x="8797574" y="5264879"/>
                    <a:pt x="8804235" y="5260314"/>
                    <a:pt x="8810499" y="5255703"/>
                  </a:cubicBezTo>
                  <a:cubicBezTo>
                    <a:pt x="8835999" y="5237303"/>
                    <a:pt x="8860407" y="5218291"/>
                    <a:pt x="8883571" y="5198479"/>
                  </a:cubicBezTo>
                  <a:cubicBezTo>
                    <a:pt x="8929900" y="5158856"/>
                    <a:pt x="8971258" y="5116315"/>
                    <a:pt x="9006651" y="5070527"/>
                  </a:cubicBezTo>
                  <a:cubicBezTo>
                    <a:pt x="9015351" y="5059328"/>
                    <a:pt x="9024398" y="5046857"/>
                    <a:pt x="9033494" y="5034105"/>
                  </a:cubicBezTo>
                  <a:lnTo>
                    <a:pt x="9040305" y="5024551"/>
                  </a:lnTo>
                  <a:lnTo>
                    <a:pt x="9046568" y="5015281"/>
                  </a:lnTo>
                  <a:cubicBezTo>
                    <a:pt x="9050743" y="5009163"/>
                    <a:pt x="9054819" y="5002952"/>
                    <a:pt x="9058846" y="4996645"/>
                  </a:cubicBezTo>
                  <a:cubicBezTo>
                    <a:pt x="9075002" y="4971517"/>
                    <a:pt x="9090212" y="4945305"/>
                    <a:pt x="9104529" y="4918105"/>
                  </a:cubicBezTo>
                  <a:cubicBezTo>
                    <a:pt x="9133211" y="4863752"/>
                    <a:pt x="9158313" y="4805447"/>
                    <a:pt x="9181081" y="4744694"/>
                  </a:cubicBezTo>
                  <a:cubicBezTo>
                    <a:pt x="9203748" y="4684178"/>
                    <a:pt x="9223383" y="4621778"/>
                    <a:pt x="9240731" y="4557872"/>
                  </a:cubicBezTo>
                  <a:cubicBezTo>
                    <a:pt x="9249481" y="4525966"/>
                    <a:pt x="9257682" y="4493684"/>
                    <a:pt x="9265388" y="4461073"/>
                  </a:cubicBezTo>
                  <a:cubicBezTo>
                    <a:pt x="9269215" y="4444744"/>
                    <a:pt x="9272943" y="4428367"/>
                    <a:pt x="9276571" y="4411943"/>
                  </a:cubicBezTo>
                  <a:lnTo>
                    <a:pt x="9281841" y="4387379"/>
                  </a:lnTo>
                  <a:lnTo>
                    <a:pt x="9286513" y="4364838"/>
                  </a:lnTo>
                  <a:lnTo>
                    <a:pt x="9296754" y="4312038"/>
                  </a:lnTo>
                  <a:lnTo>
                    <a:pt x="9301029" y="4289074"/>
                  </a:lnTo>
                  <a:lnTo>
                    <a:pt x="9302818" y="4278581"/>
                  </a:lnTo>
                  <a:lnTo>
                    <a:pt x="9304658" y="4266816"/>
                  </a:lnTo>
                  <a:lnTo>
                    <a:pt x="9312810" y="4215945"/>
                  </a:lnTo>
                  <a:lnTo>
                    <a:pt x="9316887" y="4190486"/>
                  </a:lnTo>
                  <a:lnTo>
                    <a:pt x="9318923" y="4177780"/>
                  </a:lnTo>
                  <a:cubicBezTo>
                    <a:pt x="9319570" y="4173546"/>
                    <a:pt x="9319969" y="4169169"/>
                    <a:pt x="9320515" y="4164886"/>
                  </a:cubicBezTo>
                  <a:lnTo>
                    <a:pt x="9332445" y="4064981"/>
                  </a:lnTo>
                  <a:cubicBezTo>
                    <a:pt x="9333836" y="4052370"/>
                    <a:pt x="9334880" y="4036888"/>
                    <a:pt x="9336173" y="4018676"/>
                  </a:cubicBezTo>
                  <a:lnTo>
                    <a:pt x="9340199" y="3965171"/>
                  </a:lnTo>
                  <a:cubicBezTo>
                    <a:pt x="9345071" y="3899806"/>
                    <a:pt x="9347358" y="3832983"/>
                    <a:pt x="9347557" y="3765972"/>
                  </a:cubicBezTo>
                  <a:cubicBezTo>
                    <a:pt x="9347656" y="3732420"/>
                    <a:pt x="9347209" y="3698773"/>
                    <a:pt x="9346364" y="3664938"/>
                  </a:cubicBezTo>
                  <a:lnTo>
                    <a:pt x="9344921" y="3615243"/>
                  </a:lnTo>
                  <a:lnTo>
                    <a:pt x="9344524" y="3603526"/>
                  </a:lnTo>
                  <a:lnTo>
                    <a:pt x="9343728" y="3590774"/>
                  </a:lnTo>
                  <a:lnTo>
                    <a:pt x="9342188" y="3565268"/>
                  </a:lnTo>
                  <a:lnTo>
                    <a:pt x="9339056" y="3514256"/>
                  </a:lnTo>
                  <a:cubicBezTo>
                    <a:pt x="9337914" y="3497221"/>
                    <a:pt x="9335874" y="3480138"/>
                    <a:pt x="9334334" y="3463057"/>
                  </a:cubicBezTo>
                  <a:lnTo>
                    <a:pt x="9329363" y="3411810"/>
                  </a:lnTo>
                  <a:lnTo>
                    <a:pt x="9328319" y="3400657"/>
                  </a:lnTo>
                  <a:lnTo>
                    <a:pt x="9327177" y="3390116"/>
                  </a:lnTo>
                  <a:lnTo>
                    <a:pt x="9324293" y="3366774"/>
                  </a:lnTo>
                  <a:lnTo>
                    <a:pt x="9320763" y="3340329"/>
                  </a:lnTo>
                  <a:lnTo>
                    <a:pt x="9317184" y="3311245"/>
                  </a:lnTo>
                  <a:cubicBezTo>
                    <a:pt x="9315594" y="3296893"/>
                    <a:pt x="9313506" y="3282306"/>
                    <a:pt x="9311021" y="3266211"/>
                  </a:cubicBezTo>
                  <a:lnTo>
                    <a:pt x="9302719" y="3215717"/>
                  </a:lnTo>
                  <a:cubicBezTo>
                    <a:pt x="9299936" y="3199059"/>
                    <a:pt x="9297003" y="3182400"/>
                    <a:pt x="9293970" y="3165789"/>
                  </a:cubicBezTo>
                  <a:cubicBezTo>
                    <a:pt x="9281891" y="3099295"/>
                    <a:pt x="9267674" y="3033084"/>
                    <a:pt x="9252065" y="2967107"/>
                  </a:cubicBezTo>
                  <a:cubicBezTo>
                    <a:pt x="9244261" y="2934167"/>
                    <a:pt x="9235959" y="2901273"/>
                    <a:pt x="9227211" y="2868473"/>
                  </a:cubicBezTo>
                  <a:lnTo>
                    <a:pt x="9220699" y="2844426"/>
                  </a:lnTo>
                  <a:lnTo>
                    <a:pt x="9213740" y="2820191"/>
                  </a:lnTo>
                  <a:cubicBezTo>
                    <a:pt x="9209216" y="2804049"/>
                    <a:pt x="9204345" y="2787768"/>
                    <a:pt x="9199374" y="2771438"/>
                  </a:cubicBezTo>
                  <a:cubicBezTo>
                    <a:pt x="9159855" y="2641086"/>
                    <a:pt x="9114272" y="2512099"/>
                    <a:pt x="9061829" y="2385418"/>
                  </a:cubicBezTo>
                  <a:cubicBezTo>
                    <a:pt x="9035582" y="2322077"/>
                    <a:pt x="9008043" y="2259160"/>
                    <a:pt x="8978865" y="2196855"/>
                  </a:cubicBezTo>
                  <a:lnTo>
                    <a:pt x="8956694" y="2150219"/>
                  </a:lnTo>
                  <a:lnTo>
                    <a:pt x="8934176" y="2103914"/>
                  </a:lnTo>
                  <a:cubicBezTo>
                    <a:pt x="8918915" y="2073091"/>
                    <a:pt x="8903157" y="2042032"/>
                    <a:pt x="8887151" y="2011350"/>
                  </a:cubicBezTo>
                  <a:cubicBezTo>
                    <a:pt x="8854988" y="1949891"/>
                    <a:pt x="8822082" y="1888810"/>
                    <a:pt x="8787533" y="1828527"/>
                  </a:cubicBezTo>
                  <a:lnTo>
                    <a:pt x="8761485" y="1783398"/>
                  </a:lnTo>
                  <a:lnTo>
                    <a:pt x="8734791" y="1737893"/>
                  </a:lnTo>
                  <a:cubicBezTo>
                    <a:pt x="8717047" y="1707823"/>
                    <a:pt x="8699200" y="1678363"/>
                    <a:pt x="8680808" y="1648812"/>
                  </a:cubicBezTo>
                  <a:cubicBezTo>
                    <a:pt x="8644322" y="1589658"/>
                    <a:pt x="8606194" y="1531118"/>
                    <a:pt x="8567024" y="1472906"/>
                  </a:cubicBezTo>
                  <a:lnTo>
                    <a:pt x="8537446" y="1429330"/>
                  </a:lnTo>
                  <a:lnTo>
                    <a:pt x="8507423" y="1385896"/>
                  </a:lnTo>
                  <a:cubicBezTo>
                    <a:pt x="8487390" y="1357284"/>
                    <a:pt x="8467158" y="1328719"/>
                    <a:pt x="8446529" y="1300295"/>
                  </a:cubicBezTo>
                  <a:cubicBezTo>
                    <a:pt x="8405271" y="1243496"/>
                    <a:pt x="8362718" y="1187120"/>
                    <a:pt x="8319224" y="1131026"/>
                  </a:cubicBezTo>
                  <a:lnTo>
                    <a:pt x="8286366" y="1089050"/>
                  </a:lnTo>
                  <a:lnTo>
                    <a:pt x="8270161" y="1068439"/>
                  </a:lnTo>
                  <a:lnTo>
                    <a:pt x="8253856" y="1048156"/>
                  </a:lnTo>
                  <a:cubicBezTo>
                    <a:pt x="8231636" y="1020675"/>
                    <a:pt x="8209117" y="993381"/>
                    <a:pt x="8186352" y="966275"/>
                  </a:cubicBezTo>
                  <a:cubicBezTo>
                    <a:pt x="8140917" y="911922"/>
                    <a:pt x="8094240" y="858417"/>
                    <a:pt x="8046768" y="805429"/>
                  </a:cubicBezTo>
                  <a:lnTo>
                    <a:pt x="8010927" y="765853"/>
                  </a:lnTo>
                  <a:lnTo>
                    <a:pt x="7974788" y="726653"/>
                  </a:lnTo>
                  <a:cubicBezTo>
                    <a:pt x="7950382" y="700489"/>
                    <a:pt x="7925824" y="674465"/>
                    <a:pt x="7901070" y="648724"/>
                  </a:cubicBezTo>
                  <a:cubicBezTo>
                    <a:pt x="7851510" y="597289"/>
                    <a:pt x="7801404" y="546514"/>
                    <a:pt x="7750054" y="497008"/>
                  </a:cubicBezTo>
                  <a:cubicBezTo>
                    <a:pt x="7698902" y="447644"/>
                    <a:pt x="7645913" y="398938"/>
                    <a:pt x="7592277" y="351221"/>
                  </a:cubicBezTo>
                  <a:cubicBezTo>
                    <a:pt x="7484856" y="255786"/>
                    <a:pt x="7373308" y="164304"/>
                    <a:pt x="7257734" y="76964"/>
                  </a:cubicBezTo>
                  <a:close/>
                  <a:moveTo>
                    <a:pt x="1886601" y="0"/>
                  </a:moveTo>
                  <a:lnTo>
                    <a:pt x="2292926" y="0"/>
                  </a:lnTo>
                  <a:lnTo>
                    <a:pt x="2135542" y="117781"/>
                  </a:lnTo>
                  <a:cubicBezTo>
                    <a:pt x="2078998" y="162280"/>
                    <a:pt x="2023659" y="208045"/>
                    <a:pt x="1969576" y="254986"/>
                  </a:cubicBezTo>
                  <a:cubicBezTo>
                    <a:pt x="1861309" y="348820"/>
                    <a:pt x="1758064" y="447314"/>
                    <a:pt x="1659938" y="549855"/>
                  </a:cubicBezTo>
                  <a:cubicBezTo>
                    <a:pt x="1266987" y="960346"/>
                    <a:pt x="953820" y="1431495"/>
                    <a:pt x="729383" y="1936480"/>
                  </a:cubicBezTo>
                  <a:cubicBezTo>
                    <a:pt x="673260" y="2062362"/>
                    <a:pt x="622855" y="2190972"/>
                    <a:pt x="578465" y="2320807"/>
                  </a:cubicBezTo>
                  <a:cubicBezTo>
                    <a:pt x="534125" y="2450687"/>
                    <a:pt x="496147" y="2582216"/>
                    <a:pt x="465080" y="2714875"/>
                  </a:cubicBezTo>
                  <a:cubicBezTo>
                    <a:pt x="449769" y="2780991"/>
                    <a:pt x="435850" y="2848191"/>
                    <a:pt x="423820" y="2915436"/>
                  </a:cubicBezTo>
                  <a:cubicBezTo>
                    <a:pt x="411840" y="2982731"/>
                    <a:pt x="401054" y="3050260"/>
                    <a:pt x="392355" y="3118071"/>
                  </a:cubicBezTo>
                  <a:cubicBezTo>
                    <a:pt x="374509" y="3253646"/>
                    <a:pt x="363424" y="3389880"/>
                    <a:pt x="358801" y="3526915"/>
                  </a:cubicBezTo>
                  <a:cubicBezTo>
                    <a:pt x="349009" y="3800843"/>
                    <a:pt x="366357" y="4075570"/>
                    <a:pt x="410350" y="4348226"/>
                  </a:cubicBezTo>
                  <a:cubicBezTo>
                    <a:pt x="421286" y="4416132"/>
                    <a:pt x="434209" y="4483660"/>
                    <a:pt x="449022" y="4551049"/>
                  </a:cubicBezTo>
                  <a:cubicBezTo>
                    <a:pt x="463737" y="4618436"/>
                    <a:pt x="480389" y="4685588"/>
                    <a:pt x="498882" y="4752365"/>
                  </a:cubicBezTo>
                  <a:cubicBezTo>
                    <a:pt x="517373" y="4819141"/>
                    <a:pt x="537704" y="4885635"/>
                    <a:pt x="559775" y="4951657"/>
                  </a:cubicBezTo>
                  <a:cubicBezTo>
                    <a:pt x="581946" y="5017775"/>
                    <a:pt x="605358" y="5083375"/>
                    <a:pt x="631406" y="5147986"/>
                  </a:cubicBezTo>
                  <a:cubicBezTo>
                    <a:pt x="734055" y="5407608"/>
                    <a:pt x="865188" y="5658570"/>
                    <a:pt x="1023461" y="5893957"/>
                  </a:cubicBezTo>
                  <a:cubicBezTo>
                    <a:pt x="1181487" y="6129578"/>
                    <a:pt x="1367051" y="6349247"/>
                    <a:pt x="1575880" y="6547646"/>
                  </a:cubicBezTo>
                  <a:cubicBezTo>
                    <a:pt x="1680269" y="6646916"/>
                    <a:pt x="1790338" y="6740939"/>
                    <a:pt x="1905228" y="6829468"/>
                  </a:cubicBezTo>
                  <a:lnTo>
                    <a:pt x="1944230" y="6858000"/>
                  </a:lnTo>
                  <a:lnTo>
                    <a:pt x="1372541" y="6858000"/>
                  </a:lnTo>
                  <a:lnTo>
                    <a:pt x="1115251" y="6590005"/>
                  </a:lnTo>
                  <a:cubicBezTo>
                    <a:pt x="418530" y="5790792"/>
                    <a:pt x="0" y="4766182"/>
                    <a:pt x="0" y="3649031"/>
                  </a:cubicBezTo>
                  <a:cubicBezTo>
                    <a:pt x="0" y="2212695"/>
                    <a:pt x="691856" y="929334"/>
                    <a:pt x="1777294" y="81317"/>
                  </a:cubicBezTo>
                  <a:close/>
                </a:path>
              </a:pathLst>
            </a:custGeom>
            <a:gradFill>
              <a:gsLst>
                <a:gs pos="813">
                  <a:schemeClr val="bg1">
                    <a:alpha val="41000"/>
                  </a:schemeClr>
                </a:gs>
                <a:gs pos="20000">
                  <a:schemeClr val="accent5">
                    <a:lumMod val="85000"/>
                    <a:alpha val="56000"/>
                  </a:schemeClr>
                </a:gs>
                <a:gs pos="44000">
                  <a:schemeClr val="accent6">
                    <a:lumMod val="40000"/>
                    <a:lumOff val="60000"/>
                    <a:alpha val="57000"/>
                  </a:schemeClr>
                </a:gs>
                <a:gs pos="100000">
                  <a:schemeClr val="bg1">
                    <a:alpha val="59000"/>
                  </a:schemeClr>
                </a:gs>
                <a:gs pos="74000">
                  <a:schemeClr val="accent1">
                    <a:lumMod val="91000"/>
                    <a:lumOff val="9000"/>
                    <a:alpha val="34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85EAD889-EA4D-485F-BA9C-F6473A4329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3402" y="36937"/>
              <a:ext cx="9767847" cy="6858000"/>
            </a:xfrm>
            <a:custGeom>
              <a:avLst/>
              <a:gdLst>
                <a:gd name="connsiteX0" fmla="*/ 7145704 w 9767847"/>
                <a:gd name="connsiteY0" fmla="*/ 0 h 6858000"/>
                <a:gd name="connsiteX1" fmla="*/ 7875738 w 9767847"/>
                <a:gd name="connsiteY1" fmla="*/ 0 h 6858000"/>
                <a:gd name="connsiteX2" fmla="*/ 7990553 w 9767847"/>
                <a:gd name="connsiteY2" fmla="*/ 85415 h 6858000"/>
                <a:gd name="connsiteX3" fmla="*/ 9767847 w 9767847"/>
                <a:gd name="connsiteY3" fmla="*/ 3653129 h 6858000"/>
                <a:gd name="connsiteX4" fmla="*/ 8652597 w 9767847"/>
                <a:gd name="connsiteY4" fmla="*/ 6594103 h 6858000"/>
                <a:gd name="connsiteX5" fmla="*/ 8399240 w 9767847"/>
                <a:gd name="connsiteY5" fmla="*/ 6858000 h 6858000"/>
                <a:gd name="connsiteX6" fmla="*/ 6766926 w 9767847"/>
                <a:gd name="connsiteY6" fmla="*/ 6858000 h 6858000"/>
                <a:gd name="connsiteX7" fmla="*/ 6804586 w 9767847"/>
                <a:gd name="connsiteY7" fmla="*/ 6821201 h 6858000"/>
                <a:gd name="connsiteX8" fmla="*/ 6881735 w 9767847"/>
                <a:gd name="connsiteY8" fmla="*/ 6745295 h 6858000"/>
                <a:gd name="connsiteX9" fmla="*/ 6958883 w 9767847"/>
                <a:gd name="connsiteY9" fmla="*/ 6668920 h 6858000"/>
                <a:gd name="connsiteX10" fmla="*/ 7267925 w 9767847"/>
                <a:gd name="connsiteY10" fmla="*/ 6359792 h 6858000"/>
                <a:gd name="connsiteX11" fmla="*/ 7424360 w 9767847"/>
                <a:gd name="connsiteY11" fmla="*/ 6204783 h 6858000"/>
                <a:gd name="connsiteX12" fmla="*/ 7504938 w 9767847"/>
                <a:gd name="connsiteY12" fmla="*/ 6126806 h 6858000"/>
                <a:gd name="connsiteX13" fmla="*/ 7546396 w 9767847"/>
                <a:gd name="connsiteY13" fmla="*/ 6087795 h 6858000"/>
                <a:gd name="connsiteX14" fmla="*/ 7588002 w 9767847"/>
                <a:gd name="connsiteY14" fmla="*/ 6049630 h 6858000"/>
                <a:gd name="connsiteX15" fmla="*/ 7631000 w 9767847"/>
                <a:gd name="connsiteY15" fmla="*/ 6010807 h 6858000"/>
                <a:gd name="connsiteX16" fmla="*/ 7675440 w 9767847"/>
                <a:gd name="connsiteY16" fmla="*/ 5972407 h 6858000"/>
                <a:gd name="connsiteX17" fmla="*/ 7720626 w 9767847"/>
                <a:gd name="connsiteY17" fmla="*/ 5934949 h 6858000"/>
                <a:gd name="connsiteX18" fmla="*/ 7766458 w 9767847"/>
                <a:gd name="connsiteY18" fmla="*/ 5898432 h 6858000"/>
                <a:gd name="connsiteX19" fmla="*/ 7955254 w 9767847"/>
                <a:gd name="connsiteY19" fmla="*/ 5760926 h 6858000"/>
                <a:gd name="connsiteX20" fmla="*/ 8352678 w 9767847"/>
                <a:gd name="connsiteY20" fmla="*/ 5521728 h 6858000"/>
                <a:gd name="connsiteX21" fmla="*/ 8451350 w 9767847"/>
                <a:gd name="connsiteY21" fmla="*/ 5469352 h 6858000"/>
                <a:gd name="connsiteX22" fmla="*/ 8548532 w 9767847"/>
                <a:gd name="connsiteY22" fmla="*/ 5417493 h 6858000"/>
                <a:gd name="connsiteX23" fmla="*/ 8729473 w 9767847"/>
                <a:gd name="connsiteY23" fmla="*/ 5314059 h 6858000"/>
                <a:gd name="connsiteX24" fmla="*/ 8770781 w 9767847"/>
                <a:gd name="connsiteY24" fmla="*/ 5287330 h 6858000"/>
                <a:gd name="connsiteX25" fmla="*/ 8790964 w 9767847"/>
                <a:gd name="connsiteY25" fmla="*/ 5273590 h 6858000"/>
                <a:gd name="connsiteX26" fmla="*/ 8810499 w 9767847"/>
                <a:gd name="connsiteY26" fmla="*/ 5259801 h 6858000"/>
                <a:gd name="connsiteX27" fmla="*/ 8883571 w 9767847"/>
                <a:gd name="connsiteY27" fmla="*/ 5202577 h 6858000"/>
                <a:gd name="connsiteX28" fmla="*/ 9006651 w 9767847"/>
                <a:gd name="connsiteY28" fmla="*/ 5074625 h 6858000"/>
                <a:gd name="connsiteX29" fmla="*/ 9033494 w 9767847"/>
                <a:gd name="connsiteY29" fmla="*/ 5038203 h 6858000"/>
                <a:gd name="connsiteX30" fmla="*/ 9040305 w 9767847"/>
                <a:gd name="connsiteY30" fmla="*/ 5028649 h 6858000"/>
                <a:gd name="connsiteX31" fmla="*/ 9046568 w 9767847"/>
                <a:gd name="connsiteY31" fmla="*/ 5019379 h 6858000"/>
                <a:gd name="connsiteX32" fmla="*/ 9058846 w 9767847"/>
                <a:gd name="connsiteY32" fmla="*/ 5000743 h 6858000"/>
                <a:gd name="connsiteX33" fmla="*/ 9104529 w 9767847"/>
                <a:gd name="connsiteY33" fmla="*/ 4922203 h 6858000"/>
                <a:gd name="connsiteX34" fmla="*/ 9181081 w 9767847"/>
                <a:gd name="connsiteY34" fmla="*/ 4748792 h 6858000"/>
                <a:gd name="connsiteX35" fmla="*/ 9240731 w 9767847"/>
                <a:gd name="connsiteY35" fmla="*/ 4561970 h 6858000"/>
                <a:gd name="connsiteX36" fmla="*/ 9265388 w 9767847"/>
                <a:gd name="connsiteY36" fmla="*/ 4465171 h 6858000"/>
                <a:gd name="connsiteX37" fmla="*/ 9276571 w 9767847"/>
                <a:gd name="connsiteY37" fmla="*/ 4416041 h 6858000"/>
                <a:gd name="connsiteX38" fmla="*/ 9281841 w 9767847"/>
                <a:gd name="connsiteY38" fmla="*/ 4391477 h 6858000"/>
                <a:gd name="connsiteX39" fmla="*/ 9286513 w 9767847"/>
                <a:gd name="connsiteY39" fmla="*/ 4368936 h 6858000"/>
                <a:gd name="connsiteX40" fmla="*/ 9296754 w 9767847"/>
                <a:gd name="connsiteY40" fmla="*/ 4316136 h 6858000"/>
                <a:gd name="connsiteX41" fmla="*/ 9301029 w 9767847"/>
                <a:gd name="connsiteY41" fmla="*/ 4293172 h 6858000"/>
                <a:gd name="connsiteX42" fmla="*/ 9302818 w 9767847"/>
                <a:gd name="connsiteY42" fmla="*/ 4282679 h 6858000"/>
                <a:gd name="connsiteX43" fmla="*/ 9304658 w 9767847"/>
                <a:gd name="connsiteY43" fmla="*/ 4270914 h 6858000"/>
                <a:gd name="connsiteX44" fmla="*/ 9312810 w 9767847"/>
                <a:gd name="connsiteY44" fmla="*/ 4220043 h 6858000"/>
                <a:gd name="connsiteX45" fmla="*/ 9316887 w 9767847"/>
                <a:gd name="connsiteY45" fmla="*/ 4194584 h 6858000"/>
                <a:gd name="connsiteX46" fmla="*/ 9318923 w 9767847"/>
                <a:gd name="connsiteY46" fmla="*/ 4181878 h 6858000"/>
                <a:gd name="connsiteX47" fmla="*/ 9320515 w 9767847"/>
                <a:gd name="connsiteY47" fmla="*/ 4168984 h 6858000"/>
                <a:gd name="connsiteX48" fmla="*/ 9332445 w 9767847"/>
                <a:gd name="connsiteY48" fmla="*/ 4069079 h 6858000"/>
                <a:gd name="connsiteX49" fmla="*/ 9336173 w 9767847"/>
                <a:gd name="connsiteY49" fmla="*/ 4022774 h 6858000"/>
                <a:gd name="connsiteX50" fmla="*/ 9340199 w 9767847"/>
                <a:gd name="connsiteY50" fmla="*/ 3969269 h 6858000"/>
                <a:gd name="connsiteX51" fmla="*/ 9347557 w 9767847"/>
                <a:gd name="connsiteY51" fmla="*/ 3770070 h 6858000"/>
                <a:gd name="connsiteX52" fmla="*/ 9346364 w 9767847"/>
                <a:gd name="connsiteY52" fmla="*/ 3669036 h 6858000"/>
                <a:gd name="connsiteX53" fmla="*/ 9344921 w 9767847"/>
                <a:gd name="connsiteY53" fmla="*/ 3619341 h 6858000"/>
                <a:gd name="connsiteX54" fmla="*/ 9344524 w 9767847"/>
                <a:gd name="connsiteY54" fmla="*/ 3607624 h 6858000"/>
                <a:gd name="connsiteX55" fmla="*/ 9343728 w 9767847"/>
                <a:gd name="connsiteY55" fmla="*/ 3594872 h 6858000"/>
                <a:gd name="connsiteX56" fmla="*/ 9342188 w 9767847"/>
                <a:gd name="connsiteY56" fmla="*/ 3569366 h 6858000"/>
                <a:gd name="connsiteX57" fmla="*/ 9339056 w 9767847"/>
                <a:gd name="connsiteY57" fmla="*/ 3518354 h 6858000"/>
                <a:gd name="connsiteX58" fmla="*/ 9334334 w 9767847"/>
                <a:gd name="connsiteY58" fmla="*/ 3467155 h 6858000"/>
                <a:gd name="connsiteX59" fmla="*/ 9329363 w 9767847"/>
                <a:gd name="connsiteY59" fmla="*/ 3415908 h 6858000"/>
                <a:gd name="connsiteX60" fmla="*/ 9328319 w 9767847"/>
                <a:gd name="connsiteY60" fmla="*/ 3404755 h 6858000"/>
                <a:gd name="connsiteX61" fmla="*/ 9327177 w 9767847"/>
                <a:gd name="connsiteY61" fmla="*/ 3394214 h 6858000"/>
                <a:gd name="connsiteX62" fmla="*/ 9324293 w 9767847"/>
                <a:gd name="connsiteY62" fmla="*/ 3370872 h 6858000"/>
                <a:gd name="connsiteX63" fmla="*/ 9320763 w 9767847"/>
                <a:gd name="connsiteY63" fmla="*/ 3344427 h 6858000"/>
                <a:gd name="connsiteX64" fmla="*/ 9317184 w 9767847"/>
                <a:gd name="connsiteY64" fmla="*/ 3315343 h 6858000"/>
                <a:gd name="connsiteX65" fmla="*/ 9311021 w 9767847"/>
                <a:gd name="connsiteY65" fmla="*/ 3270309 h 6858000"/>
                <a:gd name="connsiteX66" fmla="*/ 9302719 w 9767847"/>
                <a:gd name="connsiteY66" fmla="*/ 3219815 h 6858000"/>
                <a:gd name="connsiteX67" fmla="*/ 9293970 w 9767847"/>
                <a:gd name="connsiteY67" fmla="*/ 3169887 h 6858000"/>
                <a:gd name="connsiteX68" fmla="*/ 9252065 w 9767847"/>
                <a:gd name="connsiteY68" fmla="*/ 2971205 h 6858000"/>
                <a:gd name="connsiteX69" fmla="*/ 9227211 w 9767847"/>
                <a:gd name="connsiteY69" fmla="*/ 2872571 h 6858000"/>
                <a:gd name="connsiteX70" fmla="*/ 9220699 w 9767847"/>
                <a:gd name="connsiteY70" fmla="*/ 2848524 h 6858000"/>
                <a:gd name="connsiteX71" fmla="*/ 9213740 w 9767847"/>
                <a:gd name="connsiteY71" fmla="*/ 2824289 h 6858000"/>
                <a:gd name="connsiteX72" fmla="*/ 9199374 w 9767847"/>
                <a:gd name="connsiteY72" fmla="*/ 2775536 h 6858000"/>
                <a:gd name="connsiteX73" fmla="*/ 9061829 w 9767847"/>
                <a:gd name="connsiteY73" fmla="*/ 2389515 h 6858000"/>
                <a:gd name="connsiteX74" fmla="*/ 8978865 w 9767847"/>
                <a:gd name="connsiteY74" fmla="*/ 2200953 h 6858000"/>
                <a:gd name="connsiteX75" fmla="*/ 8956694 w 9767847"/>
                <a:gd name="connsiteY75" fmla="*/ 2154317 h 6858000"/>
                <a:gd name="connsiteX76" fmla="*/ 8934176 w 9767847"/>
                <a:gd name="connsiteY76" fmla="*/ 2108012 h 6858000"/>
                <a:gd name="connsiteX77" fmla="*/ 8887151 w 9767847"/>
                <a:gd name="connsiteY77" fmla="*/ 2015448 h 6858000"/>
                <a:gd name="connsiteX78" fmla="*/ 8787533 w 9767847"/>
                <a:gd name="connsiteY78" fmla="*/ 1832625 h 6858000"/>
                <a:gd name="connsiteX79" fmla="*/ 8761485 w 9767847"/>
                <a:gd name="connsiteY79" fmla="*/ 1787496 h 6858000"/>
                <a:gd name="connsiteX80" fmla="*/ 8734791 w 9767847"/>
                <a:gd name="connsiteY80" fmla="*/ 1741991 h 6858000"/>
                <a:gd name="connsiteX81" fmla="*/ 8680808 w 9767847"/>
                <a:gd name="connsiteY81" fmla="*/ 1652910 h 6858000"/>
                <a:gd name="connsiteX82" fmla="*/ 8567024 w 9767847"/>
                <a:gd name="connsiteY82" fmla="*/ 1477004 h 6858000"/>
                <a:gd name="connsiteX83" fmla="*/ 8537446 w 9767847"/>
                <a:gd name="connsiteY83" fmla="*/ 1433428 h 6858000"/>
                <a:gd name="connsiteX84" fmla="*/ 8507423 w 9767847"/>
                <a:gd name="connsiteY84" fmla="*/ 1389994 h 6858000"/>
                <a:gd name="connsiteX85" fmla="*/ 8446529 w 9767847"/>
                <a:gd name="connsiteY85" fmla="*/ 1304393 h 6858000"/>
                <a:gd name="connsiteX86" fmla="*/ 8319224 w 9767847"/>
                <a:gd name="connsiteY86" fmla="*/ 1135124 h 6858000"/>
                <a:gd name="connsiteX87" fmla="*/ 8286366 w 9767847"/>
                <a:gd name="connsiteY87" fmla="*/ 1093148 h 6858000"/>
                <a:gd name="connsiteX88" fmla="*/ 8270161 w 9767847"/>
                <a:gd name="connsiteY88" fmla="*/ 1072538 h 6858000"/>
                <a:gd name="connsiteX89" fmla="*/ 8253856 w 9767847"/>
                <a:gd name="connsiteY89" fmla="*/ 1052254 h 6858000"/>
                <a:gd name="connsiteX90" fmla="*/ 8186352 w 9767847"/>
                <a:gd name="connsiteY90" fmla="*/ 970373 h 6858000"/>
                <a:gd name="connsiteX91" fmla="*/ 8046768 w 9767847"/>
                <a:gd name="connsiteY91" fmla="*/ 809527 h 6858000"/>
                <a:gd name="connsiteX92" fmla="*/ 8010927 w 9767847"/>
                <a:gd name="connsiteY92" fmla="*/ 769951 h 6858000"/>
                <a:gd name="connsiteX93" fmla="*/ 7974788 w 9767847"/>
                <a:gd name="connsiteY93" fmla="*/ 730751 h 6858000"/>
                <a:gd name="connsiteX94" fmla="*/ 7901070 w 9767847"/>
                <a:gd name="connsiteY94" fmla="*/ 652823 h 6858000"/>
                <a:gd name="connsiteX95" fmla="*/ 7750054 w 9767847"/>
                <a:gd name="connsiteY95" fmla="*/ 501106 h 6858000"/>
                <a:gd name="connsiteX96" fmla="*/ 7592277 w 9767847"/>
                <a:gd name="connsiteY96" fmla="*/ 355319 h 6858000"/>
                <a:gd name="connsiteX97" fmla="*/ 7257734 w 9767847"/>
                <a:gd name="connsiteY97" fmla="*/ 81062 h 6858000"/>
                <a:gd name="connsiteX98" fmla="*/ 1892109 w 9767847"/>
                <a:gd name="connsiteY98" fmla="*/ 0 h 6858000"/>
                <a:gd name="connsiteX99" fmla="*/ 2298402 w 9767847"/>
                <a:gd name="connsiteY99" fmla="*/ 0 h 6858000"/>
                <a:gd name="connsiteX100" fmla="*/ 2135542 w 9767847"/>
                <a:gd name="connsiteY100" fmla="*/ 121879 h 6858000"/>
                <a:gd name="connsiteX101" fmla="*/ 1969576 w 9767847"/>
                <a:gd name="connsiteY101" fmla="*/ 259084 h 6858000"/>
                <a:gd name="connsiteX102" fmla="*/ 1659938 w 9767847"/>
                <a:gd name="connsiteY102" fmla="*/ 553953 h 6858000"/>
                <a:gd name="connsiteX103" fmla="*/ 729383 w 9767847"/>
                <a:gd name="connsiteY103" fmla="*/ 1940578 h 6858000"/>
                <a:gd name="connsiteX104" fmla="*/ 578465 w 9767847"/>
                <a:gd name="connsiteY104" fmla="*/ 2324905 h 6858000"/>
                <a:gd name="connsiteX105" fmla="*/ 465080 w 9767847"/>
                <a:gd name="connsiteY105" fmla="*/ 2718973 h 6858000"/>
                <a:gd name="connsiteX106" fmla="*/ 423820 w 9767847"/>
                <a:gd name="connsiteY106" fmla="*/ 2919535 h 6858000"/>
                <a:gd name="connsiteX107" fmla="*/ 392355 w 9767847"/>
                <a:gd name="connsiteY107" fmla="*/ 3122169 h 6858000"/>
                <a:gd name="connsiteX108" fmla="*/ 358801 w 9767847"/>
                <a:gd name="connsiteY108" fmla="*/ 3531013 h 6858000"/>
                <a:gd name="connsiteX109" fmla="*/ 410350 w 9767847"/>
                <a:gd name="connsiteY109" fmla="*/ 4352324 h 6858000"/>
                <a:gd name="connsiteX110" fmla="*/ 449022 w 9767847"/>
                <a:gd name="connsiteY110" fmla="*/ 4555147 h 6858000"/>
                <a:gd name="connsiteX111" fmla="*/ 498882 w 9767847"/>
                <a:gd name="connsiteY111" fmla="*/ 4756463 h 6858000"/>
                <a:gd name="connsiteX112" fmla="*/ 559775 w 9767847"/>
                <a:gd name="connsiteY112" fmla="*/ 4955755 h 6858000"/>
                <a:gd name="connsiteX113" fmla="*/ 631406 w 9767847"/>
                <a:gd name="connsiteY113" fmla="*/ 5152084 h 6858000"/>
                <a:gd name="connsiteX114" fmla="*/ 1023461 w 9767847"/>
                <a:gd name="connsiteY114" fmla="*/ 5898055 h 6858000"/>
                <a:gd name="connsiteX115" fmla="*/ 1575880 w 9767847"/>
                <a:gd name="connsiteY115" fmla="*/ 6551744 h 6858000"/>
                <a:gd name="connsiteX116" fmla="*/ 1905228 w 9767847"/>
                <a:gd name="connsiteY116" fmla="*/ 6833566 h 6858000"/>
                <a:gd name="connsiteX117" fmla="*/ 1938629 w 9767847"/>
                <a:gd name="connsiteY117" fmla="*/ 6858000 h 6858000"/>
                <a:gd name="connsiteX118" fmla="*/ 1368607 w 9767847"/>
                <a:gd name="connsiteY118" fmla="*/ 6858000 h 6858000"/>
                <a:gd name="connsiteX119" fmla="*/ 1115251 w 9767847"/>
                <a:gd name="connsiteY119" fmla="*/ 6594103 h 6858000"/>
                <a:gd name="connsiteX120" fmla="*/ 0 w 9767847"/>
                <a:gd name="connsiteY120" fmla="*/ 3653129 h 6858000"/>
                <a:gd name="connsiteX121" fmla="*/ 1777294 w 9767847"/>
                <a:gd name="connsiteY121" fmla="*/ 85415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</a:cxnLst>
              <a:rect l="l" t="t" r="r" b="b"/>
              <a:pathLst>
                <a:path w="9767847" h="6858000">
                  <a:moveTo>
                    <a:pt x="7145704" y="0"/>
                  </a:moveTo>
                  <a:lnTo>
                    <a:pt x="7875738" y="0"/>
                  </a:lnTo>
                  <a:lnTo>
                    <a:pt x="7990553" y="85415"/>
                  </a:lnTo>
                  <a:cubicBezTo>
                    <a:pt x="9075991" y="933432"/>
                    <a:pt x="9767847" y="2216793"/>
                    <a:pt x="9767847" y="3653129"/>
                  </a:cubicBezTo>
                  <a:cubicBezTo>
                    <a:pt x="9767847" y="4770280"/>
                    <a:pt x="9349317" y="5794890"/>
                    <a:pt x="8652597" y="6594103"/>
                  </a:cubicBezTo>
                  <a:lnTo>
                    <a:pt x="8399240" y="6858000"/>
                  </a:lnTo>
                  <a:lnTo>
                    <a:pt x="6766926" y="6858000"/>
                  </a:lnTo>
                  <a:lnTo>
                    <a:pt x="6804586" y="6821201"/>
                  </a:lnTo>
                  <a:lnTo>
                    <a:pt x="6881735" y="6745295"/>
                  </a:lnTo>
                  <a:cubicBezTo>
                    <a:pt x="6907435" y="6719979"/>
                    <a:pt x="6933134" y="6694896"/>
                    <a:pt x="6958883" y="6668920"/>
                  </a:cubicBezTo>
                  <a:lnTo>
                    <a:pt x="7267925" y="6359792"/>
                  </a:lnTo>
                  <a:lnTo>
                    <a:pt x="7424360" y="6204783"/>
                  </a:lnTo>
                  <a:cubicBezTo>
                    <a:pt x="7450754" y="6178900"/>
                    <a:pt x="7477598" y="6152829"/>
                    <a:pt x="7504938" y="6126806"/>
                  </a:cubicBezTo>
                  <a:lnTo>
                    <a:pt x="7546396" y="6087795"/>
                  </a:lnTo>
                  <a:cubicBezTo>
                    <a:pt x="7560264" y="6074901"/>
                    <a:pt x="7574780" y="6061630"/>
                    <a:pt x="7588002" y="6049630"/>
                  </a:cubicBezTo>
                  <a:lnTo>
                    <a:pt x="7631000" y="6010807"/>
                  </a:lnTo>
                  <a:lnTo>
                    <a:pt x="7675440" y="5972407"/>
                  </a:lnTo>
                  <a:cubicBezTo>
                    <a:pt x="7690404" y="5959796"/>
                    <a:pt x="7705564" y="5947419"/>
                    <a:pt x="7720626" y="5934949"/>
                  </a:cubicBezTo>
                  <a:cubicBezTo>
                    <a:pt x="7735738" y="5922525"/>
                    <a:pt x="7751197" y="5910619"/>
                    <a:pt x="7766458" y="5898432"/>
                  </a:cubicBezTo>
                  <a:cubicBezTo>
                    <a:pt x="7827949" y="5850290"/>
                    <a:pt x="7890979" y="5804597"/>
                    <a:pt x="7955254" y="5760926"/>
                  </a:cubicBezTo>
                  <a:cubicBezTo>
                    <a:pt x="8083800" y="5673632"/>
                    <a:pt x="8216872" y="5594434"/>
                    <a:pt x="8352678" y="5521728"/>
                  </a:cubicBezTo>
                  <a:lnTo>
                    <a:pt x="8451350" y="5469352"/>
                  </a:lnTo>
                  <a:lnTo>
                    <a:pt x="8548532" y="5417493"/>
                  </a:lnTo>
                  <a:cubicBezTo>
                    <a:pt x="8612110" y="5383188"/>
                    <a:pt x="8673251" y="5349306"/>
                    <a:pt x="8729473" y="5314059"/>
                  </a:cubicBezTo>
                  <a:cubicBezTo>
                    <a:pt x="8743591" y="5305213"/>
                    <a:pt x="8757161" y="5296459"/>
                    <a:pt x="8770781" y="5287330"/>
                  </a:cubicBezTo>
                  <a:cubicBezTo>
                    <a:pt x="8777591" y="5282765"/>
                    <a:pt x="8784451" y="5278201"/>
                    <a:pt x="8790964" y="5273590"/>
                  </a:cubicBezTo>
                  <a:cubicBezTo>
                    <a:pt x="8797574" y="5268977"/>
                    <a:pt x="8804235" y="5264412"/>
                    <a:pt x="8810499" y="5259801"/>
                  </a:cubicBezTo>
                  <a:cubicBezTo>
                    <a:pt x="8835999" y="5241401"/>
                    <a:pt x="8860407" y="5222389"/>
                    <a:pt x="8883571" y="5202577"/>
                  </a:cubicBezTo>
                  <a:cubicBezTo>
                    <a:pt x="8929900" y="5162954"/>
                    <a:pt x="8971258" y="5120413"/>
                    <a:pt x="9006651" y="5074625"/>
                  </a:cubicBezTo>
                  <a:cubicBezTo>
                    <a:pt x="9015351" y="5063426"/>
                    <a:pt x="9024398" y="5050955"/>
                    <a:pt x="9033494" y="5038203"/>
                  </a:cubicBezTo>
                  <a:lnTo>
                    <a:pt x="9040305" y="5028649"/>
                  </a:lnTo>
                  <a:lnTo>
                    <a:pt x="9046568" y="5019379"/>
                  </a:lnTo>
                  <a:cubicBezTo>
                    <a:pt x="9050743" y="5013261"/>
                    <a:pt x="9054819" y="5007050"/>
                    <a:pt x="9058846" y="5000743"/>
                  </a:cubicBezTo>
                  <a:cubicBezTo>
                    <a:pt x="9075002" y="4975615"/>
                    <a:pt x="9090212" y="4949403"/>
                    <a:pt x="9104529" y="4922203"/>
                  </a:cubicBezTo>
                  <a:cubicBezTo>
                    <a:pt x="9133211" y="4867850"/>
                    <a:pt x="9158313" y="4809545"/>
                    <a:pt x="9181081" y="4748792"/>
                  </a:cubicBezTo>
                  <a:cubicBezTo>
                    <a:pt x="9203748" y="4688276"/>
                    <a:pt x="9223383" y="4625876"/>
                    <a:pt x="9240731" y="4561970"/>
                  </a:cubicBezTo>
                  <a:cubicBezTo>
                    <a:pt x="9249481" y="4530064"/>
                    <a:pt x="9257682" y="4497782"/>
                    <a:pt x="9265388" y="4465171"/>
                  </a:cubicBezTo>
                  <a:cubicBezTo>
                    <a:pt x="9269215" y="4448842"/>
                    <a:pt x="9272943" y="4432465"/>
                    <a:pt x="9276571" y="4416041"/>
                  </a:cubicBezTo>
                  <a:lnTo>
                    <a:pt x="9281841" y="4391477"/>
                  </a:lnTo>
                  <a:lnTo>
                    <a:pt x="9286513" y="4368936"/>
                  </a:lnTo>
                  <a:lnTo>
                    <a:pt x="9296754" y="4316136"/>
                  </a:lnTo>
                  <a:lnTo>
                    <a:pt x="9301029" y="4293172"/>
                  </a:lnTo>
                  <a:lnTo>
                    <a:pt x="9302818" y="4282679"/>
                  </a:lnTo>
                  <a:lnTo>
                    <a:pt x="9304658" y="4270914"/>
                  </a:lnTo>
                  <a:lnTo>
                    <a:pt x="9312810" y="4220043"/>
                  </a:lnTo>
                  <a:lnTo>
                    <a:pt x="9316887" y="4194584"/>
                  </a:lnTo>
                  <a:lnTo>
                    <a:pt x="9318923" y="4181878"/>
                  </a:lnTo>
                  <a:cubicBezTo>
                    <a:pt x="9319570" y="4177644"/>
                    <a:pt x="9319969" y="4173267"/>
                    <a:pt x="9320515" y="4168984"/>
                  </a:cubicBezTo>
                  <a:lnTo>
                    <a:pt x="9332445" y="4069079"/>
                  </a:lnTo>
                  <a:cubicBezTo>
                    <a:pt x="9333836" y="4056468"/>
                    <a:pt x="9334880" y="4040986"/>
                    <a:pt x="9336173" y="4022774"/>
                  </a:cubicBezTo>
                  <a:lnTo>
                    <a:pt x="9340199" y="3969269"/>
                  </a:lnTo>
                  <a:cubicBezTo>
                    <a:pt x="9345071" y="3903904"/>
                    <a:pt x="9347358" y="3837081"/>
                    <a:pt x="9347557" y="3770070"/>
                  </a:cubicBezTo>
                  <a:cubicBezTo>
                    <a:pt x="9347656" y="3736518"/>
                    <a:pt x="9347209" y="3702871"/>
                    <a:pt x="9346364" y="3669036"/>
                  </a:cubicBezTo>
                  <a:lnTo>
                    <a:pt x="9344921" y="3619341"/>
                  </a:lnTo>
                  <a:lnTo>
                    <a:pt x="9344524" y="3607624"/>
                  </a:lnTo>
                  <a:lnTo>
                    <a:pt x="9343728" y="3594872"/>
                  </a:lnTo>
                  <a:lnTo>
                    <a:pt x="9342188" y="3569366"/>
                  </a:lnTo>
                  <a:lnTo>
                    <a:pt x="9339056" y="3518354"/>
                  </a:lnTo>
                  <a:cubicBezTo>
                    <a:pt x="9337914" y="3501319"/>
                    <a:pt x="9335874" y="3484236"/>
                    <a:pt x="9334334" y="3467155"/>
                  </a:cubicBezTo>
                  <a:lnTo>
                    <a:pt x="9329363" y="3415908"/>
                  </a:lnTo>
                  <a:lnTo>
                    <a:pt x="9328319" y="3404755"/>
                  </a:lnTo>
                  <a:lnTo>
                    <a:pt x="9327177" y="3394214"/>
                  </a:lnTo>
                  <a:lnTo>
                    <a:pt x="9324293" y="3370872"/>
                  </a:lnTo>
                  <a:lnTo>
                    <a:pt x="9320763" y="3344427"/>
                  </a:lnTo>
                  <a:lnTo>
                    <a:pt x="9317184" y="3315343"/>
                  </a:lnTo>
                  <a:cubicBezTo>
                    <a:pt x="9315594" y="3300991"/>
                    <a:pt x="9313506" y="3286404"/>
                    <a:pt x="9311021" y="3270309"/>
                  </a:cubicBezTo>
                  <a:lnTo>
                    <a:pt x="9302719" y="3219815"/>
                  </a:lnTo>
                  <a:cubicBezTo>
                    <a:pt x="9299936" y="3203157"/>
                    <a:pt x="9297003" y="3186498"/>
                    <a:pt x="9293970" y="3169887"/>
                  </a:cubicBezTo>
                  <a:cubicBezTo>
                    <a:pt x="9281891" y="3103393"/>
                    <a:pt x="9267674" y="3037182"/>
                    <a:pt x="9252065" y="2971205"/>
                  </a:cubicBezTo>
                  <a:cubicBezTo>
                    <a:pt x="9244261" y="2938265"/>
                    <a:pt x="9235959" y="2905371"/>
                    <a:pt x="9227211" y="2872571"/>
                  </a:cubicBezTo>
                  <a:lnTo>
                    <a:pt x="9220699" y="2848524"/>
                  </a:lnTo>
                  <a:lnTo>
                    <a:pt x="9213740" y="2824289"/>
                  </a:lnTo>
                  <a:cubicBezTo>
                    <a:pt x="9209216" y="2808147"/>
                    <a:pt x="9204345" y="2791866"/>
                    <a:pt x="9199374" y="2775536"/>
                  </a:cubicBezTo>
                  <a:cubicBezTo>
                    <a:pt x="9159855" y="2645184"/>
                    <a:pt x="9114272" y="2516197"/>
                    <a:pt x="9061829" y="2389515"/>
                  </a:cubicBezTo>
                  <a:cubicBezTo>
                    <a:pt x="9035582" y="2326175"/>
                    <a:pt x="9008043" y="2263258"/>
                    <a:pt x="8978865" y="2200953"/>
                  </a:cubicBezTo>
                  <a:lnTo>
                    <a:pt x="8956694" y="2154317"/>
                  </a:lnTo>
                  <a:lnTo>
                    <a:pt x="8934176" y="2108012"/>
                  </a:lnTo>
                  <a:cubicBezTo>
                    <a:pt x="8918915" y="2077189"/>
                    <a:pt x="8903157" y="2046130"/>
                    <a:pt x="8887151" y="2015448"/>
                  </a:cubicBezTo>
                  <a:cubicBezTo>
                    <a:pt x="8854988" y="1953989"/>
                    <a:pt x="8822082" y="1892908"/>
                    <a:pt x="8787533" y="1832625"/>
                  </a:cubicBezTo>
                  <a:lnTo>
                    <a:pt x="8761485" y="1787496"/>
                  </a:lnTo>
                  <a:lnTo>
                    <a:pt x="8734791" y="1741991"/>
                  </a:lnTo>
                  <a:cubicBezTo>
                    <a:pt x="8717047" y="1711921"/>
                    <a:pt x="8699200" y="1682461"/>
                    <a:pt x="8680808" y="1652910"/>
                  </a:cubicBezTo>
                  <a:cubicBezTo>
                    <a:pt x="8644322" y="1593756"/>
                    <a:pt x="8606194" y="1535216"/>
                    <a:pt x="8567024" y="1477004"/>
                  </a:cubicBezTo>
                  <a:lnTo>
                    <a:pt x="8537446" y="1433428"/>
                  </a:lnTo>
                  <a:lnTo>
                    <a:pt x="8507423" y="1389994"/>
                  </a:lnTo>
                  <a:cubicBezTo>
                    <a:pt x="8487390" y="1361382"/>
                    <a:pt x="8467158" y="1332817"/>
                    <a:pt x="8446529" y="1304393"/>
                  </a:cubicBezTo>
                  <a:cubicBezTo>
                    <a:pt x="8405271" y="1247595"/>
                    <a:pt x="8362718" y="1191218"/>
                    <a:pt x="8319224" y="1135124"/>
                  </a:cubicBezTo>
                  <a:lnTo>
                    <a:pt x="8286366" y="1093148"/>
                  </a:lnTo>
                  <a:lnTo>
                    <a:pt x="8270161" y="1072538"/>
                  </a:lnTo>
                  <a:lnTo>
                    <a:pt x="8253856" y="1052254"/>
                  </a:lnTo>
                  <a:cubicBezTo>
                    <a:pt x="8231636" y="1024773"/>
                    <a:pt x="8209117" y="997479"/>
                    <a:pt x="8186352" y="970373"/>
                  </a:cubicBezTo>
                  <a:cubicBezTo>
                    <a:pt x="8140917" y="916020"/>
                    <a:pt x="8094240" y="862515"/>
                    <a:pt x="8046768" y="809527"/>
                  </a:cubicBezTo>
                  <a:lnTo>
                    <a:pt x="8010927" y="769951"/>
                  </a:lnTo>
                  <a:lnTo>
                    <a:pt x="7974788" y="730751"/>
                  </a:lnTo>
                  <a:cubicBezTo>
                    <a:pt x="7950382" y="704587"/>
                    <a:pt x="7925824" y="678563"/>
                    <a:pt x="7901070" y="652823"/>
                  </a:cubicBezTo>
                  <a:cubicBezTo>
                    <a:pt x="7851510" y="601387"/>
                    <a:pt x="7801404" y="550612"/>
                    <a:pt x="7750054" y="501106"/>
                  </a:cubicBezTo>
                  <a:cubicBezTo>
                    <a:pt x="7698902" y="451742"/>
                    <a:pt x="7645913" y="403036"/>
                    <a:pt x="7592277" y="355319"/>
                  </a:cubicBezTo>
                  <a:cubicBezTo>
                    <a:pt x="7484856" y="259884"/>
                    <a:pt x="7373308" y="168402"/>
                    <a:pt x="7257734" y="81062"/>
                  </a:cubicBezTo>
                  <a:close/>
                  <a:moveTo>
                    <a:pt x="1892109" y="0"/>
                  </a:moveTo>
                  <a:lnTo>
                    <a:pt x="2298402" y="0"/>
                  </a:lnTo>
                  <a:lnTo>
                    <a:pt x="2135542" y="121879"/>
                  </a:lnTo>
                  <a:cubicBezTo>
                    <a:pt x="2078998" y="166378"/>
                    <a:pt x="2023659" y="212143"/>
                    <a:pt x="1969576" y="259084"/>
                  </a:cubicBezTo>
                  <a:cubicBezTo>
                    <a:pt x="1861309" y="352918"/>
                    <a:pt x="1758064" y="451412"/>
                    <a:pt x="1659938" y="553953"/>
                  </a:cubicBezTo>
                  <a:cubicBezTo>
                    <a:pt x="1266987" y="964444"/>
                    <a:pt x="953820" y="1435593"/>
                    <a:pt x="729383" y="1940578"/>
                  </a:cubicBezTo>
                  <a:cubicBezTo>
                    <a:pt x="673260" y="2066459"/>
                    <a:pt x="622855" y="2195070"/>
                    <a:pt x="578465" y="2324905"/>
                  </a:cubicBezTo>
                  <a:cubicBezTo>
                    <a:pt x="534125" y="2454785"/>
                    <a:pt x="496147" y="2586314"/>
                    <a:pt x="465080" y="2718973"/>
                  </a:cubicBezTo>
                  <a:cubicBezTo>
                    <a:pt x="449769" y="2785089"/>
                    <a:pt x="435850" y="2852289"/>
                    <a:pt x="423820" y="2919535"/>
                  </a:cubicBezTo>
                  <a:cubicBezTo>
                    <a:pt x="411840" y="2986829"/>
                    <a:pt x="401054" y="3054358"/>
                    <a:pt x="392355" y="3122169"/>
                  </a:cubicBezTo>
                  <a:cubicBezTo>
                    <a:pt x="374509" y="3257744"/>
                    <a:pt x="363424" y="3393978"/>
                    <a:pt x="358801" y="3531013"/>
                  </a:cubicBezTo>
                  <a:cubicBezTo>
                    <a:pt x="349009" y="3804941"/>
                    <a:pt x="366357" y="4079668"/>
                    <a:pt x="410350" y="4352324"/>
                  </a:cubicBezTo>
                  <a:cubicBezTo>
                    <a:pt x="421286" y="4420230"/>
                    <a:pt x="434209" y="4487758"/>
                    <a:pt x="449022" y="4555147"/>
                  </a:cubicBezTo>
                  <a:cubicBezTo>
                    <a:pt x="463737" y="4622534"/>
                    <a:pt x="480389" y="4689686"/>
                    <a:pt x="498882" y="4756463"/>
                  </a:cubicBezTo>
                  <a:cubicBezTo>
                    <a:pt x="517373" y="4823239"/>
                    <a:pt x="537704" y="4889733"/>
                    <a:pt x="559775" y="4955755"/>
                  </a:cubicBezTo>
                  <a:cubicBezTo>
                    <a:pt x="581946" y="5021873"/>
                    <a:pt x="605358" y="5087473"/>
                    <a:pt x="631406" y="5152084"/>
                  </a:cubicBezTo>
                  <a:cubicBezTo>
                    <a:pt x="734055" y="5411706"/>
                    <a:pt x="865188" y="5662668"/>
                    <a:pt x="1023461" y="5898055"/>
                  </a:cubicBezTo>
                  <a:cubicBezTo>
                    <a:pt x="1181487" y="6133676"/>
                    <a:pt x="1367051" y="6353345"/>
                    <a:pt x="1575880" y="6551744"/>
                  </a:cubicBezTo>
                  <a:cubicBezTo>
                    <a:pt x="1680269" y="6651014"/>
                    <a:pt x="1790338" y="6745037"/>
                    <a:pt x="1905228" y="6833566"/>
                  </a:cubicBezTo>
                  <a:lnTo>
                    <a:pt x="1938629" y="6858000"/>
                  </a:lnTo>
                  <a:lnTo>
                    <a:pt x="1368607" y="6858000"/>
                  </a:lnTo>
                  <a:lnTo>
                    <a:pt x="1115251" y="6594103"/>
                  </a:lnTo>
                  <a:cubicBezTo>
                    <a:pt x="418530" y="5794890"/>
                    <a:pt x="0" y="4770280"/>
                    <a:pt x="0" y="3653129"/>
                  </a:cubicBezTo>
                  <a:cubicBezTo>
                    <a:pt x="0" y="2216793"/>
                    <a:pt x="691856" y="933432"/>
                    <a:pt x="1777294" y="85415"/>
                  </a:cubicBezTo>
                  <a:close/>
                </a:path>
              </a:pathLst>
            </a:custGeom>
            <a:solidFill>
              <a:schemeClr val="bg1"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  <p:sp>
        <p:nvSpPr>
          <p:cNvPr id="2" name="Title 4">
            <a:extLst>
              <a:ext uri="{FF2B5EF4-FFF2-40B4-BE49-F238E27FC236}">
                <a16:creationId xmlns:a16="http://schemas.microsoft.com/office/drawing/2014/main" id="{FCA85409-FC2D-1185-3F7A-C13DFC057F98}"/>
              </a:ext>
            </a:extLst>
          </p:cNvPr>
          <p:cNvSpPr txBox="1">
            <a:spLocks/>
          </p:cNvSpPr>
          <p:nvPr/>
        </p:nvSpPr>
        <p:spPr>
          <a:xfrm>
            <a:off x="3045368" y="2043663"/>
            <a:ext cx="6105194" cy="203105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200" b="0" i="0" u="none" strike="noStrike" kern="1200" cap="none" spc="300" normalizeH="0" baseline="0" noProof="0" dirty="0" err="1">
                <a:ln>
                  <a:noFill/>
                </a:ln>
                <a:solidFill>
                  <a:srgbClr val="0E2841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Introducción</a:t>
            </a:r>
            <a:r>
              <a:rPr kumimoji="0" lang="en-US" sz="5200" b="0" i="0" u="none" strike="noStrike" kern="1200" cap="none" spc="300" normalizeH="0" baseline="0" noProof="0" dirty="0">
                <a:ln>
                  <a:noFill/>
                </a:ln>
                <a:solidFill>
                  <a:srgbClr val="0E2841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 a la IA </a:t>
            </a:r>
            <a:r>
              <a:rPr kumimoji="0" lang="en-US" sz="5200" b="0" i="0" u="none" strike="noStrike" kern="1200" cap="none" spc="300" normalizeH="0" baseline="0" noProof="0" dirty="0" err="1">
                <a:ln>
                  <a:noFill/>
                </a:ln>
                <a:solidFill>
                  <a:srgbClr val="0E2841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generativa</a:t>
            </a:r>
            <a:endParaRPr kumimoji="0" lang="en-US" sz="5200" b="0" i="0" u="none" strike="noStrike" kern="1200" cap="none" spc="300" normalizeH="0" baseline="0" noProof="0" dirty="0">
              <a:ln>
                <a:noFill/>
              </a:ln>
              <a:solidFill>
                <a:srgbClr val="0E2841"/>
              </a:solidFill>
              <a:effectLst/>
              <a:uLnTx/>
              <a:uFillTx/>
              <a:latin typeface="Aptos Display" panose="02110004020202020204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1886614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TopBar" descr="Imagen relacionada con ¿Qué es la inteligencia artificial?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  <p:sp>
        <p:nvSpPr>
          <p:cNvPr id="3" name="Title"/>
          <p:cNvSpPr/>
          <p:nvPr/>
        </p:nvSpPr>
        <p:spPr>
          <a:xfrm>
            <a:off x="975360" y="380000"/>
            <a:ext cx="1024128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s-ES" sz="3200" b="1" dirty="0">
                <a:solidFill>
                  <a:srgbClr val="1E293B"/>
                </a:solidFill>
                <a:latin typeface="Segoe UI Semibold"/>
                <a:ea typeface="Segoe UI Semibold"/>
                <a:cs typeface="Segoe UI Semibold"/>
              </a:rPr>
              <a:t>¿Qué es la inteligencia artificial?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CED932D9-E9D0-A20F-B735-6E08CE96BABE}"/>
              </a:ext>
            </a:extLst>
          </p:cNvPr>
          <p:cNvGrpSpPr/>
          <p:nvPr/>
        </p:nvGrpSpPr>
        <p:grpSpPr>
          <a:xfrm>
            <a:off x="1084655" y="1494390"/>
            <a:ext cx="10266529" cy="620000"/>
            <a:chOff x="1196000" y="1670836"/>
            <a:chExt cx="10266529" cy="620000"/>
          </a:xfrm>
        </p:grpSpPr>
        <p:sp>
          <p:nvSpPr>
            <p:cNvPr id="4" name="SummaryBar"/>
            <p:cNvSpPr/>
            <p:nvPr/>
          </p:nvSpPr>
          <p:spPr>
            <a:xfrm>
              <a:off x="1221249" y="1670836"/>
              <a:ext cx="10241280" cy="6200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D9488"/>
                </a:gs>
                <a:gs pos="100000">
                  <a:srgbClr val="14A8BC"/>
                </a:gs>
              </a:gsLst>
              <a:lin ang="0" scaled="1"/>
            </a:gradFill>
            <a:ln>
              <a:noFill/>
            </a:ln>
            <a:effectLst>
              <a:outerShdw blurRad="101600" dist="25400" dir="5400000" algn="bl" rotWithShape="0">
                <a:srgbClr val="000000">
                  <a:alpha val="12000"/>
                </a:srgbClr>
              </a:outerShdw>
            </a:effectLst>
          </p:spPr>
          <p:txBody>
            <a:bodyPr wrap="square" lIns="0" tIns="0" rIns="0" bIns="0" anchor="ctr"/>
            <a:lstStyle/>
            <a:p>
              <a:endParaRPr lang="es-ES" dirty="0"/>
            </a:p>
          </p:txBody>
        </p:sp>
        <p:sp>
          <p:nvSpPr>
            <p:cNvPr id="5" name="SummaryText"/>
            <p:cNvSpPr/>
            <p:nvPr/>
          </p:nvSpPr>
          <p:spPr>
            <a:xfrm>
              <a:off x="1196000" y="1670836"/>
              <a:ext cx="9800000" cy="620000"/>
            </a:xfrm>
            <a:prstGeom prst="roundRect">
              <a:avLst/>
            </a:prstGeom>
            <a:noFill/>
            <a:ln/>
          </p:spPr>
          <p:txBody>
            <a:bodyPr wrap="square" lIns="0" tIns="0" rIns="0" bIns="0" anchor="ctr"/>
            <a:lstStyle/>
            <a:p>
              <a:pPr algn="ctr"/>
              <a:r>
                <a:rPr lang="es-ES" sz="2000" b="1" dirty="0">
                  <a:solidFill>
                    <a:srgbClr val="FFFFFF"/>
                  </a:solidFill>
                  <a:latin typeface="Segoe UI Semibold"/>
                  <a:cs typeface="Segoe UI Semibold"/>
                </a:rPr>
                <a:t>Imita capacidades humanas</a:t>
              </a:r>
              <a:endParaRPr lang="es-ES" sz="1600" b="1" dirty="0">
                <a:solidFill>
                  <a:srgbClr val="D6F4F0"/>
                </a:solidFill>
                <a:latin typeface="Segoe UI"/>
                <a:cs typeface="Segoe UI"/>
              </a:endParaRPr>
            </a:p>
            <a:p>
              <a:pPr algn="ctr"/>
              <a:r>
                <a:rPr lang="es-ES" sz="1600" dirty="0">
                  <a:solidFill>
                    <a:srgbClr val="D6F4F0"/>
                  </a:solidFill>
                  <a:latin typeface="Segoe UI"/>
                  <a:cs typeface="Segoe UI"/>
                </a:rPr>
                <a:t>Entiende lenguaje, ve imágenes, razona y toma decisiones como una persona.</a:t>
              </a:r>
            </a:p>
          </p:txBody>
        </p:sp>
      </p:grpSp>
      <p:sp>
        <p:nvSpPr>
          <p:cNvPr id="50" name="MLBand"/>
          <p:cNvSpPr/>
          <p:nvPr/>
        </p:nvSpPr>
        <p:spPr>
          <a:xfrm>
            <a:off x="1221249" y="2248030"/>
            <a:ext cx="10241280" cy="520000"/>
          </a:xfrm>
          <a:prstGeom prst="roundRect">
            <a:avLst>
              <a:gd name="adj" fmla="val 22000"/>
            </a:avLst>
          </a:prstGeom>
          <a:solidFill>
            <a:srgbClr val="F0FDFA"/>
          </a:solidFill>
          <a:ln w="12700">
            <a:solidFill>
              <a:srgbClr val="99F6E4"/>
            </a:solidFill>
          </a:ln>
        </p:spPr>
        <p:txBody>
          <a:bodyPr wrap="square" lIns="228600" tIns="0" rIns="228600" bIns="0" anchor="ctr"/>
          <a:lstStyle/>
          <a:p>
            <a:pPr algn="ctr"/>
            <a:r>
              <a:rPr lang="es-ES" sz="1300" b="1">
                <a:solidFill>
                  <a:srgbClr val="0F766E"/>
                </a:solidFill>
                <a:latin typeface="Segoe UI Semibold"/>
                <a:cs typeface="Segoe UI Semibold"/>
              </a:rPr>
              <a:t>Aprendizaje automático (machine learning): </a:t>
            </a:r>
            <a:r>
              <a:rPr lang="es-ES" sz="1300">
                <a:solidFill>
                  <a:srgbClr val="334155"/>
                </a:solidFill>
                <a:latin typeface="Segoe UI"/>
                <a:cs typeface="Segoe UI"/>
              </a:rPr>
              <a:t>la IA aprende de los datos y mejora con la experiencia, sin programar cada regla a mano.</a:t>
            </a:r>
          </a:p>
        </p:txBody>
      </p:sp>
      <p:sp>
        <p:nvSpPr>
          <p:cNvPr id="21" name="Desc1"/>
          <p:cNvSpPr/>
          <p:nvPr/>
        </p:nvSpPr>
        <p:spPr>
          <a:xfrm>
            <a:off x="1104964" y="4241994"/>
            <a:ext cx="2316480" cy="18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ctr"/>
            <a:r>
              <a:rPr lang="es-ES" sz="1300" dirty="0">
                <a:solidFill>
                  <a:srgbClr val="64748B"/>
                </a:solidFill>
                <a:latin typeface="Segoe UI"/>
                <a:cs typeface="Segoe UI"/>
              </a:rPr>
              <a:t>Descubre patrones y relaciones en grandes volúmenes de información.</a:t>
            </a:r>
          </a:p>
        </p:txBody>
      </p:sp>
      <p:sp>
        <p:nvSpPr>
          <p:cNvPr id="23" name="Desc2"/>
          <p:cNvSpPr/>
          <p:nvPr/>
        </p:nvSpPr>
        <p:spPr>
          <a:xfrm>
            <a:off x="3665284" y="4241994"/>
            <a:ext cx="2316480" cy="18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ctr"/>
            <a:r>
              <a:rPr lang="es-ES" sz="1300">
                <a:solidFill>
                  <a:srgbClr val="64748B"/>
                </a:solidFill>
                <a:latin typeface="Segoe UI"/>
                <a:cs typeface="Segoe UI"/>
              </a:rPr>
              <a:t>Condensa el conocimiento en un modelo reutilizable para nuevas tareas.</a:t>
            </a:r>
          </a:p>
        </p:txBody>
      </p:sp>
      <p:sp>
        <p:nvSpPr>
          <p:cNvPr id="25" name="Desc3"/>
          <p:cNvSpPr/>
          <p:nvPr/>
        </p:nvSpPr>
        <p:spPr>
          <a:xfrm>
            <a:off x="6225604" y="4241994"/>
            <a:ext cx="2316480" cy="18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ctr"/>
            <a:r>
              <a:rPr lang="es-ES" sz="1300" dirty="0">
                <a:solidFill>
                  <a:srgbClr val="64748B"/>
                </a:solidFill>
                <a:latin typeface="Segoe UI"/>
                <a:cs typeface="Segoe UI"/>
              </a:rPr>
              <a:t>Predice texto, imágenes o recomendaciones adaptadas a cada pregunta.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F27A344D-77A6-7F16-2CA8-30486CB280A6}"/>
              </a:ext>
            </a:extLst>
          </p:cNvPr>
          <p:cNvGrpSpPr/>
          <p:nvPr/>
        </p:nvGrpSpPr>
        <p:grpSpPr>
          <a:xfrm>
            <a:off x="1097280" y="2901671"/>
            <a:ext cx="9997440" cy="1590000"/>
            <a:chOff x="1104964" y="2901671"/>
            <a:chExt cx="9997440" cy="1590000"/>
          </a:xfrm>
        </p:grpSpPr>
        <p:sp>
          <p:nvSpPr>
            <p:cNvPr id="100" name="Conn1"/>
            <p:cNvSpPr/>
            <p:nvPr/>
          </p:nvSpPr>
          <p:spPr>
            <a:xfrm>
              <a:off x="2628964" y="3247431"/>
              <a:ext cx="1828800" cy="40000"/>
            </a:xfrm>
            <a:prstGeom prst="rect">
              <a:avLst/>
            </a:prstGeom>
            <a:solidFill>
              <a:srgbClr val="CBD5E1"/>
            </a:solidFill>
            <a:ln>
              <a:noFill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101" name="Conn2"/>
            <p:cNvSpPr/>
            <p:nvPr/>
          </p:nvSpPr>
          <p:spPr>
            <a:xfrm>
              <a:off x="5189284" y="3247431"/>
              <a:ext cx="1828800" cy="40000"/>
            </a:xfrm>
            <a:prstGeom prst="rect">
              <a:avLst/>
            </a:prstGeom>
            <a:solidFill>
              <a:srgbClr val="CBD5E1"/>
            </a:solidFill>
            <a:ln>
              <a:noFill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102" name="Conn3"/>
            <p:cNvSpPr/>
            <p:nvPr/>
          </p:nvSpPr>
          <p:spPr>
            <a:xfrm>
              <a:off x="7749604" y="3247431"/>
              <a:ext cx="1828800" cy="40000"/>
            </a:xfrm>
            <a:prstGeom prst="rect">
              <a:avLst/>
            </a:prstGeom>
            <a:solidFill>
              <a:srgbClr val="CBD5E1"/>
            </a:solidFill>
            <a:ln>
              <a:noFill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10" name="Circle1"/>
            <p:cNvSpPr/>
            <p:nvPr/>
          </p:nvSpPr>
          <p:spPr>
            <a:xfrm>
              <a:off x="1897444" y="2901671"/>
              <a:ext cx="731520" cy="731520"/>
            </a:xfrm>
            <a:prstGeom prst="ellipse">
              <a:avLst/>
            </a:prstGeom>
            <a:solidFill>
              <a:srgbClr val="0D9488"/>
            </a:solidFill>
            <a:ln>
              <a:noFill/>
            </a:ln>
          </p:spPr>
          <p:txBody>
            <a:bodyPr wrap="square" lIns="0" tIns="0" rIns="0" bIns="0" anchor="ctr"/>
            <a:lstStyle/>
            <a:p>
              <a:pPr algn="ctr"/>
              <a:r>
                <a:rPr lang="es-ES" sz="2800" b="1">
                  <a:solidFill>
                    <a:srgbClr val="FFFFFF"/>
                  </a:solidFill>
                  <a:latin typeface="Segoe UI Semibold"/>
                  <a:cs typeface="Segoe UI Semibold"/>
                </a:rPr>
                <a:t>1</a:t>
              </a:r>
            </a:p>
          </p:txBody>
        </p:sp>
        <p:sp>
          <p:nvSpPr>
            <p:cNvPr id="11" name="Circle2"/>
            <p:cNvSpPr/>
            <p:nvPr/>
          </p:nvSpPr>
          <p:spPr>
            <a:xfrm>
              <a:off x="4457764" y="2901671"/>
              <a:ext cx="731520" cy="731520"/>
            </a:xfrm>
            <a:prstGeom prst="ellipse">
              <a:avLst/>
            </a:prstGeom>
            <a:solidFill>
              <a:srgbClr val="3B82F6"/>
            </a:solidFill>
            <a:ln>
              <a:noFill/>
            </a:ln>
          </p:spPr>
          <p:txBody>
            <a:bodyPr wrap="square" lIns="0" tIns="0" rIns="0" bIns="0" anchor="ctr"/>
            <a:lstStyle/>
            <a:p>
              <a:pPr algn="ctr"/>
              <a:r>
                <a:rPr lang="es-ES" sz="2800" b="1">
                  <a:solidFill>
                    <a:srgbClr val="FFFFFF"/>
                  </a:solidFill>
                  <a:latin typeface="Segoe UI Semibold"/>
                  <a:cs typeface="Segoe UI Semibold"/>
                </a:rPr>
                <a:t>2</a:t>
              </a:r>
            </a:p>
          </p:txBody>
        </p:sp>
        <p:sp>
          <p:nvSpPr>
            <p:cNvPr id="12" name="Circle3"/>
            <p:cNvSpPr/>
            <p:nvPr/>
          </p:nvSpPr>
          <p:spPr>
            <a:xfrm>
              <a:off x="7018084" y="2901671"/>
              <a:ext cx="731520" cy="731520"/>
            </a:xfrm>
            <a:prstGeom prst="ellipse">
              <a:avLst/>
            </a:prstGeom>
            <a:solidFill>
              <a:srgbClr val="5B5BEC"/>
            </a:solidFill>
            <a:ln>
              <a:noFill/>
            </a:ln>
          </p:spPr>
          <p:txBody>
            <a:bodyPr wrap="square" lIns="0" tIns="0" rIns="0" bIns="0" anchor="ctr"/>
            <a:lstStyle/>
            <a:p>
              <a:pPr algn="ctr"/>
              <a:r>
                <a:rPr lang="es-ES" sz="2800" b="1">
                  <a:solidFill>
                    <a:srgbClr val="FFFFFF"/>
                  </a:solidFill>
                  <a:latin typeface="Segoe UI Semibold"/>
                  <a:cs typeface="Segoe UI Semibold"/>
                </a:rPr>
                <a:t>3</a:t>
              </a:r>
            </a:p>
          </p:txBody>
        </p:sp>
        <p:sp>
          <p:nvSpPr>
            <p:cNvPr id="13" name="Circle4"/>
            <p:cNvSpPr/>
            <p:nvPr/>
          </p:nvSpPr>
          <p:spPr>
            <a:xfrm>
              <a:off x="9578404" y="2901671"/>
              <a:ext cx="731520" cy="731520"/>
            </a:xfrm>
            <a:prstGeom prst="ellipse">
              <a:avLst/>
            </a:prstGeom>
            <a:solidFill>
              <a:srgbClr val="7C3AED"/>
            </a:solidFill>
            <a:ln>
              <a:noFill/>
            </a:ln>
          </p:spPr>
          <p:txBody>
            <a:bodyPr wrap="square" lIns="0" tIns="0" rIns="0" bIns="0" anchor="ctr"/>
            <a:lstStyle/>
            <a:p>
              <a:pPr algn="ctr"/>
              <a:r>
                <a:rPr lang="es-ES" sz="2800" b="1">
                  <a:solidFill>
                    <a:srgbClr val="FFFFFF"/>
                  </a:solidFill>
                  <a:latin typeface="Segoe UI Semibold"/>
                  <a:cs typeface="Segoe UI Semibold"/>
                </a:rPr>
                <a:t>4</a:t>
              </a:r>
            </a:p>
          </p:txBody>
        </p:sp>
        <p:sp>
          <p:nvSpPr>
            <p:cNvPr id="40" name="Icon1"/>
            <p:cNvSpPr/>
            <p:nvPr/>
          </p:nvSpPr>
          <p:spPr>
            <a:xfrm>
              <a:off x="2487684" y="2941671"/>
              <a:ext cx="380000" cy="380000"/>
            </a:xfrm>
            <a:prstGeom prst="cloud">
              <a:avLst/>
            </a:prstGeom>
            <a:solidFill>
              <a:srgbClr val="FFFFFF"/>
            </a:solidFill>
            <a:ln w="19050">
              <a:solidFill>
                <a:srgbClr val="0D9488"/>
              </a:solidFill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41" name="Icon2"/>
            <p:cNvSpPr/>
            <p:nvPr/>
          </p:nvSpPr>
          <p:spPr>
            <a:xfrm>
              <a:off x="5048004" y="2941671"/>
              <a:ext cx="380000" cy="380000"/>
            </a:xfrm>
            <a:prstGeom prst="gear6">
              <a:avLst/>
            </a:prstGeom>
            <a:solidFill>
              <a:srgbClr val="FFFFFF"/>
            </a:solidFill>
            <a:ln w="19050">
              <a:solidFill>
                <a:srgbClr val="3B82F6"/>
              </a:solidFill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42" name="Icon3"/>
            <p:cNvSpPr/>
            <p:nvPr/>
          </p:nvSpPr>
          <p:spPr>
            <a:xfrm>
              <a:off x="7608324" y="2941671"/>
              <a:ext cx="380000" cy="380000"/>
            </a:xfrm>
            <a:prstGeom prst="wedgeRoundRectCallout">
              <a:avLst>
                <a:gd name="adj1" fmla="val -40000"/>
                <a:gd name="adj2" fmla="val 60000"/>
                <a:gd name="adj3" fmla="val 16667"/>
              </a:avLst>
            </a:prstGeom>
            <a:solidFill>
              <a:srgbClr val="FFFFFF"/>
            </a:solidFill>
            <a:ln w="19050">
              <a:solidFill>
                <a:srgbClr val="5B5BEC"/>
              </a:solidFill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43" name="Icon4"/>
            <p:cNvSpPr/>
            <p:nvPr/>
          </p:nvSpPr>
          <p:spPr>
            <a:xfrm>
              <a:off x="10168644" y="2941671"/>
              <a:ext cx="380000" cy="380000"/>
            </a:xfrm>
            <a:prstGeom prst="circularArrow">
              <a:avLst/>
            </a:prstGeom>
            <a:solidFill>
              <a:schemeClr val="bg1"/>
            </a:solidFill>
            <a:ln w="19050">
              <a:solidFill>
                <a:srgbClr val="7C3AED"/>
              </a:solidFill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20" name="Title1"/>
            <p:cNvSpPr/>
            <p:nvPr/>
          </p:nvSpPr>
          <p:spPr>
            <a:xfrm>
              <a:off x="1104964" y="3791671"/>
              <a:ext cx="2316480" cy="700000"/>
            </a:xfrm>
            <a:prstGeom prst="rect">
              <a:avLst/>
            </a:prstGeom>
            <a:noFill/>
            <a:ln/>
          </p:spPr>
          <p:txBody>
            <a:bodyPr wrap="square" lIns="0" tIns="0" rIns="0" bIns="0" anchor="t"/>
            <a:lstStyle/>
            <a:p>
              <a:pPr algn="ctr"/>
              <a:r>
                <a:rPr lang="es-ES" sz="1600" b="1">
                  <a:solidFill>
                    <a:srgbClr val="1E293B"/>
                  </a:solidFill>
                  <a:latin typeface="Segoe UI Semibold"/>
                  <a:cs typeface="Segoe UI Semibold"/>
                </a:rPr>
                <a:t>Aprende de los datos</a:t>
              </a:r>
            </a:p>
          </p:txBody>
        </p:sp>
        <p:sp>
          <p:nvSpPr>
            <p:cNvPr id="22" name="Title2"/>
            <p:cNvSpPr/>
            <p:nvPr/>
          </p:nvSpPr>
          <p:spPr>
            <a:xfrm>
              <a:off x="3665284" y="3791671"/>
              <a:ext cx="2316480" cy="700000"/>
            </a:xfrm>
            <a:prstGeom prst="rect">
              <a:avLst/>
            </a:prstGeom>
            <a:noFill/>
            <a:ln/>
          </p:spPr>
          <p:txBody>
            <a:bodyPr wrap="square" lIns="0" tIns="0" rIns="0" bIns="0" anchor="t"/>
            <a:lstStyle/>
            <a:p>
              <a:pPr algn="ctr"/>
              <a:r>
                <a:rPr lang="es-ES" sz="1600" b="1">
                  <a:solidFill>
                    <a:srgbClr val="1E293B"/>
                  </a:solidFill>
                  <a:latin typeface="Segoe UI Semibold"/>
                  <a:cs typeface="Segoe UI Semibold"/>
                </a:rPr>
                <a:t>Crea un modelo</a:t>
              </a:r>
            </a:p>
          </p:txBody>
        </p:sp>
        <p:sp>
          <p:nvSpPr>
            <p:cNvPr id="24" name="Title3"/>
            <p:cNvSpPr/>
            <p:nvPr/>
          </p:nvSpPr>
          <p:spPr>
            <a:xfrm>
              <a:off x="6225604" y="3791671"/>
              <a:ext cx="2316480" cy="700000"/>
            </a:xfrm>
            <a:prstGeom prst="rect">
              <a:avLst/>
            </a:prstGeom>
            <a:noFill/>
            <a:ln/>
          </p:spPr>
          <p:txBody>
            <a:bodyPr wrap="square" lIns="0" tIns="0" rIns="0" bIns="0" anchor="t"/>
            <a:lstStyle/>
            <a:p>
              <a:pPr algn="ctr"/>
              <a:r>
                <a:rPr lang="es-ES" sz="1600" b="1">
                  <a:solidFill>
                    <a:srgbClr val="1E293B"/>
                  </a:solidFill>
                  <a:latin typeface="Segoe UI Semibold"/>
                  <a:cs typeface="Segoe UI Semibold"/>
                </a:rPr>
                <a:t>Responde en contexto</a:t>
              </a:r>
            </a:p>
          </p:txBody>
        </p:sp>
        <p:sp>
          <p:nvSpPr>
            <p:cNvPr id="26" name="Title4"/>
            <p:cNvSpPr/>
            <p:nvPr/>
          </p:nvSpPr>
          <p:spPr>
            <a:xfrm>
              <a:off x="8785924" y="3791671"/>
              <a:ext cx="2316480" cy="700000"/>
            </a:xfrm>
            <a:prstGeom prst="rect">
              <a:avLst/>
            </a:prstGeom>
            <a:noFill/>
            <a:ln/>
          </p:spPr>
          <p:txBody>
            <a:bodyPr wrap="square" lIns="0" tIns="0" rIns="0" bIns="0" anchor="t"/>
            <a:lstStyle/>
            <a:p>
              <a:pPr algn="ctr"/>
              <a:r>
                <a:rPr lang="es-ES" sz="1600" b="1">
                  <a:solidFill>
                    <a:srgbClr val="1E293B"/>
                  </a:solidFill>
                  <a:latin typeface="Segoe UI Semibold"/>
                  <a:cs typeface="Segoe UI Semibold"/>
                </a:rPr>
                <a:t>Mejora continuamente</a:t>
              </a:r>
            </a:p>
          </p:txBody>
        </p:sp>
      </p:grpSp>
      <p:sp>
        <p:nvSpPr>
          <p:cNvPr id="27" name="Desc4"/>
          <p:cNvSpPr/>
          <p:nvPr/>
        </p:nvSpPr>
        <p:spPr>
          <a:xfrm>
            <a:off x="8785924" y="4241994"/>
            <a:ext cx="2316480" cy="18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ctr"/>
            <a:r>
              <a:rPr lang="es-ES" sz="1300">
                <a:solidFill>
                  <a:srgbClr val="64748B"/>
                </a:solidFill>
                <a:latin typeface="Segoe UI"/>
                <a:cs typeface="Segoe UI"/>
              </a:rPr>
              <a:t>Se ajusta con uso y supervisión humana para ser más precisa y útil.</a:t>
            </a:r>
          </a:p>
        </p:txBody>
      </p:sp>
    </p:spTree>
    <p:extLst>
      <p:ext uri="{BB962C8B-B14F-4D97-AF65-F5344CB8AC3E}">
        <p14:creationId xmlns:p14="http://schemas.microsoft.com/office/powerpoint/2010/main" val="28233994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C1FF67-0E86-68C6-DB2C-D9CAA4F953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LLMBar"/>
          <p:cNvSpPr/>
          <p:nvPr/>
        </p:nvSpPr>
        <p:spPr>
          <a:xfrm>
            <a:off x="962400" y="1488031"/>
            <a:ext cx="10267200" cy="61920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3B82F6"/>
              </a:gs>
              <a:gs pos="100000">
                <a:srgbClr val="7C3AED"/>
              </a:gs>
            </a:gsLst>
            <a:lin ang="0" scaled="1"/>
          </a:gradFill>
          <a:ln>
            <a:noFill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 wrap="square" lIns="0" tIns="0" rIns="0" bIns="0" anchor="ctr"/>
          <a:lstStyle/>
          <a:p>
            <a:endParaRPr lang="es-ES" dirty="0"/>
          </a:p>
        </p:txBody>
      </p:sp>
      <p:pic>
        <p:nvPicPr>
          <p:cNvPr id="2" name="TopBar" descr="Imagen relacionada con ¿Qué es la inteligencia artificial generativa?">
            <a:extLst>
              <a:ext uri="{FF2B5EF4-FFF2-40B4-BE49-F238E27FC236}">
                <a16:creationId xmlns:a16="http://schemas.microsoft.com/office/drawing/2014/main" id="{3F68237D-A50B-355F-E1EE-18F6E6A7FF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  <p:sp>
        <p:nvSpPr>
          <p:cNvPr id="3" name="Title">
            <a:extLst>
              <a:ext uri="{FF2B5EF4-FFF2-40B4-BE49-F238E27FC236}">
                <a16:creationId xmlns:a16="http://schemas.microsoft.com/office/drawing/2014/main" id="{467301CA-B03A-A378-6A19-48F3F22C7652}"/>
              </a:ext>
            </a:extLst>
          </p:cNvPr>
          <p:cNvSpPr/>
          <p:nvPr/>
        </p:nvSpPr>
        <p:spPr>
          <a:xfrm>
            <a:off x="975360" y="380000"/>
            <a:ext cx="1024128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s-ES" sz="3200" b="1" dirty="0">
                <a:latin typeface="Segoe UI Semibold"/>
                <a:ea typeface="Segoe UI Semibold"/>
                <a:cs typeface="Segoe UI Semibold"/>
              </a:rPr>
              <a:t>¿Qué es la inteligencia artificial </a:t>
            </a:r>
            <a:r>
              <a:rPr lang="es-ES" sz="3200" dirty="0">
                <a:gradFill>
                  <a:gsLst>
                    <a:gs pos="0">
                      <a:srgbClr val="0D9488"/>
                    </a:gs>
                    <a:gs pos="50000">
                      <a:srgbClr val="3B82F6"/>
                    </a:gs>
                    <a:gs pos="100000">
                      <a:srgbClr val="7C3AED"/>
                    </a:gs>
                  </a:gsLst>
                  <a:lin ang="0" scaled="1"/>
                </a:gradFill>
                <a:latin typeface="Segoe UI Semibold"/>
                <a:ea typeface="Segoe UI Semibold"/>
                <a:cs typeface="Segoe UI Semibold"/>
              </a:rPr>
              <a:t>generativa</a:t>
            </a:r>
            <a:r>
              <a:rPr lang="es-ES" sz="3200" b="1" dirty="0">
                <a:latin typeface="Segoe UI Semibold"/>
                <a:ea typeface="Segoe UI Semibold"/>
                <a:cs typeface="Segoe UI Semibold"/>
              </a:rPr>
              <a:t>?</a:t>
            </a:r>
          </a:p>
        </p:txBody>
      </p:sp>
      <p:sp>
        <p:nvSpPr>
          <p:cNvPr id="500" name="LLMStepDesc"/>
          <p:cNvSpPr/>
          <p:nvPr/>
        </p:nvSpPr>
        <p:spPr>
          <a:xfrm>
            <a:off x="1452790" y="4183372"/>
            <a:ext cx="2316480" cy="18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ctr"/>
            <a:r>
              <a:rPr lang="es-ES" sz="1300" dirty="0">
                <a:solidFill>
                  <a:srgbClr val="64748B"/>
                </a:solidFill>
                <a:latin typeface="Segoe UI"/>
                <a:cs typeface="Segoe UI"/>
              </a:rPr>
              <a:t>Modelo entrenado con enormes cantidades de texto que aprende patrones del lenguaje y genera respuestas con coherencia.</a:t>
            </a:r>
          </a:p>
        </p:txBody>
      </p:sp>
      <p:sp>
        <p:nvSpPr>
          <p:cNvPr id="5" name="SummaryText">
            <a:extLst>
              <a:ext uri="{FF2B5EF4-FFF2-40B4-BE49-F238E27FC236}">
                <a16:creationId xmlns:a16="http://schemas.microsoft.com/office/drawing/2014/main" id="{512CA3B5-C808-898C-5F73-DE99B7BA4541}"/>
              </a:ext>
            </a:extLst>
          </p:cNvPr>
          <p:cNvSpPr/>
          <p:nvPr/>
        </p:nvSpPr>
        <p:spPr>
          <a:xfrm>
            <a:off x="962400" y="1494390"/>
            <a:ext cx="10267200" cy="6192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lang="es-ES" sz="2000" b="1" dirty="0">
                <a:solidFill>
                  <a:srgbClr val="FFFFFF"/>
                </a:solidFill>
                <a:latin typeface="Segoe UI Semibold"/>
                <a:cs typeface="Segoe UI Semibold"/>
              </a:rPr>
              <a:t>LLM (Large </a:t>
            </a:r>
            <a:r>
              <a:rPr lang="es-ES" sz="2000" b="1" dirty="0" err="1">
                <a:solidFill>
                  <a:srgbClr val="FFFFFF"/>
                </a:solidFill>
                <a:latin typeface="Segoe UI Semibold"/>
                <a:cs typeface="Segoe UI Semibold"/>
              </a:rPr>
              <a:t>Language</a:t>
            </a:r>
            <a:r>
              <a:rPr lang="es-ES" sz="2000" b="1" dirty="0">
                <a:solidFill>
                  <a:srgbClr val="FFFFFF"/>
                </a:solidFill>
                <a:latin typeface="Segoe UI Semibold"/>
                <a:cs typeface="Segoe UI Semibold"/>
              </a:rPr>
              <a:t> Model)</a:t>
            </a:r>
            <a:endParaRPr lang="es-ES" sz="1600" b="1" dirty="0">
              <a:solidFill>
                <a:srgbClr val="D6F4F0"/>
              </a:solidFill>
              <a:latin typeface="Segoe UI"/>
              <a:cs typeface="Segoe UI"/>
            </a:endParaRPr>
          </a:p>
          <a:p>
            <a:pPr algn="ctr"/>
            <a:r>
              <a:rPr lang="es-ES" sz="1600" dirty="0">
                <a:solidFill>
                  <a:schemeClr val="bg1">
                    <a:lumMod val="95000"/>
                  </a:schemeClr>
                </a:solidFill>
                <a:latin typeface="Segoe UI"/>
                <a:cs typeface="Segoe UI"/>
              </a:rPr>
              <a:t>Modelo entrenado con cantidades enormes de datos que predice y genera lenguaje natural.</a:t>
            </a:r>
          </a:p>
        </p:txBody>
      </p:sp>
      <p:sp>
        <p:nvSpPr>
          <p:cNvPr id="25" name="Desc3">
            <a:extLst>
              <a:ext uri="{FF2B5EF4-FFF2-40B4-BE49-F238E27FC236}">
                <a16:creationId xmlns:a16="http://schemas.microsoft.com/office/drawing/2014/main" id="{C1ECC5B9-CF5D-0195-24F6-75CB29DC508F}"/>
              </a:ext>
            </a:extLst>
          </p:cNvPr>
          <p:cNvSpPr/>
          <p:nvPr/>
        </p:nvSpPr>
        <p:spPr>
          <a:xfrm>
            <a:off x="5424082" y="4183372"/>
            <a:ext cx="2316480" cy="18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ctr"/>
            <a:r>
              <a:rPr lang="es-ES" sz="1300" dirty="0">
                <a:solidFill>
                  <a:srgbClr val="64748B"/>
                </a:solidFill>
                <a:latin typeface="Segoe UI"/>
                <a:cs typeface="Segoe UI"/>
              </a:rPr>
              <a:t>Convierte tu instrucción en una intención clara y un contexto para responder.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46090BC-0859-DC11-CAE0-AC703F56E730}"/>
              </a:ext>
            </a:extLst>
          </p:cNvPr>
          <p:cNvGrpSpPr/>
          <p:nvPr/>
        </p:nvGrpSpPr>
        <p:grpSpPr>
          <a:xfrm>
            <a:off x="1518196" y="2776062"/>
            <a:ext cx="8717280" cy="1724240"/>
            <a:chOff x="2385124" y="2767431"/>
            <a:chExt cx="8717280" cy="1724240"/>
          </a:xfrm>
        </p:grpSpPr>
        <p:sp>
          <p:nvSpPr>
            <p:cNvPr id="101" name="Conn2">
              <a:extLst>
                <a:ext uri="{FF2B5EF4-FFF2-40B4-BE49-F238E27FC236}">
                  <a16:creationId xmlns:a16="http://schemas.microsoft.com/office/drawing/2014/main" id="{E297F6B4-1355-8498-5CB0-86B28F6EA5D6}"/>
                </a:ext>
              </a:extLst>
            </p:cNvPr>
            <p:cNvSpPr/>
            <p:nvPr/>
          </p:nvSpPr>
          <p:spPr>
            <a:xfrm>
              <a:off x="4043364" y="3241712"/>
              <a:ext cx="2974720" cy="45719"/>
            </a:xfrm>
            <a:prstGeom prst="rect">
              <a:avLst/>
            </a:prstGeom>
            <a:solidFill>
              <a:srgbClr val="CBD5E1"/>
            </a:solidFill>
            <a:ln>
              <a:noFill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102" name="Conn3">
              <a:extLst>
                <a:ext uri="{FF2B5EF4-FFF2-40B4-BE49-F238E27FC236}">
                  <a16:creationId xmlns:a16="http://schemas.microsoft.com/office/drawing/2014/main" id="{930D69FB-86DC-3C94-ACF9-FA29BF3406D7}"/>
                </a:ext>
              </a:extLst>
            </p:cNvPr>
            <p:cNvSpPr/>
            <p:nvPr/>
          </p:nvSpPr>
          <p:spPr>
            <a:xfrm>
              <a:off x="7749604" y="3247431"/>
              <a:ext cx="1828800" cy="40000"/>
            </a:xfrm>
            <a:prstGeom prst="rect">
              <a:avLst/>
            </a:prstGeom>
            <a:solidFill>
              <a:srgbClr val="CBD5E1"/>
            </a:solidFill>
            <a:ln>
              <a:noFill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501" name="LLMStepCircle"/>
            <p:cNvSpPr/>
            <p:nvPr/>
          </p:nvSpPr>
          <p:spPr>
            <a:xfrm>
              <a:off x="3043364" y="2767431"/>
              <a:ext cx="1000000" cy="1000000"/>
            </a:xfrm>
            <a:prstGeom prst="ellipse">
              <a:avLst/>
            </a:prstGeom>
            <a:gradFill>
              <a:gsLst>
                <a:gs pos="0">
                  <a:srgbClr val="3B82F6"/>
                </a:gs>
                <a:gs pos="100000">
                  <a:srgbClr val="7C3AED"/>
                </a:gs>
              </a:gsLst>
              <a:lin ang="2700000" scaled="1"/>
            </a:gradFill>
            <a:ln>
              <a:noFill/>
            </a:ln>
            <a:effectLst>
              <a:outerShdw blurRad="80000" dist="20000" dir="5400000" algn="bl" rotWithShape="0">
                <a:srgbClr val="000000">
                  <a:alpha val="20000"/>
                </a:srgbClr>
              </a:outerShdw>
            </a:effectLst>
          </p:spPr>
          <p:txBody>
            <a:bodyPr wrap="none" lIns="0" tIns="0" rIns="0" bIns="0" anchor="ctr"/>
            <a:lstStyle/>
            <a:p>
              <a:endParaRPr lang="es-ES"/>
            </a:p>
          </p:txBody>
        </p:sp>
        <p:pic>
          <p:nvPicPr>
            <p:cNvPr id="600" name="BrainGearsIcon" descr="Icono ilustrativo en la diapositiva sobre ¿Qué es la inteligencia artificial generativa?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243364" y="2967431"/>
              <a:ext cx="600000" cy="600000"/>
            </a:xfrm>
            <a:prstGeom prst="rect">
              <a:avLst/>
            </a:prstGeom>
          </p:spPr>
        </p:pic>
        <p:sp>
          <p:nvSpPr>
            <p:cNvPr id="12" name="Circle3">
              <a:extLst>
                <a:ext uri="{FF2B5EF4-FFF2-40B4-BE49-F238E27FC236}">
                  <a16:creationId xmlns:a16="http://schemas.microsoft.com/office/drawing/2014/main" id="{FA2052A9-832D-2EFD-5740-85BCB649F69F}"/>
                </a:ext>
              </a:extLst>
            </p:cNvPr>
            <p:cNvSpPr/>
            <p:nvPr/>
          </p:nvSpPr>
          <p:spPr>
            <a:xfrm>
              <a:off x="7018084" y="2901671"/>
              <a:ext cx="731520" cy="731520"/>
            </a:xfrm>
            <a:prstGeom prst="ellipse">
              <a:avLst/>
            </a:prstGeom>
            <a:solidFill>
              <a:srgbClr val="5B5BEC"/>
            </a:solidFill>
            <a:ln>
              <a:noFill/>
            </a:ln>
          </p:spPr>
          <p:txBody>
            <a:bodyPr wrap="square" lIns="0" tIns="0" rIns="0" bIns="0" anchor="ctr"/>
            <a:lstStyle/>
            <a:p>
              <a:endParaRPr lang="es-ES"/>
            </a:p>
          </p:txBody>
        </p:sp>
        <p:pic>
          <p:nvPicPr>
            <p:cNvPr id="601" name="ChatIcon" descr="Icono ilustrativo en la diapositiva sobre ¿Qué es la inteligencia artificial generativa?"/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7158844" y="3042431"/>
              <a:ext cx="450000" cy="450000"/>
            </a:xfrm>
            <a:prstGeom prst="rect">
              <a:avLst/>
            </a:prstGeom>
          </p:spPr>
        </p:pic>
        <p:sp>
          <p:nvSpPr>
            <p:cNvPr id="13" name="Circle4">
              <a:extLst>
                <a:ext uri="{FF2B5EF4-FFF2-40B4-BE49-F238E27FC236}">
                  <a16:creationId xmlns:a16="http://schemas.microsoft.com/office/drawing/2014/main" id="{D4BD43D2-B218-B93A-6D2A-7489A5E020DC}"/>
                </a:ext>
              </a:extLst>
            </p:cNvPr>
            <p:cNvSpPr/>
            <p:nvPr/>
          </p:nvSpPr>
          <p:spPr>
            <a:xfrm>
              <a:off x="9578404" y="2901671"/>
              <a:ext cx="731520" cy="731520"/>
            </a:xfrm>
            <a:prstGeom prst="ellipse">
              <a:avLst/>
            </a:prstGeom>
            <a:solidFill>
              <a:srgbClr val="7C3AED"/>
            </a:solidFill>
            <a:ln>
              <a:noFill/>
            </a:ln>
          </p:spPr>
          <p:txBody>
            <a:bodyPr wrap="square" lIns="0" tIns="0" rIns="0" bIns="0" anchor="ctr"/>
            <a:lstStyle/>
            <a:p>
              <a:endParaRPr lang="es-ES"/>
            </a:p>
          </p:txBody>
        </p:sp>
        <p:pic>
          <p:nvPicPr>
            <p:cNvPr id="602" name="TokenIcon" descr="Icono ilustrativo en la diapositiva sobre ¿Qué es la inteligencia artificial generativa?"/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9719164" y="3042431"/>
              <a:ext cx="450000" cy="450000"/>
            </a:xfrm>
            <a:prstGeom prst="rect">
              <a:avLst/>
            </a:prstGeom>
          </p:spPr>
        </p:pic>
        <p:sp>
          <p:nvSpPr>
            <p:cNvPr id="502" name="LLMStepTitle"/>
            <p:cNvSpPr/>
            <p:nvPr/>
          </p:nvSpPr>
          <p:spPr>
            <a:xfrm>
              <a:off x="2385124" y="3791671"/>
              <a:ext cx="2316480" cy="700000"/>
            </a:xfrm>
            <a:prstGeom prst="rect">
              <a:avLst/>
            </a:prstGeom>
            <a:noFill/>
            <a:ln/>
          </p:spPr>
          <p:txBody>
            <a:bodyPr wrap="square" lIns="0" tIns="0" rIns="0" bIns="0" anchor="t"/>
            <a:lstStyle/>
            <a:p>
              <a:pPr algn="ctr"/>
              <a:r>
                <a:rPr lang="es-ES" sz="1600" b="1">
                  <a:solidFill>
                    <a:srgbClr val="1E293B"/>
                  </a:solidFill>
                  <a:latin typeface="Segoe UI Semibold"/>
                  <a:cs typeface="Segoe UI Semibold"/>
                </a:rPr>
                <a:t>Large Language Model</a:t>
              </a:r>
            </a:p>
          </p:txBody>
        </p:sp>
        <p:sp>
          <p:nvSpPr>
            <p:cNvPr id="24" name="Title3">
              <a:extLst>
                <a:ext uri="{FF2B5EF4-FFF2-40B4-BE49-F238E27FC236}">
                  <a16:creationId xmlns:a16="http://schemas.microsoft.com/office/drawing/2014/main" id="{667FCF1F-C2A4-918E-8DB3-347D76D400E6}"/>
                </a:ext>
              </a:extLst>
            </p:cNvPr>
            <p:cNvSpPr/>
            <p:nvPr/>
          </p:nvSpPr>
          <p:spPr>
            <a:xfrm>
              <a:off x="6225604" y="3791671"/>
              <a:ext cx="2316480" cy="700000"/>
            </a:xfrm>
            <a:prstGeom prst="rect">
              <a:avLst/>
            </a:prstGeom>
            <a:noFill/>
            <a:ln/>
          </p:spPr>
          <p:txBody>
            <a:bodyPr wrap="square" lIns="0" tIns="0" rIns="0" bIns="0" anchor="t"/>
            <a:lstStyle/>
            <a:p>
              <a:pPr algn="ctr"/>
              <a:r>
                <a:rPr lang="es-ES" sz="1600" b="1">
                  <a:solidFill>
                    <a:srgbClr val="1E293B"/>
                  </a:solidFill>
                  <a:latin typeface="Segoe UI Semibold"/>
                  <a:cs typeface="Segoe UI Semibold"/>
                </a:rPr>
                <a:t>Interpreta tu prompt</a:t>
              </a:r>
            </a:p>
          </p:txBody>
        </p:sp>
        <p:sp>
          <p:nvSpPr>
            <p:cNvPr id="26" name="Title4">
              <a:extLst>
                <a:ext uri="{FF2B5EF4-FFF2-40B4-BE49-F238E27FC236}">
                  <a16:creationId xmlns:a16="http://schemas.microsoft.com/office/drawing/2014/main" id="{CCA1BF3F-572C-78A2-E67A-0D2E77E0B758}"/>
                </a:ext>
              </a:extLst>
            </p:cNvPr>
            <p:cNvSpPr/>
            <p:nvPr/>
          </p:nvSpPr>
          <p:spPr>
            <a:xfrm>
              <a:off x="8785924" y="3791671"/>
              <a:ext cx="2316480" cy="700000"/>
            </a:xfrm>
            <a:prstGeom prst="rect">
              <a:avLst/>
            </a:prstGeom>
            <a:noFill/>
            <a:ln/>
          </p:spPr>
          <p:txBody>
            <a:bodyPr wrap="square" lIns="0" tIns="0" rIns="0" bIns="0" anchor="t"/>
            <a:lstStyle/>
            <a:p>
              <a:pPr algn="ctr"/>
              <a:r>
                <a:rPr lang="es-ES" sz="1600" b="1">
                  <a:solidFill>
                    <a:srgbClr val="1E293B"/>
                  </a:solidFill>
                  <a:latin typeface="Segoe UI Semibold"/>
                  <a:cs typeface="Segoe UI Semibold"/>
                </a:rPr>
                <a:t>Genera token a token</a:t>
              </a:r>
            </a:p>
          </p:txBody>
        </p:sp>
      </p:grpSp>
      <p:sp>
        <p:nvSpPr>
          <p:cNvPr id="27" name="Desc4">
            <a:extLst>
              <a:ext uri="{FF2B5EF4-FFF2-40B4-BE49-F238E27FC236}">
                <a16:creationId xmlns:a16="http://schemas.microsoft.com/office/drawing/2014/main" id="{D407BBD3-43C7-430F-203E-8F3899FB79AE}"/>
              </a:ext>
            </a:extLst>
          </p:cNvPr>
          <p:cNvSpPr/>
          <p:nvPr/>
        </p:nvSpPr>
        <p:spPr>
          <a:xfrm>
            <a:off x="7984402" y="4183372"/>
            <a:ext cx="2316480" cy="18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ctr"/>
            <a:r>
              <a:rPr lang="es-ES" sz="1300" dirty="0">
                <a:solidFill>
                  <a:srgbClr val="64748B"/>
                </a:solidFill>
                <a:latin typeface="Segoe UI"/>
                <a:cs typeface="Segoe UI"/>
              </a:rPr>
              <a:t>Produce la respuesta palabra por palabra, manteniendo sentido y coherencia.</a:t>
            </a:r>
          </a:p>
        </p:txBody>
      </p:sp>
    </p:spTree>
    <p:extLst>
      <p:ext uri="{BB962C8B-B14F-4D97-AF65-F5344CB8AC3E}">
        <p14:creationId xmlns:p14="http://schemas.microsoft.com/office/powerpoint/2010/main" val="13170489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5360" y="54864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Casos de </a:t>
            </a:r>
            <a:r>
              <a:rPr lang="en-US" sz="3200" b="1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uso</a:t>
            </a:r>
            <a:r>
              <a:rPr lang="en-US" sz="3200" b="1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</a:t>
            </a:r>
            <a:r>
              <a:rPr lang="en-US" sz="3200" b="1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en</a:t>
            </a:r>
            <a:r>
              <a:rPr lang="en-US" sz="3200" b="1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</a:t>
            </a:r>
            <a:r>
              <a:rPr lang="en-US" sz="3200" b="1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el</a:t>
            </a:r>
            <a:r>
              <a:rPr lang="en-US" sz="3200" b="1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</a:t>
            </a:r>
            <a:r>
              <a:rPr lang="en-US" sz="3200" b="1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mundo</a:t>
            </a:r>
            <a:r>
              <a:rPr lang="en-US" sz="3200" b="1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</a:t>
            </a:r>
            <a:r>
              <a:rPr lang="en-US" sz="3200" b="1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profesional</a:t>
            </a:r>
            <a:endParaRPr lang="en-US" sz="3200" dirty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3" name="Shape 1"/>
          <p:cNvSpPr/>
          <p:nvPr/>
        </p:nvSpPr>
        <p:spPr>
          <a:xfrm>
            <a:off x="975360" y="1584960"/>
            <a:ext cx="3169920" cy="4267200"/>
          </a:xfrm>
          <a:prstGeom prst="roundRect">
            <a:avLst>
              <a:gd name="adj" fmla="val 4615"/>
            </a:avLst>
          </a:prstGeom>
          <a:solidFill>
            <a:srgbClr val="F8FAFC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4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75360" y="1584960"/>
            <a:ext cx="3169920" cy="73152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s-ES" sz="24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5" name="Image 0" descr="Imagen ilustrativa relacionada con Casos de uso en el mundo profesiona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1120" y="2011680"/>
            <a:ext cx="548640" cy="5486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341120" y="2682240"/>
            <a:ext cx="2438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133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Documentación</a:t>
            </a:r>
            <a:endParaRPr lang="en-US" sz="2133" dirty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7" name="Text 4"/>
          <p:cNvSpPr/>
          <p:nvPr/>
        </p:nvSpPr>
        <p:spPr>
          <a:xfrm>
            <a:off x="1341120" y="3291840"/>
            <a:ext cx="2438400" cy="14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Redacción</a:t>
            </a:r>
            <a:r>
              <a:rPr lang="en-US" sz="16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 de </a:t>
            </a:r>
            <a:r>
              <a:rPr lang="en-US" sz="1600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informes</a:t>
            </a:r>
            <a:r>
              <a:rPr lang="en-US" sz="16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, emails, </a:t>
            </a:r>
            <a:r>
              <a:rPr lang="en-US" sz="1600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propuestas</a:t>
            </a:r>
            <a:r>
              <a:rPr lang="en-US" sz="16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, </a:t>
            </a:r>
            <a:r>
              <a:rPr lang="en-US" sz="1600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actas</a:t>
            </a:r>
            <a:r>
              <a:rPr lang="en-US" sz="16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 de </a:t>
            </a:r>
            <a:r>
              <a:rPr lang="en-US" sz="1600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reunión</a:t>
            </a:r>
            <a:r>
              <a:rPr lang="en-US" sz="16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 y </a:t>
            </a:r>
            <a:r>
              <a:rPr lang="en-US" sz="1600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resumen</a:t>
            </a:r>
            <a:r>
              <a:rPr lang="en-US" sz="16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 de </a:t>
            </a:r>
            <a:r>
              <a:rPr lang="en-US" sz="1600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documentos</a:t>
            </a:r>
            <a:r>
              <a:rPr lang="en-US" sz="16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 </a:t>
            </a:r>
            <a:r>
              <a:rPr lang="en-US" sz="1600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extensos</a:t>
            </a:r>
            <a:r>
              <a:rPr lang="en-US" sz="16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.</a:t>
            </a:r>
            <a:endParaRPr lang="en-US" sz="16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8" name="Shape 5"/>
          <p:cNvSpPr/>
          <p:nvPr/>
        </p:nvSpPr>
        <p:spPr>
          <a:xfrm>
            <a:off x="4511040" y="1584960"/>
            <a:ext cx="3169920" cy="4267200"/>
          </a:xfrm>
          <a:prstGeom prst="roundRect">
            <a:avLst>
              <a:gd name="adj" fmla="val 4615"/>
            </a:avLst>
          </a:prstGeom>
          <a:solidFill>
            <a:srgbClr val="F8FAFC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4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9" name="Shape 6"/>
          <p:cNvSpPr/>
          <p:nvPr/>
        </p:nvSpPr>
        <p:spPr>
          <a:xfrm>
            <a:off x="4511040" y="1584960"/>
            <a:ext cx="3169920" cy="73152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s-ES" sz="24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0" name="Image 1" descr="Imagen ilustrativa relacionada con Casos de uso en el mundo profesional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76800" y="2011680"/>
            <a:ext cx="548640" cy="54864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876800" y="2682240"/>
            <a:ext cx="2438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133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Análisis</a:t>
            </a:r>
            <a:endParaRPr lang="en-US" sz="2133" dirty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2" name="Text 8"/>
          <p:cNvSpPr/>
          <p:nvPr/>
        </p:nvSpPr>
        <p:spPr>
          <a:xfrm>
            <a:off x="4876800" y="3291840"/>
            <a:ext cx="2438400" cy="14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Interpretación</a:t>
            </a:r>
            <a:r>
              <a:rPr lang="en-US" sz="16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 de </a:t>
            </a:r>
            <a:r>
              <a:rPr lang="en-US" sz="1600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datos</a:t>
            </a:r>
            <a:r>
              <a:rPr lang="en-US" sz="16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, </a:t>
            </a:r>
            <a:r>
              <a:rPr lang="en-US" sz="1600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creación</a:t>
            </a:r>
            <a:r>
              <a:rPr lang="en-US" sz="16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 de </a:t>
            </a:r>
            <a:r>
              <a:rPr lang="en-US" sz="1600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gráficos</a:t>
            </a:r>
            <a:r>
              <a:rPr lang="en-US" sz="16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, </a:t>
            </a:r>
            <a:r>
              <a:rPr lang="en-US" sz="1600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análisis</a:t>
            </a:r>
            <a:r>
              <a:rPr lang="en-US" sz="16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 de </a:t>
            </a:r>
            <a:r>
              <a:rPr lang="en-US" sz="1600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tendencias</a:t>
            </a:r>
            <a:r>
              <a:rPr lang="en-US" sz="16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 y </a:t>
            </a:r>
            <a:r>
              <a:rPr lang="en-US" sz="1600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generación</a:t>
            </a:r>
            <a:r>
              <a:rPr lang="en-US" sz="16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 de insights.</a:t>
            </a:r>
            <a:endParaRPr lang="en-US" sz="16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3" name="Shape 9"/>
          <p:cNvSpPr/>
          <p:nvPr/>
        </p:nvSpPr>
        <p:spPr>
          <a:xfrm>
            <a:off x="8046720" y="1584960"/>
            <a:ext cx="3169920" cy="4267200"/>
          </a:xfrm>
          <a:prstGeom prst="roundRect">
            <a:avLst>
              <a:gd name="adj" fmla="val 4615"/>
            </a:avLst>
          </a:prstGeom>
          <a:solidFill>
            <a:srgbClr val="F8FAFC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4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4" name="Shape 10"/>
          <p:cNvSpPr/>
          <p:nvPr/>
        </p:nvSpPr>
        <p:spPr>
          <a:xfrm>
            <a:off x="8046720" y="1584960"/>
            <a:ext cx="3169920" cy="73152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s-ES" sz="24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5" name="Image 2" descr="Imagen ilustrativa relacionada con Casos de uso en el mundo profesional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12480" y="2011680"/>
            <a:ext cx="548640" cy="54864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8412480" y="2682240"/>
            <a:ext cx="2438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133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Comunicación</a:t>
            </a:r>
            <a:endParaRPr lang="en-US" sz="2133" dirty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7" name="Text 12"/>
          <p:cNvSpPr/>
          <p:nvPr/>
        </p:nvSpPr>
        <p:spPr>
          <a:xfrm>
            <a:off x="8412480" y="3291840"/>
            <a:ext cx="2438400" cy="14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Traducción</a:t>
            </a:r>
            <a:r>
              <a:rPr lang="en-US" sz="16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 </a:t>
            </a:r>
            <a:r>
              <a:rPr lang="en-US" sz="1600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automática</a:t>
            </a:r>
            <a:r>
              <a:rPr lang="en-US" sz="16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, </a:t>
            </a:r>
            <a:r>
              <a:rPr lang="en-US" sz="1600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tono</a:t>
            </a:r>
            <a:r>
              <a:rPr lang="en-US" sz="16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 </a:t>
            </a:r>
            <a:r>
              <a:rPr lang="en-US" sz="1600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adaptado</a:t>
            </a:r>
            <a:r>
              <a:rPr lang="en-US" sz="16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 a la audiencia, </a:t>
            </a:r>
            <a:r>
              <a:rPr lang="en-US" sz="1600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respuestas</a:t>
            </a:r>
            <a:r>
              <a:rPr lang="en-US" sz="16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 a </a:t>
            </a:r>
            <a:r>
              <a:rPr lang="en-US" sz="1600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clientes</a:t>
            </a:r>
            <a:r>
              <a:rPr lang="en-US" sz="16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 y FAQ </a:t>
            </a:r>
            <a:r>
              <a:rPr lang="en-US" sz="1600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automatizadas</a:t>
            </a:r>
            <a:r>
              <a:rPr lang="en-US" sz="16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.</a:t>
            </a:r>
            <a:endParaRPr lang="en-US" sz="16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8" name="Image 0" descr="Imagen ilustrativa relacionada con Casos de uso en el mundo profesional">
            <a:extLst>
              <a:ext uri="{FF2B5EF4-FFF2-40B4-BE49-F238E27FC236}">
                <a16:creationId xmlns:a16="http://schemas.microsoft.com/office/drawing/2014/main" id="{7D6C7D7A-9F48-8C03-6AAF-B51AD1CDDD2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F7700B-03EE-D34B-F1E4-A803BAF8F8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26B71F43-FD70-69A4-435E-7B74AD98BCA1}"/>
              </a:ext>
            </a:extLst>
          </p:cNvPr>
          <p:cNvSpPr/>
          <p:nvPr/>
        </p:nvSpPr>
        <p:spPr>
          <a:xfrm>
            <a:off x="975360" y="548640"/>
            <a:ext cx="1024128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Casos de </a:t>
            </a:r>
            <a:r>
              <a:rPr lang="en-US" sz="3200" b="1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uso</a:t>
            </a:r>
            <a:r>
              <a:rPr lang="en-US" sz="3200" b="1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</a:t>
            </a:r>
            <a:r>
              <a:rPr lang="en-US" sz="3200" b="1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en</a:t>
            </a:r>
            <a:r>
              <a:rPr lang="en-US" sz="3200" b="1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</a:t>
            </a:r>
            <a:r>
              <a:rPr lang="en-US" sz="3200" b="1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el</a:t>
            </a:r>
            <a:r>
              <a:rPr lang="en-US" sz="3200" b="1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</a:t>
            </a:r>
            <a:r>
              <a:rPr lang="en-US" sz="3200" b="1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mundo</a:t>
            </a:r>
            <a:r>
              <a:rPr lang="en-US" sz="3200" b="1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</a:t>
            </a:r>
            <a:r>
              <a:rPr lang="en-US" sz="3200" b="1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profesional</a:t>
            </a:r>
            <a:endParaRPr lang="en-US" sz="3200" dirty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pic>
        <p:nvPicPr>
          <p:cNvPr id="23" name="Image 0" descr="Imagen ilustrativa relacionada con Casos de uso en el mundo profesional">
            <a:extLst>
              <a:ext uri="{FF2B5EF4-FFF2-40B4-BE49-F238E27FC236}">
                <a16:creationId xmlns:a16="http://schemas.microsoft.com/office/drawing/2014/main" id="{E96C5F7E-4D39-A0CE-84FE-B13B5CB403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  <p:sp>
        <p:nvSpPr>
          <p:cNvPr id="24" name="Info Bar">
            <a:extLst>
              <a:ext uri="{FF2B5EF4-FFF2-40B4-BE49-F238E27FC236}">
                <a16:creationId xmlns:a16="http://schemas.microsoft.com/office/drawing/2014/main" id="{3F893DA0-3C6C-95DC-B342-20FD4AF0A785}"/>
              </a:ext>
            </a:extLst>
          </p:cNvPr>
          <p:cNvSpPr/>
          <p:nvPr/>
        </p:nvSpPr>
        <p:spPr>
          <a:xfrm>
            <a:off x="975360" y="6251900"/>
            <a:ext cx="10241280" cy="34057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5B21B6"/>
              </a:gs>
              <a:gs pos="100000">
                <a:srgbClr val="7C3AED"/>
              </a:gs>
            </a:gsLst>
            <a:lin ang="0" scaled="1"/>
          </a:gradFill>
          <a:ln/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 wrap="square" lIns="0" tIns="0" rIns="0" bIns="0" rtlCol="0" anchor="ctr"/>
          <a:lstStyle/>
          <a:p>
            <a:endParaRPr lang="es-ES"/>
          </a:p>
        </p:txBody>
      </p:sp>
      <p:sp>
        <p:nvSpPr>
          <p:cNvPr id="26" name="Info Text">
            <a:extLst>
              <a:ext uri="{FF2B5EF4-FFF2-40B4-BE49-F238E27FC236}">
                <a16:creationId xmlns:a16="http://schemas.microsoft.com/office/drawing/2014/main" id="{C998A493-7C0E-C5B0-4BA3-04C3F032D705}"/>
              </a:ext>
            </a:extLst>
          </p:cNvPr>
          <p:cNvSpPr/>
          <p:nvPr/>
        </p:nvSpPr>
        <p:spPr>
          <a:xfrm>
            <a:off x="3352801" y="6121271"/>
            <a:ext cx="9516640" cy="6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600" dirty="0">
                <a:solidFill>
                  <a:srgbClr val="FFFFFF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La IA no </a:t>
            </a:r>
            <a:r>
              <a:rPr lang="es-ES" sz="1600" b="1" dirty="0">
                <a:solidFill>
                  <a:srgbClr val="FFFFFF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reemplaza</a:t>
            </a:r>
            <a:r>
              <a:rPr lang="es-ES" sz="1600" dirty="0">
                <a:solidFill>
                  <a:srgbClr val="FFFFFF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al profesional, </a:t>
            </a:r>
            <a:r>
              <a:rPr lang="es-ES" sz="1600" dirty="0">
                <a:solidFill>
                  <a:srgbClr val="FFFFFF"/>
                </a:solidFill>
                <a:latin typeface="Segoe UI Semibold" panose="020B0702040204020203" pitchFamily="34" charset="0"/>
                <a:ea typeface="Segoe UI Black" panose="020B0A02040204020203" pitchFamily="34" charset="0"/>
                <a:cs typeface="Segoe UI Semibold" panose="020B0702040204020203" pitchFamily="34" charset="0"/>
              </a:rPr>
              <a:t>amplifica</a:t>
            </a:r>
            <a:r>
              <a:rPr lang="es-ES" sz="1600" dirty="0">
                <a:solidFill>
                  <a:srgbClr val="FFFFFF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su capacidad</a:t>
            </a:r>
            <a:r>
              <a:rPr lang="es-ES" sz="1600" dirty="0">
                <a:solidFill>
                  <a:srgbClr val="E8DA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.</a:t>
            </a:r>
            <a:endParaRPr lang="es-ES" sz="1600" dirty="0"/>
          </a:p>
        </p:txBody>
      </p:sp>
      <p:graphicFrame>
        <p:nvGraphicFramePr>
          <p:cNvPr id="900" name="Exposure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783952"/>
              </p:ext>
            </p:extLst>
          </p:nvPr>
        </p:nvGraphicFramePr>
        <p:xfrm>
          <a:off x="1915807" y="1219200"/>
          <a:ext cx="8360385" cy="470271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9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0000">
                  <a:extLst>
                    <a:ext uri="{9D8B030D-6E8A-4147-A177-3AD203B41FA5}">
                      <a16:colId xmlns:a16="http://schemas.microsoft.com/office/drawing/2014/main" val="1"/>
                    </a:ext>
                  </a:extLst>
                </a:gridCol>
                <a:gridCol w="3960385">
                  <a:extLst>
                    <a:ext uri="{9D8B030D-6E8A-4147-A177-3AD203B41FA5}">
                      <a16:colId xmlns:a16="http://schemas.microsoft.com/office/drawing/2014/main" val="2"/>
                    </a:ext>
                  </a:extLst>
                </a:gridCol>
              </a:tblGrid>
              <a:tr h="480000">
                <a:tc>
                  <a:txBody>
                    <a:bodyPr/>
                    <a:lstStyle/>
                    <a:p>
                      <a:pPr algn="ctr"/>
                      <a:r>
                        <a:rPr lang="es-ES" sz="1300" b="1" dirty="0">
                          <a:solidFill>
                            <a:srgbClr val="FFFFFF"/>
                          </a:solidFill>
                          <a:latin typeface="Segoe UI Semibold"/>
                          <a:cs typeface="Segoe UI Semibold"/>
                        </a:rPr>
                        <a:t>Ocupación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sz="1300" b="1" dirty="0">
                        <a:solidFill>
                          <a:srgbClr val="FFFFFF"/>
                        </a:solidFill>
                        <a:latin typeface="Segoe UI Semibold"/>
                        <a:cs typeface="Segoe UI Semibold"/>
                      </a:endParaRP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sz="1300" b="1" dirty="0">
                        <a:solidFill>
                          <a:srgbClr val="FFFFFF"/>
                        </a:solidFill>
                        <a:latin typeface="Segoe UI Semibold"/>
                        <a:cs typeface="Segoe UI Semibold"/>
                      </a:endParaRP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2271"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1E293B"/>
                          </a:solidFill>
                          <a:latin typeface="Segoe UI"/>
                          <a:cs typeface="Segoe UI"/>
                        </a:rPr>
                        <a:t>Programadores informáticos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b="1">
                          <a:solidFill>
                            <a:srgbClr val="7C3AED"/>
                          </a:solidFill>
                          <a:latin typeface="Segoe UI"/>
                          <a:cs typeface="Segoe UI"/>
                        </a:rPr>
                        <a:t>74,5%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475569"/>
                          </a:solidFill>
                          <a:latin typeface="Segoe UI"/>
                          <a:cs typeface="Segoe UI"/>
                        </a:rPr>
                        <a:t>Escribir, actualizar y mantener programas de software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2271"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1E293B"/>
                          </a:solidFill>
                          <a:latin typeface="Segoe UI"/>
                          <a:cs typeface="Segoe UI"/>
                        </a:rPr>
                        <a:t>Representantes de atención al cliente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b="1">
                          <a:solidFill>
                            <a:srgbClr val="7C3AED"/>
                          </a:solidFill>
                          <a:latin typeface="Segoe UI"/>
                          <a:cs typeface="Segoe UI"/>
                        </a:rPr>
                        <a:t>70,1%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475569"/>
                          </a:solidFill>
                          <a:latin typeface="Segoe UI"/>
                          <a:cs typeface="Segoe UI"/>
                        </a:rPr>
                        <a:t>Atender a clientes, tomar pedidos y gestionar reclamaciones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2271"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1E293B"/>
                          </a:solidFill>
                          <a:latin typeface="Segoe UI"/>
                          <a:cs typeface="Segoe UI"/>
                        </a:rPr>
                        <a:t>Operadores de entrada de datos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b="1">
                          <a:solidFill>
                            <a:srgbClr val="7C3AED"/>
                          </a:solidFill>
                          <a:latin typeface="Segoe UI"/>
                          <a:cs typeface="Segoe UI"/>
                        </a:rPr>
                        <a:t>67,1%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475569"/>
                          </a:solidFill>
                          <a:latin typeface="Segoe UI"/>
                          <a:cs typeface="Segoe UI"/>
                        </a:rPr>
                        <a:t>Leer documentos fuente e introducir datos en sistemas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2271"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1E293B"/>
                          </a:solidFill>
                          <a:latin typeface="Segoe UI"/>
                          <a:cs typeface="Segoe UI"/>
                        </a:rPr>
                        <a:t>Especialistas en historias clínicas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b="1">
                          <a:solidFill>
                            <a:srgbClr val="7C3AED"/>
                          </a:solidFill>
                          <a:latin typeface="Segoe UI"/>
                          <a:cs typeface="Segoe UI"/>
                        </a:rPr>
                        <a:t>66,7%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475569"/>
                          </a:solidFill>
                          <a:latin typeface="Segoe UI"/>
                          <a:cs typeface="Segoe UI"/>
                        </a:rPr>
                        <a:t>Recopilar, transcribir y codificar registros médicos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2271"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1E293B"/>
                          </a:solidFill>
                          <a:latin typeface="Segoe UI"/>
                          <a:cs typeface="Segoe UI"/>
                        </a:rPr>
                        <a:t>Analistas de investigación de mercado y marketing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b="1">
                          <a:solidFill>
                            <a:srgbClr val="7C3AED"/>
                          </a:solidFill>
                          <a:latin typeface="Segoe UI"/>
                          <a:cs typeface="Segoe UI"/>
                        </a:rPr>
                        <a:t>64,8%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475569"/>
                          </a:solidFill>
                          <a:latin typeface="Segoe UI"/>
                          <a:cs typeface="Segoe UI"/>
                        </a:rPr>
                        <a:t>Preparar informes ilustrando datos y traduciendo hallazgos en texto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2271"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1E293B"/>
                          </a:solidFill>
                          <a:latin typeface="Segoe UI"/>
                          <a:cs typeface="Segoe UI"/>
                        </a:rPr>
                        <a:t>Representantes de ventas (mayoristas y fabricación)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b="1">
                          <a:solidFill>
                            <a:srgbClr val="7C3AED"/>
                          </a:solidFill>
                          <a:latin typeface="Segoe UI"/>
                          <a:cs typeface="Segoe UI"/>
                        </a:rPr>
                        <a:t>62,6%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475569"/>
                          </a:solidFill>
                          <a:latin typeface="Segoe UI"/>
                          <a:cs typeface="Segoe UI"/>
                        </a:rPr>
                        <a:t>Contactar con clientes para promocionar productos y cerrar pedidos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2271"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1E293B"/>
                          </a:solidFill>
                          <a:latin typeface="Segoe UI"/>
                          <a:cs typeface="Segoe UI"/>
                        </a:rPr>
                        <a:t>Analistas financieros y de inversiones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b="1">
                          <a:solidFill>
                            <a:srgbClr val="7C3AED"/>
                          </a:solidFill>
                          <a:latin typeface="Segoe UI"/>
                          <a:cs typeface="Segoe UI"/>
                        </a:rPr>
                        <a:t>57,2%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475569"/>
                          </a:solidFill>
                          <a:latin typeface="Segoe UI"/>
                          <a:cs typeface="Segoe UI"/>
                        </a:rPr>
                        <a:t>Analizar información financiera para orientar decisiones de inversión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22271"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1E293B"/>
                          </a:solidFill>
                          <a:latin typeface="Segoe UI"/>
                          <a:cs typeface="Segoe UI"/>
                        </a:rPr>
                        <a:t>Analistas de control de calidad de software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b="1">
                          <a:solidFill>
                            <a:srgbClr val="7C3AED"/>
                          </a:solidFill>
                          <a:latin typeface="Segoe UI"/>
                          <a:cs typeface="Segoe UI"/>
                        </a:rPr>
                        <a:t>51,9%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475569"/>
                          </a:solidFill>
                          <a:latin typeface="Segoe UI"/>
                          <a:cs typeface="Segoe UI"/>
                        </a:rPr>
                        <a:t>Modificar software para corregir errores y mejorar el rendimiento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22271"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1E293B"/>
                          </a:solidFill>
                          <a:latin typeface="Segoe UI"/>
                          <a:cs typeface="Segoe UI"/>
                        </a:rPr>
                        <a:t>Analistas de seguridad informática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b="1">
                          <a:solidFill>
                            <a:srgbClr val="7C3AED"/>
                          </a:solidFill>
                          <a:latin typeface="Segoe UI"/>
                          <a:cs typeface="Segoe UI"/>
                        </a:rPr>
                        <a:t>48,6%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475569"/>
                          </a:solidFill>
                          <a:latin typeface="Segoe UI"/>
                          <a:cs typeface="Segoe UI"/>
                        </a:rPr>
                        <a:t>Realizar evaluaciones de riesgo y pruebas de seguridad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22271"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1E293B"/>
                          </a:solidFill>
                          <a:latin typeface="Segoe UI"/>
                          <a:cs typeface="Segoe UI"/>
                        </a:rPr>
                        <a:t>Especialistas en soporte informático a usuarios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b="1" dirty="0">
                          <a:solidFill>
                            <a:srgbClr val="7C3AED"/>
                          </a:solidFill>
                          <a:latin typeface="Segoe UI"/>
                          <a:cs typeface="Segoe UI"/>
                        </a:rPr>
                        <a:t>46,8%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00" dirty="0">
                          <a:solidFill>
                            <a:srgbClr val="475569"/>
                          </a:solidFill>
                          <a:latin typeface="Segoe UI"/>
                          <a:cs typeface="Segoe UI"/>
                        </a:rPr>
                        <a:t>Resolver consultas sobre software o hardware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2" name="LLMBar">
            <a:extLst>
              <a:ext uri="{FF2B5EF4-FFF2-40B4-BE49-F238E27FC236}">
                <a16:creationId xmlns:a16="http://schemas.microsoft.com/office/drawing/2014/main" id="{08EC287B-7BA7-8102-0F88-4FF5820D72F3}"/>
              </a:ext>
            </a:extLst>
          </p:cNvPr>
          <p:cNvSpPr/>
          <p:nvPr/>
        </p:nvSpPr>
        <p:spPr>
          <a:xfrm>
            <a:off x="1989549" y="1305585"/>
            <a:ext cx="2914290" cy="34057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3B82F6"/>
              </a:gs>
              <a:gs pos="100000">
                <a:srgbClr val="7C3AED"/>
              </a:gs>
            </a:gsLst>
            <a:lin ang="0" scaled="1"/>
          </a:gradFill>
          <a:ln>
            <a:noFill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 wrap="square" lIns="0" tIns="0" rIns="0" bIns="0" anchor="ctr"/>
          <a:lstStyle/>
          <a:p>
            <a:pPr algn="ctr"/>
            <a:r>
              <a:rPr lang="es-ES" sz="1400" b="1" dirty="0">
                <a:solidFill>
                  <a:srgbClr val="FFFFFF"/>
                </a:solidFill>
                <a:latin typeface="Segoe UI Semibold"/>
                <a:cs typeface="Segoe UI Semibold"/>
              </a:rPr>
              <a:t>Profesiones</a:t>
            </a:r>
            <a:endParaRPr lang="es-ES" sz="1600" dirty="0"/>
          </a:p>
        </p:txBody>
      </p:sp>
      <p:sp>
        <p:nvSpPr>
          <p:cNvPr id="33" name="LLMBar">
            <a:extLst>
              <a:ext uri="{FF2B5EF4-FFF2-40B4-BE49-F238E27FC236}">
                <a16:creationId xmlns:a16="http://schemas.microsoft.com/office/drawing/2014/main" id="{A75E938A-FFA3-DD8E-C2B3-CA59B6561F60}"/>
              </a:ext>
            </a:extLst>
          </p:cNvPr>
          <p:cNvSpPr/>
          <p:nvPr/>
        </p:nvSpPr>
        <p:spPr>
          <a:xfrm>
            <a:off x="4977581" y="1305585"/>
            <a:ext cx="1118419" cy="34057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3B82F6"/>
              </a:gs>
              <a:gs pos="100000">
                <a:srgbClr val="7C3AED"/>
              </a:gs>
            </a:gsLst>
            <a:lin ang="0" scaled="1"/>
          </a:gradFill>
          <a:ln>
            <a:noFill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 wrap="square" lIns="0" tIns="0" rIns="0" bIns="0" anchor="ctr"/>
          <a:lstStyle/>
          <a:p>
            <a:pPr algn="ctr"/>
            <a:r>
              <a:rPr lang="es-ES" sz="1400" b="1" dirty="0">
                <a:solidFill>
                  <a:srgbClr val="FFFFFF"/>
                </a:solidFill>
                <a:latin typeface="Segoe UI Semibold"/>
                <a:cs typeface="Segoe UI Semibold"/>
              </a:rPr>
              <a:t>Exposición</a:t>
            </a:r>
          </a:p>
        </p:txBody>
      </p:sp>
      <p:sp>
        <p:nvSpPr>
          <p:cNvPr id="34" name="LLMBar">
            <a:extLst>
              <a:ext uri="{FF2B5EF4-FFF2-40B4-BE49-F238E27FC236}">
                <a16:creationId xmlns:a16="http://schemas.microsoft.com/office/drawing/2014/main" id="{D654EF9B-289E-A435-0F28-65F4935EAA10}"/>
              </a:ext>
            </a:extLst>
          </p:cNvPr>
          <p:cNvSpPr/>
          <p:nvPr/>
        </p:nvSpPr>
        <p:spPr>
          <a:xfrm>
            <a:off x="6169741" y="1305585"/>
            <a:ext cx="4032709" cy="34057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3B82F6"/>
              </a:gs>
              <a:gs pos="100000">
                <a:srgbClr val="7C3AED"/>
              </a:gs>
            </a:gsLst>
            <a:lin ang="0" scaled="1"/>
          </a:gradFill>
          <a:ln>
            <a:noFill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 wrap="square" lIns="0" tIns="0" rIns="0" bIns="0" anchor="ctr"/>
          <a:lstStyle/>
          <a:p>
            <a:pPr algn="ctr"/>
            <a:r>
              <a:rPr lang="es-ES" sz="1400" b="1" dirty="0">
                <a:solidFill>
                  <a:srgbClr val="FFFFFF"/>
                </a:solidFill>
                <a:latin typeface="Segoe UI Semibold"/>
                <a:cs typeface="Segoe UI Semibold"/>
              </a:rPr>
              <a:t>Tareas automatizadas</a:t>
            </a:r>
          </a:p>
        </p:txBody>
      </p:sp>
    </p:spTree>
    <p:extLst>
      <p:ext uri="{BB962C8B-B14F-4D97-AF65-F5344CB8AC3E}">
        <p14:creationId xmlns:p14="http://schemas.microsoft.com/office/powerpoint/2010/main" val="1132643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9AE3BA-5233-96BB-5DA1-B4FEC0F988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Top Bar" descr="Imagen relacionada con IA en la sombr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  <p:sp>
        <p:nvSpPr>
          <p:cNvPr id="20" name="Left Card BG"/>
          <p:cNvSpPr/>
          <p:nvPr/>
        </p:nvSpPr>
        <p:spPr>
          <a:xfrm>
            <a:off x="538420" y="1754649"/>
            <a:ext cx="5096000" cy="3900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0">
            <a:noFill/>
          </a:ln>
          <a:effectLst>
            <a:outerShdw blurRad="76200" dist="19050" dir="54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1" name="Left Band"/>
          <p:cNvSpPr/>
          <p:nvPr/>
        </p:nvSpPr>
        <p:spPr>
          <a:xfrm>
            <a:off x="538420" y="1754649"/>
            <a:ext cx="5096000" cy="55000"/>
          </a:xfrm>
          <a:prstGeom prst="rect">
            <a:avLst/>
          </a:prstGeom>
          <a:solidFill>
            <a:srgbClr val="F97316"/>
          </a:solidFill>
          <a:ln w="0">
            <a:noFill/>
          </a:ln>
        </p:spPr>
        <p:txBody>
          <a:bodyPr/>
          <a:lstStyle/>
          <a:p>
            <a:endParaRPr lang="es-ES"/>
          </a:p>
        </p:txBody>
      </p:sp>
      <p:pic>
        <p:nvPicPr>
          <p:cNvPr id="24" name="USA Map Icon" descr="Icono ilustrativo en la diapositiva sobre IA en la sombra"/>
          <p:cNvPicPr>
            <a:picLocks noChangeAspect="1"/>
          </p:cNvPicPr>
          <p:nvPr/>
        </p:nvPicPr>
        <p:blipFill>
          <a:blip r:embed="rId4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38420" y="1934649"/>
            <a:ext cx="520000" cy="350000"/>
          </a:xfrm>
          <a:prstGeom prst="rect">
            <a:avLst/>
          </a:prstGeom>
        </p:spPr>
      </p:pic>
      <p:sp>
        <p:nvSpPr>
          <p:cNvPr id="22" name="Left Title"/>
          <p:cNvSpPr/>
          <p:nvPr/>
        </p:nvSpPr>
        <p:spPr>
          <a:xfrm>
            <a:off x="1388420" y="1954649"/>
            <a:ext cx="4050000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600" b="1" dirty="0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Shadow AI</a:t>
            </a:r>
          </a:p>
          <a:p>
            <a:r>
              <a:rPr lang="es-ES" sz="1100" i="1" dirty="0">
                <a:solidFill>
                  <a:srgbClr val="64748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IA </a:t>
            </a:r>
            <a:r>
              <a:rPr lang="es-ES" sz="1100" i="1">
                <a:solidFill>
                  <a:srgbClr val="64748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fuera de control</a:t>
            </a:r>
            <a:endParaRPr lang="es-ES" sz="1100" i="1" dirty="0">
              <a:solidFill>
                <a:srgbClr val="64748B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25" name="Left Div"/>
          <p:cNvCxnSpPr>
            <a:cxnSpLocks/>
          </p:cNvCxnSpPr>
          <p:nvPr/>
        </p:nvCxnSpPr>
        <p:spPr>
          <a:xfrm>
            <a:off x="738420" y="2454649"/>
            <a:ext cx="4696000" cy="0"/>
          </a:xfrm>
          <a:prstGeom prst="line">
            <a:avLst/>
          </a:prstGeom>
          <a:ln w="9525" cap="rnd">
            <a:solidFill>
              <a:srgbClr val="F1F5F9"/>
            </a:solidFill>
            <a:round/>
          </a:ln>
        </p:spPr>
      </p:cxnSp>
      <p:sp>
        <p:nvSpPr>
          <p:cNvPr id="23" name="Left Body"/>
          <p:cNvSpPr/>
          <p:nvPr/>
        </p:nvSpPr>
        <p:spPr>
          <a:xfrm>
            <a:off x="738420" y="2454649"/>
            <a:ext cx="4696000" cy="2369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3600"/>
              </a:lnSpc>
              <a:spcBef>
                <a:spcPts val="200"/>
              </a:spcBef>
              <a:buClr>
                <a:srgbClr val="F97316"/>
              </a:buClr>
              <a:buSzPct val="130000"/>
              <a:buFont typeface="Segoe UI Symbol" pitchFamily="34" charset="0"/>
              <a:buChar char="■"/>
            </a:pPr>
            <a:r>
              <a:rPr lang="es-ES" sz="1400" b="1" dirty="0">
                <a:solidFill>
                  <a:srgbClr val="1E293B"/>
                </a:solidFill>
                <a:latin typeface="Segoe UI Semibold" pitchFamily="34" charset="0"/>
                <a:cs typeface="Segoe UI Semibold" pitchFamily="34" charset="0"/>
              </a:rPr>
              <a:t>Fuga de datos confidenciales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lr>
                <a:srgbClr val="F97316"/>
              </a:buClr>
              <a:buSzPct val="130000"/>
              <a:buFont typeface="Segoe UI Symbol" pitchFamily="34" charset="0"/>
              <a:buChar char="■"/>
            </a:pPr>
            <a:r>
              <a:rPr lang="es-ES" sz="1400" b="1" dirty="0">
                <a:solidFill>
                  <a:srgbClr val="1E293B"/>
                </a:solidFill>
                <a:latin typeface="Segoe UI Semibold" pitchFamily="34" charset="0"/>
                <a:cs typeface="Segoe UI Semibold" pitchFamily="34" charset="0"/>
              </a:rPr>
              <a:t>Sin cumplimiento legal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lr>
                <a:srgbClr val="F97316"/>
              </a:buClr>
              <a:buSzPct val="130000"/>
              <a:buFont typeface="Segoe UI Symbol" pitchFamily="34" charset="0"/>
              <a:buChar char="■"/>
            </a:pPr>
            <a:r>
              <a:rPr lang="es-ES" sz="1400" b="1" dirty="0">
                <a:solidFill>
                  <a:srgbClr val="1E293B"/>
                </a:solidFill>
                <a:latin typeface="Segoe UI Semibold" pitchFamily="34" charset="0"/>
                <a:cs typeface="Segoe UI Semibold" pitchFamily="34" charset="0"/>
              </a:rPr>
              <a:t>Sin control ni seguimiento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lr>
                <a:srgbClr val="F97316"/>
              </a:buClr>
              <a:buSzPct val="130000"/>
              <a:buFont typeface="Segoe UI Symbol" pitchFamily="34" charset="0"/>
              <a:buChar char="■"/>
            </a:pPr>
            <a:r>
              <a:rPr lang="es-ES" sz="1400" b="1" dirty="0">
                <a:solidFill>
                  <a:srgbClr val="1E293B"/>
                </a:solidFill>
                <a:latin typeface="Segoe UI Semibold" pitchFamily="34" charset="0"/>
                <a:cs typeface="Segoe UI Semibold" pitchFamily="34" charset="0"/>
              </a:rPr>
              <a:t>Mayor riesgo de ciberataques</a:t>
            </a:r>
          </a:p>
        </p:txBody>
      </p:sp>
      <p:sp>
        <p:nvSpPr>
          <p:cNvPr id="30" name="Right Card BG"/>
          <p:cNvSpPr/>
          <p:nvPr/>
        </p:nvSpPr>
        <p:spPr>
          <a:xfrm>
            <a:off x="6634420" y="1754649"/>
            <a:ext cx="5096000" cy="3900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0">
            <a:noFill/>
          </a:ln>
          <a:effectLst>
            <a:outerShdw blurRad="76200" dist="19050" dir="54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1" name="Right Band"/>
          <p:cNvSpPr/>
          <p:nvPr/>
        </p:nvSpPr>
        <p:spPr>
          <a:xfrm>
            <a:off x="6634420" y="1754649"/>
            <a:ext cx="5096000" cy="55000"/>
          </a:xfrm>
          <a:prstGeom prst="rect">
            <a:avLst/>
          </a:prstGeom>
          <a:solidFill>
            <a:srgbClr val="0D9488"/>
          </a:solidFill>
          <a:ln w="0">
            <a:noFill/>
          </a:ln>
        </p:spPr>
        <p:txBody>
          <a:bodyPr/>
          <a:lstStyle/>
          <a:p>
            <a:endParaRPr lang="es-ES"/>
          </a:p>
        </p:txBody>
      </p:sp>
      <p:pic>
        <p:nvPicPr>
          <p:cNvPr id="34" name="Globe Map Icon" descr="Icono ilustrativo en la diapositiva sobre IA en la sombra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34420" y="1914649"/>
            <a:ext cx="400000" cy="400000"/>
          </a:xfrm>
          <a:prstGeom prst="rect">
            <a:avLst/>
          </a:prstGeom>
        </p:spPr>
      </p:pic>
      <p:sp>
        <p:nvSpPr>
          <p:cNvPr id="32" name="Right Title"/>
          <p:cNvSpPr/>
          <p:nvPr/>
        </p:nvSpPr>
        <p:spPr>
          <a:xfrm>
            <a:off x="7354420" y="1954649"/>
            <a:ext cx="4180000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600" b="1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Microsoft 365 Copilot</a:t>
            </a:r>
          </a:p>
          <a:p>
            <a:r>
              <a:rPr lang="es-ES" sz="1100" i="1">
                <a:solidFill>
                  <a:srgbClr val="64748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IA segura y controlada</a:t>
            </a:r>
          </a:p>
        </p:txBody>
      </p:sp>
      <p:cxnSp>
        <p:nvCxnSpPr>
          <p:cNvPr id="35" name="Right Div"/>
          <p:cNvCxnSpPr/>
          <p:nvPr/>
        </p:nvCxnSpPr>
        <p:spPr>
          <a:xfrm>
            <a:off x="6834420" y="2454649"/>
            <a:ext cx="4696000" cy="0"/>
          </a:xfrm>
          <a:prstGeom prst="line">
            <a:avLst/>
          </a:prstGeom>
          <a:ln w="9525" cap="rnd">
            <a:solidFill>
              <a:srgbClr val="F1F5F9"/>
            </a:solidFill>
            <a:round/>
          </a:ln>
        </p:spPr>
      </p:cxnSp>
      <p:sp>
        <p:nvSpPr>
          <p:cNvPr id="33" name="Right Body"/>
          <p:cNvSpPr/>
          <p:nvPr/>
        </p:nvSpPr>
        <p:spPr>
          <a:xfrm>
            <a:off x="6834420" y="2434649"/>
            <a:ext cx="4696000" cy="2389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3600"/>
              </a:lnSpc>
              <a:spcBef>
                <a:spcPts val="200"/>
              </a:spcBef>
              <a:buClr>
                <a:srgbClr val="0D9488"/>
              </a:buClr>
              <a:buSzPct val="130000"/>
              <a:buFont typeface="Segoe UI Symbol" pitchFamily="34" charset="0"/>
              <a:buChar char="■"/>
            </a:pPr>
            <a:r>
              <a:rPr lang="es-ES" sz="1400" b="1" dirty="0">
                <a:solidFill>
                  <a:srgbClr val="1E293B"/>
                </a:solidFill>
                <a:latin typeface="Segoe UI Semibold" pitchFamily="34" charset="0"/>
                <a:cs typeface="Segoe UI Semibold" pitchFamily="34" charset="0"/>
              </a:rPr>
              <a:t>Datos seguros en tu entorno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lr>
                <a:srgbClr val="0D9488"/>
              </a:buClr>
              <a:buSzPct val="130000"/>
              <a:buFont typeface="Segoe UI Symbol" pitchFamily="34" charset="0"/>
              <a:buChar char="■"/>
            </a:pPr>
            <a:r>
              <a:rPr lang="es-ES" sz="1400" b="1" dirty="0">
                <a:solidFill>
                  <a:srgbClr val="1E293B"/>
                </a:solidFill>
                <a:latin typeface="Segoe UI Semibold" pitchFamily="34" charset="0"/>
                <a:cs typeface="Segoe UI Semibold" pitchFamily="34" charset="0"/>
              </a:rPr>
              <a:t>Cumple con GDPR y normativas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lr>
                <a:srgbClr val="0D9488"/>
              </a:buClr>
              <a:buSzPct val="130000"/>
              <a:buFont typeface="Segoe UI Symbol" pitchFamily="34" charset="0"/>
              <a:buChar char="■"/>
            </a:pPr>
            <a:r>
              <a:rPr lang="es-ES" sz="1400" b="1" dirty="0">
                <a:solidFill>
                  <a:srgbClr val="1E293B"/>
                </a:solidFill>
                <a:latin typeface="Segoe UI Semibold" pitchFamily="34" charset="0"/>
                <a:cs typeface="Segoe UI Semibold" pitchFamily="34" charset="0"/>
              </a:rPr>
              <a:t>Control total para TI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lr>
                <a:srgbClr val="0D9488"/>
              </a:buClr>
              <a:buSzPct val="130000"/>
              <a:buFont typeface="Segoe UI Symbol" pitchFamily="34" charset="0"/>
              <a:buChar char="■"/>
            </a:pPr>
            <a:r>
              <a:rPr lang="es-ES" sz="1400" b="1" dirty="0">
                <a:solidFill>
                  <a:srgbClr val="1E293B"/>
                </a:solidFill>
                <a:latin typeface="Segoe UI Semibold" pitchFamily="34" charset="0"/>
                <a:cs typeface="Segoe UI Semibold" pitchFamily="34" charset="0"/>
              </a:rPr>
              <a:t>Cifrado de datos en tránsito y en </a:t>
            </a:r>
            <a:r>
              <a:rPr lang="es-ES" sz="1400" b="1" dirty="0" err="1">
                <a:solidFill>
                  <a:srgbClr val="1E293B"/>
                </a:solidFill>
                <a:latin typeface="Segoe UI Semibold" pitchFamily="34" charset="0"/>
                <a:cs typeface="Segoe UI Semibold" pitchFamily="34" charset="0"/>
              </a:rPr>
              <a:t>resposo</a:t>
            </a:r>
            <a:endParaRPr lang="es-ES" sz="1400" b="1" dirty="0">
              <a:solidFill>
                <a:srgbClr val="1E293B"/>
              </a:solidFill>
              <a:latin typeface="Segoe UI Semibold" pitchFamily="34" charset="0"/>
              <a:cs typeface="Segoe UI Semibold" pitchFamily="34" charset="0"/>
            </a:endParaRPr>
          </a:p>
        </p:txBody>
      </p:sp>
      <p:sp>
        <p:nvSpPr>
          <p:cNvPr id="58" name="Subtitle">
            <a:extLst>
              <a:ext uri="{FF2B5EF4-FFF2-40B4-BE49-F238E27FC236}">
                <a16:creationId xmlns:a16="http://schemas.microsoft.com/office/drawing/2014/main" id="{2011D940-CB30-2FC0-2981-9B62CE78C4F8}"/>
              </a:ext>
            </a:extLst>
          </p:cNvPr>
          <p:cNvSpPr/>
          <p:nvPr/>
        </p:nvSpPr>
        <p:spPr>
          <a:xfrm>
            <a:off x="2888225" y="983152"/>
            <a:ext cx="6415549" cy="28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s-ES" sz="1400" dirty="0">
                <a:solidFill>
                  <a:srgbClr val="64748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Los peligros del uso no autorizado de herramientas de IA</a:t>
            </a:r>
            <a:endParaRPr lang="es-ES" sz="1400" dirty="0"/>
          </a:p>
        </p:txBody>
      </p:sp>
      <p:sp>
        <p:nvSpPr>
          <p:cNvPr id="63" name="Tip Bar BG">
            <a:extLst>
              <a:ext uri="{FF2B5EF4-FFF2-40B4-BE49-F238E27FC236}">
                <a16:creationId xmlns:a16="http://schemas.microsoft.com/office/drawing/2014/main" id="{C7B394E7-1B65-7570-F3B3-83F44C412C5D}"/>
              </a:ext>
            </a:extLst>
          </p:cNvPr>
          <p:cNvSpPr/>
          <p:nvPr/>
        </p:nvSpPr>
        <p:spPr>
          <a:xfrm>
            <a:off x="738420" y="4994649"/>
            <a:ext cx="4550746" cy="480000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0">
                <a:schemeClr val="accent2">
                  <a:lumMod val="75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/>
          <a:effectLst>
            <a:outerShdw blurRad="76200" dist="19050" dir="5400000" algn="bl" rotWithShape="0">
              <a:srgbClr val="000000">
                <a:alpha val="10000"/>
              </a:srgbClr>
            </a:outerShdw>
          </a:effectLst>
        </p:spPr>
        <p:txBody>
          <a:bodyPr wrap="square" lIns="0" tIns="0" rIns="0" bIns="0" rtlCol="0" anchor="ctr"/>
          <a:lstStyle/>
          <a:p>
            <a:endParaRPr lang="es-ES"/>
          </a:p>
        </p:txBody>
      </p:sp>
      <p:sp>
        <p:nvSpPr>
          <p:cNvPr id="576" name="Tip Icon">
            <a:extLst>
              <a:ext uri="{FF2B5EF4-FFF2-40B4-BE49-F238E27FC236}">
                <a16:creationId xmlns:a16="http://schemas.microsoft.com/office/drawing/2014/main" id="{A46A2149-AB0B-40D4-E604-788CFB410F44}"/>
              </a:ext>
            </a:extLst>
          </p:cNvPr>
          <p:cNvSpPr/>
          <p:nvPr/>
        </p:nvSpPr>
        <p:spPr>
          <a:xfrm>
            <a:off x="934420" y="5056804"/>
            <a:ext cx="324000" cy="340000"/>
          </a:xfrm>
          <a:prstGeom prst="ellipse">
            <a:avLst/>
          </a:prstGeom>
          <a:solidFill>
            <a:srgbClr val="FFFFFF">
              <a:alpha val="25000"/>
            </a:srgbClr>
          </a:solidFill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00" b="1" dirty="0">
                <a:solidFill>
                  <a:srgbClr val="FFFFFF"/>
                </a:solidFill>
                <a:latin typeface="Segoe UI" pitchFamily="34" charset="0"/>
              </a:rPr>
              <a:t>!</a:t>
            </a:r>
          </a:p>
        </p:txBody>
      </p:sp>
      <p:sp>
        <p:nvSpPr>
          <p:cNvPr id="577" name="Tip Text">
            <a:extLst>
              <a:ext uri="{FF2B5EF4-FFF2-40B4-BE49-F238E27FC236}">
                <a16:creationId xmlns:a16="http://schemas.microsoft.com/office/drawing/2014/main" id="{7AC514D8-AC4C-B127-D6A4-148F1846429D}"/>
              </a:ext>
            </a:extLst>
          </p:cNvPr>
          <p:cNvSpPr/>
          <p:nvPr/>
        </p:nvSpPr>
        <p:spPr>
          <a:xfrm>
            <a:off x="1328904" y="4994649"/>
            <a:ext cx="3841955" cy="4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200" b="1" dirty="0">
                <a:solidFill>
                  <a:srgbClr val="FFFFFF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Tus datos </a:t>
            </a:r>
            <a:r>
              <a:rPr lang="es-ES" sz="1200" b="1">
                <a:solidFill>
                  <a:srgbClr val="FFFFFF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entrenan modelos externos</a:t>
            </a:r>
            <a:endParaRPr lang="es-ES" sz="1200" dirty="0"/>
          </a:p>
        </p:txBody>
      </p:sp>
      <p:sp>
        <p:nvSpPr>
          <p:cNvPr id="578" name="Tip Bar BG">
            <a:extLst>
              <a:ext uri="{FF2B5EF4-FFF2-40B4-BE49-F238E27FC236}">
                <a16:creationId xmlns:a16="http://schemas.microsoft.com/office/drawing/2014/main" id="{47BB4BF3-9D79-DC05-F64B-FA7B3B1D1E13}"/>
              </a:ext>
            </a:extLst>
          </p:cNvPr>
          <p:cNvSpPr/>
          <p:nvPr/>
        </p:nvSpPr>
        <p:spPr>
          <a:xfrm>
            <a:off x="6834420" y="4994649"/>
            <a:ext cx="4695999" cy="480000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0">
                <a:srgbClr val="0D9488"/>
              </a:gs>
              <a:gs pos="48000">
                <a:srgbClr val="0D9488">
                  <a:lumMod val="88000"/>
                  <a:lumOff val="12000"/>
                </a:srgb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/>
          <a:effectLst>
            <a:outerShdw blurRad="76200" dist="19050" dir="5400000" algn="bl" rotWithShape="0">
              <a:srgbClr val="000000">
                <a:alpha val="10000"/>
              </a:srgbClr>
            </a:outerShdw>
          </a:effectLst>
        </p:spPr>
        <p:txBody>
          <a:bodyPr wrap="square" lIns="0" tIns="0" rIns="0" bIns="0" rtlCol="0" anchor="ctr"/>
          <a:lstStyle/>
          <a:p>
            <a:endParaRPr lang="es-ES"/>
          </a:p>
        </p:txBody>
      </p:sp>
      <p:sp>
        <p:nvSpPr>
          <p:cNvPr id="579" name="Tip Icon">
            <a:extLst>
              <a:ext uri="{FF2B5EF4-FFF2-40B4-BE49-F238E27FC236}">
                <a16:creationId xmlns:a16="http://schemas.microsoft.com/office/drawing/2014/main" id="{393B1E64-8787-5D22-44B9-F71AE4062AB1}"/>
              </a:ext>
            </a:extLst>
          </p:cNvPr>
          <p:cNvSpPr/>
          <p:nvPr/>
        </p:nvSpPr>
        <p:spPr>
          <a:xfrm>
            <a:off x="7034420" y="5064649"/>
            <a:ext cx="324000" cy="340000"/>
          </a:xfrm>
          <a:prstGeom prst="ellipse">
            <a:avLst/>
          </a:prstGeom>
          <a:solidFill>
            <a:srgbClr val="FFFFFF">
              <a:alpha val="25000"/>
            </a:srgbClr>
          </a:solidFill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00" b="1">
                <a:solidFill>
                  <a:srgbClr val="FFFFFF"/>
                </a:solidFill>
                <a:latin typeface="Segoe UI" pitchFamily="34" charset="0"/>
              </a:rPr>
              <a:t>✓</a:t>
            </a:r>
            <a:endParaRPr lang="en-US" sz="1400" b="1" dirty="0">
              <a:solidFill>
                <a:srgbClr val="FFFFFF"/>
              </a:solidFill>
              <a:latin typeface="Segoe UI" pitchFamily="34" charset="0"/>
            </a:endParaRPr>
          </a:p>
        </p:txBody>
      </p:sp>
      <p:sp>
        <p:nvSpPr>
          <p:cNvPr id="580" name="Tip Text">
            <a:extLst>
              <a:ext uri="{FF2B5EF4-FFF2-40B4-BE49-F238E27FC236}">
                <a16:creationId xmlns:a16="http://schemas.microsoft.com/office/drawing/2014/main" id="{E6A679DB-E371-CC79-47C4-ED1338BE8775}"/>
              </a:ext>
            </a:extLst>
          </p:cNvPr>
          <p:cNvSpPr/>
          <p:nvPr/>
        </p:nvSpPr>
        <p:spPr>
          <a:xfrm>
            <a:off x="7558420" y="4994649"/>
            <a:ext cx="3880503" cy="4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200" b="1" dirty="0">
                <a:solidFill>
                  <a:srgbClr val="FFFFFF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Tus datos </a:t>
            </a:r>
            <a:r>
              <a:rPr lang="es-ES" sz="1200" dirty="0">
                <a:solidFill>
                  <a:srgbClr val="FFFFFF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nunca</a:t>
            </a:r>
            <a:r>
              <a:rPr lang="es-ES" sz="1200" b="1" dirty="0">
                <a:solidFill>
                  <a:srgbClr val="FFFFFF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 entrenan el modelo</a:t>
            </a:r>
            <a:endParaRPr lang="es-ES" sz="1200" dirty="0"/>
          </a:p>
        </p:txBody>
      </p:sp>
      <p:sp>
        <p:nvSpPr>
          <p:cNvPr id="5" name="Title">
            <a:extLst>
              <a:ext uri="{FF2B5EF4-FFF2-40B4-BE49-F238E27FC236}">
                <a16:creationId xmlns:a16="http://schemas.microsoft.com/office/drawing/2014/main" id="{BB42EFC3-E30B-56A3-47E0-3C6DA60AD03D}"/>
              </a:ext>
            </a:extLst>
          </p:cNvPr>
          <p:cNvSpPr/>
          <p:nvPr/>
        </p:nvSpPr>
        <p:spPr>
          <a:xfrm>
            <a:off x="975360" y="380000"/>
            <a:ext cx="1024128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s-ES" sz="3200" b="1" dirty="0">
                <a:latin typeface="Segoe UI Semibold"/>
                <a:ea typeface="Segoe UI Semibold"/>
                <a:cs typeface="Segoe UI Semibold"/>
              </a:rPr>
              <a:t>IA en la sombra</a:t>
            </a:r>
          </a:p>
        </p:txBody>
      </p:sp>
    </p:spTree>
    <p:extLst>
      <p:ext uri="{BB962C8B-B14F-4D97-AF65-F5344CB8AC3E}">
        <p14:creationId xmlns:p14="http://schemas.microsoft.com/office/powerpoint/2010/main" val="6685636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F5F3FF"/>
            </a:gs>
            <a:gs pos="100000">
              <a:srgbClr val="ECFEFF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TopStripe" descr="Franja decorativa superio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  <p:sp>
        <p:nvSpPr>
          <p:cNvPr id="9" name="Title"/>
          <p:cNvSpPr/>
          <p:nvPr/>
        </p:nvSpPr>
        <p:spPr>
          <a:xfrm>
            <a:off x="487680" y="380000"/>
            <a:ext cx="1121664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3600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Resumen — Intro a la IA generativa</a:t>
            </a:r>
          </a:p>
        </p:txBody>
      </p:sp>
      <p:sp>
        <p:nvSpPr>
          <p:cNvPr id="20" name="CardConclusiones"/>
          <p:cNvSpPr>
            <a:spLocks/>
          </p:cNvSpPr>
          <p:nvPr/>
        </p:nvSpPr>
        <p:spPr>
          <a:xfrm>
            <a:off x="487680" y="1180000"/>
            <a:ext cx="11216640" cy="118000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CCFBF1"/>
              </a:gs>
              <a:gs pos="100000">
                <a:srgbClr val="EDE9FE"/>
              </a:gs>
            </a:gsLst>
            <a:lin ang="0" scaled="1"/>
          </a:gradFill>
          <a:ln w="0">
            <a:noFill/>
          </a:ln>
          <a:effectLst>
            <a:outerShdw blurRad="80000" dist="20000" dir="5400000" algn="t" rotWithShape="0">
              <a:srgbClr val="0D9488">
                <a:alpha val="1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1" name="AccentBarConclusiones"/>
          <p:cNvSpPr>
            <a:spLocks/>
          </p:cNvSpPr>
          <p:nvPr/>
        </p:nvSpPr>
        <p:spPr>
          <a:xfrm>
            <a:off x="487680" y="1180000"/>
            <a:ext cx="120000" cy="1180000"/>
          </a:xfrm>
          <a:prstGeom prst="rect">
            <a:avLst/>
          </a:prstGeom>
          <a:gradFill rotWithShape="1">
            <a:gsLst>
              <a:gs pos="0">
                <a:srgbClr val="0D9488"/>
              </a:gs>
              <a:gs pos="100000">
                <a:srgbClr val="7C3AED"/>
              </a:gs>
            </a:gsLst>
            <a:lin ang="5400000" scaled="1"/>
          </a:gra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22" name="ConclusionesText"/>
          <p:cNvSpPr txBox="1">
            <a:spLocks/>
          </p:cNvSpPr>
          <p:nvPr/>
        </p:nvSpPr>
        <p:spPr>
          <a:xfrm>
            <a:off x="780000" y="1240000"/>
            <a:ext cx="10800000" cy="106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spcAft>
                <a:spcPts val="200"/>
              </a:spcAft>
              <a:buNone/>
            </a:pPr>
            <a:r>
              <a:rPr lang="es-ES" sz="1600" b="1">
                <a:solidFill>
                  <a:srgbClr val="0D9488"/>
                </a:solidFill>
                <a:latin typeface="Segoe UI Semibold"/>
                <a:ea typeface="Segoe UI Semibold"/>
                <a:cs typeface="Segoe UI Semibold"/>
              </a:rPr>
              <a:t>Conclusiones clave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es-ES" sz="140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La IA generativa no sustituye, amplifica al profesional: entender qué son los LLM y sus casos de uso permite identificar oportunidades reales y reconocer sus limitaciones.</a:t>
            </a:r>
          </a:p>
        </p:txBody>
      </p:sp>
      <p:sp>
        <p:nvSpPr>
          <p:cNvPr id="30" name="CardVisto"/>
          <p:cNvSpPr/>
          <p:nvPr/>
        </p:nvSpPr>
        <p:spPr>
          <a:xfrm>
            <a:off x="487680" y="2480000"/>
            <a:ext cx="11216640" cy="22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0">
            <a:noFill/>
          </a:ln>
          <a:effectLst>
            <a:outerShdw blurRad="80000" dist="20000" dir="5400000" algn="t" rotWithShape="0">
              <a:srgbClr val="334155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1" name="VistoText"/>
          <p:cNvSpPr txBox="1"/>
          <p:nvPr/>
        </p:nvSpPr>
        <p:spPr>
          <a:xfrm>
            <a:off x="780000" y="2570000"/>
            <a:ext cx="10800000" cy="205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spcAft>
                <a:spcPts val="300"/>
              </a:spcAft>
              <a:buNone/>
            </a:pPr>
            <a:r>
              <a:rPr lang="es-ES" sz="1600" b="1" dirty="0">
                <a:solidFill>
                  <a:srgbClr val="1E293B"/>
                </a:solidFill>
                <a:latin typeface="Segoe UI Semibold"/>
                <a:ea typeface="Segoe UI Semibold"/>
                <a:cs typeface="Segoe UI Semibold"/>
              </a:rPr>
              <a:t>Lo que hemos visto</a:t>
            </a:r>
          </a:p>
          <a:p>
            <a:pPr marL="285750" indent="-285750">
              <a:spcBef>
                <a:spcPts val="15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</a:rPr>
              <a:t>Qué es la inteligencia artificial y cómo imita capacidades humanas</a:t>
            </a:r>
          </a:p>
          <a:p>
            <a:pPr marL="285750" indent="-285750">
              <a:spcBef>
                <a:spcPts val="10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</a:rPr>
              <a:t>Modelos LLM (Large </a:t>
            </a:r>
            <a:r>
              <a:rPr lang="es-ES" sz="1300" dirty="0" err="1">
                <a:solidFill>
                  <a:srgbClr val="334155"/>
                </a:solidFill>
                <a:latin typeface="Segoe UI"/>
              </a:rPr>
              <a:t>Language</a:t>
            </a:r>
            <a:r>
              <a:rPr lang="es-ES" sz="1300" dirty="0">
                <a:solidFill>
                  <a:srgbClr val="334155"/>
                </a:solidFill>
                <a:latin typeface="Segoe UI"/>
              </a:rPr>
              <a:t> </a:t>
            </a:r>
            <a:r>
              <a:rPr lang="es-ES" sz="1300" dirty="0" err="1">
                <a:solidFill>
                  <a:srgbClr val="334155"/>
                </a:solidFill>
                <a:latin typeface="Segoe UI"/>
              </a:rPr>
              <a:t>Models</a:t>
            </a:r>
            <a:r>
              <a:rPr lang="es-ES" sz="1300" dirty="0">
                <a:solidFill>
                  <a:srgbClr val="334155"/>
                </a:solidFill>
                <a:latin typeface="Segoe UI"/>
              </a:rPr>
              <a:t>) como base de la IA generativa</a:t>
            </a:r>
          </a:p>
          <a:p>
            <a:pPr marL="285750" indent="-285750">
              <a:spcBef>
                <a:spcPts val="10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</a:rPr>
              <a:t>Casos de uso profesionales: documentación, análisis y comunicación</a:t>
            </a:r>
          </a:p>
          <a:p>
            <a:pPr marL="285750" indent="-285750">
              <a:spcBef>
                <a:spcPts val="10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</a:rPr>
              <a:t>Tareas automatizables frente a competencias humanas clave</a:t>
            </a:r>
          </a:p>
          <a:p>
            <a:pPr marL="285750" indent="-285750">
              <a:spcBef>
                <a:spcPts val="10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</a:rPr>
              <a:t>Impacto en el mundo profesional y nuevos perfiles emergentes</a:t>
            </a:r>
          </a:p>
        </p:txBody>
      </p:sp>
      <p:sp>
        <p:nvSpPr>
          <p:cNvPr id="40" name="CardRecursos"/>
          <p:cNvSpPr/>
          <p:nvPr/>
        </p:nvSpPr>
        <p:spPr>
          <a:xfrm>
            <a:off x="487680" y="4820000"/>
            <a:ext cx="11216640" cy="1820000"/>
          </a:xfrm>
          <a:prstGeom prst="roundRect">
            <a:avLst>
              <a:gd name="adj" fmla="val 6000"/>
            </a:avLst>
          </a:prstGeom>
          <a:solidFill>
            <a:srgbClr val="1E1B4B"/>
          </a:solidFill>
          <a:ln w="0">
            <a:noFill/>
          </a:ln>
          <a:effectLst>
            <a:outerShdw blurRad="80000" dist="20000" dir="5400000" algn="t" rotWithShape="0">
              <a:srgbClr val="7C3AED">
                <a:alpha val="2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41" name="RecursosText"/>
          <p:cNvSpPr txBox="1"/>
          <p:nvPr/>
        </p:nvSpPr>
        <p:spPr>
          <a:xfrm>
            <a:off x="780000" y="4910000"/>
            <a:ext cx="10800000" cy="165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spcAft>
                <a:spcPts val="300"/>
              </a:spcAft>
              <a:buNone/>
            </a:pPr>
            <a:r>
              <a:rPr lang="es-ES" sz="1600" b="1" dirty="0">
                <a:solidFill>
                  <a:srgbClr val="C4B5FD"/>
                </a:solidFill>
                <a:latin typeface="Segoe UI Semibold"/>
                <a:ea typeface="Segoe UI Semibold"/>
                <a:cs typeface="Segoe UI Semibold"/>
              </a:rPr>
              <a:t>Recursos recomendados</a:t>
            </a:r>
          </a:p>
          <a:p>
            <a:pPr marL="285750" indent="-285750">
              <a:spcBef>
                <a:spcPts val="150"/>
              </a:spcBef>
              <a:spcAft>
                <a:spcPts val="120"/>
              </a:spcAft>
              <a:buClr>
                <a:srgbClr val="14B8A6"/>
              </a:buClr>
              <a:buFont typeface="Arial" panose="020B0604020202020204" pitchFamily="34" charset="0"/>
              <a:buChar char="▸"/>
            </a:pPr>
            <a:r>
              <a:rPr lang="es-ES" sz="1300" b="1" dirty="0">
                <a:solidFill>
                  <a:srgbClr val="F8FAFC"/>
                </a:solidFill>
                <a:latin typeface="Segoe UI"/>
              </a:rPr>
              <a:t>Microsoft Learn — Fundamentos de IA generativa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  ·  learn.microsoft.com/training/</a:t>
            </a:r>
            <a:r>
              <a:rPr lang="es-ES" sz="1300" dirty="0" err="1">
                <a:solidFill>
                  <a:srgbClr val="CBD5E1"/>
                </a:solidFill>
                <a:latin typeface="Segoe UI"/>
              </a:rPr>
              <a:t>paths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/</a:t>
            </a:r>
            <a:r>
              <a:rPr lang="es-ES" sz="1300" dirty="0" err="1">
                <a:solidFill>
                  <a:srgbClr val="CBD5E1"/>
                </a:solidFill>
                <a:latin typeface="Segoe UI"/>
              </a:rPr>
              <a:t>introduction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-generative-</a:t>
            </a:r>
            <a:r>
              <a:rPr lang="es-ES" sz="1300" dirty="0" err="1">
                <a:solidFill>
                  <a:srgbClr val="CBD5E1"/>
                </a:solidFill>
                <a:latin typeface="Segoe UI"/>
              </a:rPr>
              <a:t>ai</a:t>
            </a:r>
            <a:endParaRPr lang="es-ES" sz="1300" dirty="0">
              <a:solidFill>
                <a:srgbClr val="CBD5E1"/>
              </a:solidFill>
              <a:latin typeface="Segoe UI"/>
            </a:endParaRPr>
          </a:p>
          <a:p>
            <a:pPr marL="285750" indent="-285750">
              <a:spcBef>
                <a:spcPts val="120"/>
              </a:spcBef>
              <a:spcAft>
                <a:spcPts val="120"/>
              </a:spcAft>
              <a:buClr>
                <a:srgbClr val="14B8A6"/>
              </a:buClr>
              <a:buFont typeface="Arial" panose="020B0604020202020204" pitchFamily="34" charset="0"/>
              <a:buChar char="▸"/>
            </a:pPr>
            <a:r>
              <a:rPr lang="es-ES" sz="1300" b="1" dirty="0">
                <a:solidFill>
                  <a:srgbClr val="F8FAFC"/>
                </a:solidFill>
                <a:latin typeface="Segoe UI"/>
              </a:rPr>
              <a:t>Stanford CRFM — </a:t>
            </a: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On</a:t>
            </a:r>
            <a:r>
              <a:rPr lang="es-ES" sz="1300" b="1" dirty="0">
                <a:solidFill>
                  <a:srgbClr val="F8FAFC"/>
                </a:solidFill>
                <a:latin typeface="Segoe UI"/>
              </a:rPr>
              <a:t> </a:t>
            </a: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the</a:t>
            </a:r>
            <a:r>
              <a:rPr lang="es-ES" sz="1300" b="1" dirty="0">
                <a:solidFill>
                  <a:srgbClr val="F8FAFC"/>
                </a:solidFill>
                <a:latin typeface="Segoe UI"/>
              </a:rPr>
              <a:t> </a:t>
            </a: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Opportunities</a:t>
            </a:r>
            <a:r>
              <a:rPr lang="es-ES" sz="1300" b="1" dirty="0">
                <a:solidFill>
                  <a:srgbClr val="F8FAFC"/>
                </a:solidFill>
                <a:latin typeface="Segoe UI"/>
              </a:rPr>
              <a:t> and </a:t>
            </a: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Risks</a:t>
            </a:r>
            <a:r>
              <a:rPr lang="es-ES" sz="1300" b="1" dirty="0">
                <a:solidFill>
                  <a:srgbClr val="F8FAFC"/>
                </a:solidFill>
                <a:latin typeface="Segoe UI"/>
              </a:rPr>
              <a:t> </a:t>
            </a: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of</a:t>
            </a:r>
            <a:r>
              <a:rPr lang="es-ES" sz="1300" b="1" dirty="0">
                <a:solidFill>
                  <a:srgbClr val="F8FAFC"/>
                </a:solidFill>
                <a:latin typeface="Segoe UI"/>
              </a:rPr>
              <a:t> </a:t>
            </a: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Foundation</a:t>
            </a:r>
            <a:r>
              <a:rPr lang="es-ES" sz="1300" b="1" dirty="0">
                <a:solidFill>
                  <a:srgbClr val="F8FAFC"/>
                </a:solidFill>
                <a:latin typeface="Segoe UI"/>
              </a:rPr>
              <a:t> </a:t>
            </a: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Models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  ·  arxiv.org/</a:t>
            </a:r>
            <a:r>
              <a:rPr lang="es-ES" sz="1300" dirty="0" err="1">
                <a:solidFill>
                  <a:srgbClr val="CBD5E1"/>
                </a:solidFill>
                <a:latin typeface="Segoe UI"/>
              </a:rPr>
              <a:t>abs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/2108.07258</a:t>
            </a:r>
          </a:p>
          <a:p>
            <a:pPr marL="285750" indent="-285750">
              <a:spcBef>
                <a:spcPts val="120"/>
              </a:spcBef>
              <a:spcAft>
                <a:spcPts val="120"/>
              </a:spcAft>
              <a:buClr>
                <a:srgbClr val="14B8A6"/>
              </a:buClr>
              <a:buFont typeface="Arial" panose="020B0604020202020204" pitchFamily="34" charset="0"/>
              <a:buChar char="▸"/>
            </a:pP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OpenAI</a:t>
            </a:r>
            <a:r>
              <a:rPr lang="es-ES" sz="1300" b="1" dirty="0">
                <a:solidFill>
                  <a:srgbClr val="F8FAFC"/>
                </a:solidFill>
                <a:latin typeface="Segoe UI"/>
              </a:rPr>
              <a:t> </a:t>
            </a: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Research</a:t>
            </a:r>
            <a:r>
              <a:rPr lang="es-ES" sz="1300" b="1" dirty="0">
                <a:solidFill>
                  <a:srgbClr val="F8FAFC"/>
                </a:solidFill>
                <a:latin typeface="Segoe UI"/>
              </a:rPr>
              <a:t> — GPT-4 </a:t>
            </a: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Technical</a:t>
            </a:r>
            <a:r>
              <a:rPr lang="es-ES" sz="1300" b="1" dirty="0">
                <a:solidFill>
                  <a:srgbClr val="F8FAFC"/>
                </a:solidFill>
                <a:latin typeface="Segoe UI"/>
              </a:rPr>
              <a:t> </a:t>
            </a: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Report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  ·  openai.com/</a:t>
            </a:r>
            <a:r>
              <a:rPr lang="es-ES" sz="1300" dirty="0" err="1">
                <a:solidFill>
                  <a:srgbClr val="CBD5E1"/>
                </a:solidFill>
                <a:latin typeface="Segoe UI"/>
              </a:rPr>
              <a:t>research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/gpt-4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7D39DB4-0518-1A06-B8B6-4BCBE32A1D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3" name="Rectangle 52">
            <a:extLst>
              <a:ext uri="{FF2B5EF4-FFF2-40B4-BE49-F238E27FC236}">
                <a16:creationId xmlns:a16="http://schemas.microsoft.com/office/drawing/2014/main" id="{C21B153D-57A0-2C2D-DF60-FF57B96300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D73469CD-1CE4-5C11-6637-6FECBFD510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782BCECA-D9B9-7ADD-8B12-E3E742CEF0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303402" y="3985"/>
            <a:ext cx="9772765" cy="6858000"/>
            <a:chOff x="1303402" y="36937"/>
            <a:chExt cx="9772765" cy="6858000"/>
          </a:xfrm>
        </p:grpSpPr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D2772035-C2F7-5255-16F9-30EA42B2D0B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560551" y="36937"/>
              <a:ext cx="9313016" cy="6858000"/>
            </a:xfrm>
            <a:custGeom>
              <a:avLst/>
              <a:gdLst>
                <a:gd name="connsiteX0" fmla="*/ 6993556 w 9313016"/>
                <a:gd name="connsiteY0" fmla="*/ 0 h 6858000"/>
                <a:gd name="connsiteX1" fmla="*/ 7358516 w 9313016"/>
                <a:gd name="connsiteY1" fmla="*/ 0 h 6858000"/>
                <a:gd name="connsiteX2" fmla="*/ 7475006 w 9313016"/>
                <a:gd name="connsiteY2" fmla="*/ 82722 h 6858000"/>
                <a:gd name="connsiteX3" fmla="*/ 7816357 w 9313016"/>
                <a:gd name="connsiteY3" fmla="*/ 358482 h 6858000"/>
                <a:gd name="connsiteX4" fmla="*/ 8421752 w 9313016"/>
                <a:gd name="connsiteY4" fmla="*/ 995405 h 6858000"/>
                <a:gd name="connsiteX5" fmla="*/ 8897059 w 9313016"/>
                <a:gd name="connsiteY5" fmla="*/ 1737211 h 6858000"/>
                <a:gd name="connsiteX6" fmla="*/ 9206633 w 9313016"/>
                <a:gd name="connsiteY6" fmla="*/ 2564460 h 6858000"/>
                <a:gd name="connsiteX7" fmla="*/ 9286787 w 9313016"/>
                <a:gd name="connsiteY7" fmla="*/ 3000164 h 6858000"/>
                <a:gd name="connsiteX8" fmla="*/ 9312914 w 9313016"/>
                <a:gd name="connsiteY8" fmla="*/ 3442493 h 6858000"/>
                <a:gd name="connsiteX9" fmla="*/ 9190562 w 9313016"/>
                <a:gd name="connsiteY9" fmla="*/ 4316686 h 6858000"/>
                <a:gd name="connsiteX10" fmla="*/ 9043416 w 9313016"/>
                <a:gd name="connsiteY10" fmla="*/ 4734917 h 6858000"/>
                <a:gd name="connsiteX11" fmla="*/ 8809657 w 9313016"/>
                <a:gd name="connsiteY11" fmla="*/ 5128718 h 6858000"/>
                <a:gd name="connsiteX12" fmla="*/ 8645997 w 9313016"/>
                <a:gd name="connsiteY12" fmla="*/ 5297441 h 6858000"/>
                <a:gd name="connsiteX13" fmla="*/ 8457787 w 9313016"/>
                <a:gd name="connsiteY13" fmla="*/ 5433763 h 6858000"/>
                <a:gd name="connsiteX14" fmla="*/ 8260803 w 9313016"/>
                <a:gd name="connsiteY14" fmla="*/ 5541237 h 6858000"/>
                <a:gd name="connsiteX15" fmla="*/ 8066136 w 9313016"/>
                <a:gd name="connsiteY15" fmla="*/ 5635704 h 6858000"/>
                <a:gd name="connsiteX16" fmla="*/ 7698638 w 9313016"/>
                <a:gd name="connsiteY16" fmla="*/ 5837163 h 6858000"/>
                <a:gd name="connsiteX17" fmla="*/ 7370135 w 9313016"/>
                <a:gd name="connsiteY17" fmla="*/ 6090081 h 6858000"/>
                <a:gd name="connsiteX18" fmla="*/ 7218897 w 9313016"/>
                <a:gd name="connsiteY18" fmla="*/ 6235860 h 6858000"/>
                <a:gd name="connsiteX19" fmla="*/ 7070665 w 9313016"/>
                <a:gd name="connsiteY19" fmla="*/ 6387205 h 6858000"/>
                <a:gd name="connsiteX20" fmla="*/ 6779035 w 9313016"/>
                <a:gd name="connsiteY20" fmla="*/ 6697100 h 6858000"/>
                <a:gd name="connsiteX21" fmla="*/ 6631837 w 9313016"/>
                <a:gd name="connsiteY21" fmla="*/ 6852239 h 6858000"/>
                <a:gd name="connsiteX22" fmla="*/ 6626221 w 9313016"/>
                <a:gd name="connsiteY22" fmla="*/ 6858000 h 6858000"/>
                <a:gd name="connsiteX23" fmla="*/ 6424725 w 9313016"/>
                <a:gd name="connsiteY23" fmla="*/ 6858000 h 6858000"/>
                <a:gd name="connsiteX24" fmla="*/ 6527382 w 9313016"/>
                <a:gd name="connsiteY24" fmla="*/ 6756333 h 6858000"/>
                <a:gd name="connsiteX25" fmla="*/ 6674233 w 9313016"/>
                <a:gd name="connsiteY25" fmla="*/ 6603450 h 6858000"/>
                <a:gd name="connsiteX26" fmla="*/ 6965813 w 9313016"/>
                <a:gd name="connsiteY26" fmla="*/ 6292932 h 6858000"/>
                <a:gd name="connsiteX27" fmla="*/ 7112961 w 9313016"/>
                <a:gd name="connsiteY27" fmla="*/ 6137505 h 6858000"/>
                <a:gd name="connsiteX28" fmla="*/ 7264790 w 9313016"/>
                <a:gd name="connsiteY28" fmla="*/ 5983710 h 6858000"/>
                <a:gd name="connsiteX29" fmla="*/ 7974595 w 9313016"/>
                <a:gd name="connsiteY29" fmla="*/ 5470773 h 6858000"/>
                <a:gd name="connsiteX30" fmla="*/ 8331591 w 9313016"/>
                <a:gd name="connsiteY30" fmla="*/ 5254048 h 6858000"/>
                <a:gd name="connsiteX31" fmla="*/ 8599807 w 9313016"/>
                <a:gd name="connsiteY31" fmla="*/ 4980010 h 6858000"/>
                <a:gd name="connsiteX32" fmla="*/ 8766474 w 9313016"/>
                <a:gd name="connsiteY32" fmla="*/ 4631524 h 6858000"/>
                <a:gd name="connsiteX33" fmla="*/ 8865755 w 9313016"/>
                <a:gd name="connsiteY33" fmla="*/ 4244445 h 6858000"/>
                <a:gd name="connsiteX34" fmla="*/ 8882911 w 9313016"/>
                <a:gd name="connsiteY34" fmla="*/ 4145659 h 6858000"/>
                <a:gd name="connsiteX35" fmla="*/ 8897403 w 9313016"/>
                <a:gd name="connsiteY35" fmla="*/ 4046633 h 6858000"/>
                <a:gd name="connsiteX36" fmla="*/ 8908298 w 9313016"/>
                <a:gd name="connsiteY36" fmla="*/ 3947271 h 6858000"/>
                <a:gd name="connsiteX37" fmla="*/ 8916184 w 9313016"/>
                <a:gd name="connsiteY37" fmla="*/ 3847765 h 6858000"/>
                <a:gd name="connsiteX38" fmla="*/ 8920670 w 9313016"/>
                <a:gd name="connsiteY38" fmla="*/ 3449597 h 6858000"/>
                <a:gd name="connsiteX39" fmla="*/ 8914607 w 9313016"/>
                <a:gd name="connsiteY39" fmla="*/ 3350283 h 6858000"/>
                <a:gd name="connsiteX40" fmla="*/ 8905340 w 9313016"/>
                <a:gd name="connsiteY40" fmla="*/ 3251209 h 6858000"/>
                <a:gd name="connsiteX41" fmla="*/ 8893854 w 9313016"/>
                <a:gd name="connsiteY41" fmla="*/ 3152376 h 6858000"/>
                <a:gd name="connsiteX42" fmla="*/ 8879706 w 9313016"/>
                <a:gd name="connsiteY42" fmla="*/ 3053878 h 6858000"/>
                <a:gd name="connsiteX43" fmla="*/ 8797531 w 9313016"/>
                <a:gd name="connsiteY43" fmla="*/ 2663966 h 6858000"/>
                <a:gd name="connsiteX44" fmla="*/ 8520442 w 9313016"/>
                <a:gd name="connsiteY44" fmla="*/ 1911983 h 6858000"/>
                <a:gd name="connsiteX45" fmla="*/ 8332626 w 9313016"/>
                <a:gd name="connsiteY45" fmla="*/ 1553608 h 6858000"/>
                <a:gd name="connsiteX46" fmla="*/ 8116317 w 9313016"/>
                <a:gd name="connsiteY46" fmla="*/ 1208529 h 6858000"/>
                <a:gd name="connsiteX47" fmla="*/ 7873293 w 9313016"/>
                <a:gd name="connsiteY47" fmla="*/ 878284 h 6858000"/>
                <a:gd name="connsiteX48" fmla="*/ 7604337 w 9313016"/>
                <a:gd name="connsiteY48" fmla="*/ 565125 h 6858000"/>
                <a:gd name="connsiteX49" fmla="*/ 7311128 w 9313016"/>
                <a:gd name="connsiteY49" fmla="*/ 270591 h 6858000"/>
                <a:gd name="connsiteX50" fmla="*/ 1752019 w 9313016"/>
                <a:gd name="connsiteY50" fmla="*/ 0 h 6858000"/>
                <a:gd name="connsiteX51" fmla="*/ 2155804 w 9313016"/>
                <a:gd name="connsiteY51" fmla="*/ 0 h 6858000"/>
                <a:gd name="connsiteX52" fmla="*/ 2103975 w 9313016"/>
                <a:gd name="connsiteY52" fmla="*/ 40789 h 6858000"/>
                <a:gd name="connsiteX53" fmla="*/ 1656310 w 9313016"/>
                <a:gd name="connsiteY53" fmla="*/ 470035 h 6858000"/>
                <a:gd name="connsiteX54" fmla="*/ 806013 w 9313016"/>
                <a:gd name="connsiteY54" fmla="*/ 1841133 h 6858000"/>
                <a:gd name="connsiteX55" fmla="*/ 580685 w 9313016"/>
                <a:gd name="connsiteY55" fmla="*/ 2606364 h 6858000"/>
                <a:gd name="connsiteX56" fmla="*/ 503489 w 9313016"/>
                <a:gd name="connsiteY56" fmla="*/ 3397276 h 6858000"/>
                <a:gd name="connsiteX57" fmla="*/ 570135 w 9313016"/>
                <a:gd name="connsiteY57" fmla="*/ 4188235 h 6858000"/>
                <a:gd name="connsiteX58" fmla="*/ 783387 w 9313016"/>
                <a:gd name="connsiteY58" fmla="*/ 4953850 h 6858000"/>
                <a:gd name="connsiteX59" fmla="*/ 1628014 w 9313016"/>
                <a:gd name="connsiteY59" fmla="*/ 6308245 h 6858000"/>
                <a:gd name="connsiteX60" fmla="*/ 2235998 w 9313016"/>
                <a:gd name="connsiteY60" fmla="*/ 6844829 h 6858000"/>
                <a:gd name="connsiteX61" fmla="*/ 2255028 w 9313016"/>
                <a:gd name="connsiteY61" fmla="*/ 6858000 h 6858000"/>
                <a:gd name="connsiteX62" fmla="*/ 1578787 w 9313016"/>
                <a:gd name="connsiteY62" fmla="*/ 6858000 h 6858000"/>
                <a:gd name="connsiteX63" fmla="*/ 1465153 w 9313016"/>
                <a:gd name="connsiteY63" fmla="*/ 6759050 h 6858000"/>
                <a:gd name="connsiteX64" fmla="*/ 1303650 w 9313016"/>
                <a:gd name="connsiteY64" fmla="*/ 6604267 h 6858000"/>
                <a:gd name="connsiteX65" fmla="*/ 323708 w 9313016"/>
                <a:gd name="connsiteY65" fmla="*/ 5126365 h 6858000"/>
                <a:gd name="connsiteX66" fmla="*/ 872 w 9313016"/>
                <a:gd name="connsiteY66" fmla="*/ 3391228 h 6858000"/>
                <a:gd name="connsiteX67" fmla="*/ 105428 w 9313016"/>
                <a:gd name="connsiteY67" fmla="*/ 2511899 h 6858000"/>
                <a:gd name="connsiteX68" fmla="*/ 384933 w 9313016"/>
                <a:gd name="connsiteY68" fmla="*/ 1670971 h 6858000"/>
                <a:gd name="connsiteX69" fmla="*/ 1433593 w 9313016"/>
                <a:gd name="connsiteY69" fmla="*/ 256095 h 6858000"/>
                <a:gd name="connsiteX70" fmla="*/ 1602664 w 9313016"/>
                <a:gd name="connsiteY70" fmla="*/ 11370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</a:cxnLst>
              <a:rect l="l" t="t" r="r" b="b"/>
              <a:pathLst>
                <a:path w="9313016" h="6858000">
                  <a:moveTo>
                    <a:pt x="6993556" y="0"/>
                  </a:moveTo>
                  <a:lnTo>
                    <a:pt x="7358516" y="0"/>
                  </a:lnTo>
                  <a:lnTo>
                    <a:pt x="7475006" y="82722"/>
                  </a:lnTo>
                  <a:cubicBezTo>
                    <a:pt x="7592423" y="169778"/>
                    <a:pt x="7706366" y="261748"/>
                    <a:pt x="7816357" y="358482"/>
                  </a:cubicBezTo>
                  <a:cubicBezTo>
                    <a:pt x="8036559" y="551589"/>
                    <a:pt x="8239655" y="764905"/>
                    <a:pt x="8421752" y="995405"/>
                  </a:cubicBezTo>
                  <a:cubicBezTo>
                    <a:pt x="8604736" y="1225282"/>
                    <a:pt x="8763567" y="1474646"/>
                    <a:pt x="8897059" y="1737211"/>
                  </a:cubicBezTo>
                  <a:cubicBezTo>
                    <a:pt x="9029909" y="2000162"/>
                    <a:pt x="9134317" y="2277990"/>
                    <a:pt x="9206633" y="2564460"/>
                  </a:cubicBezTo>
                  <a:cubicBezTo>
                    <a:pt x="9242322" y="2707791"/>
                    <a:pt x="9269041" y="2853474"/>
                    <a:pt x="9286787" y="3000164"/>
                  </a:cubicBezTo>
                  <a:cubicBezTo>
                    <a:pt x="9304977" y="3146856"/>
                    <a:pt x="9314097" y="3294698"/>
                    <a:pt x="9312914" y="3442493"/>
                  </a:cubicBezTo>
                  <a:cubicBezTo>
                    <a:pt x="9309906" y="3737987"/>
                    <a:pt x="9270717" y="4033288"/>
                    <a:pt x="9190562" y="4316686"/>
                  </a:cubicBezTo>
                  <a:cubicBezTo>
                    <a:pt x="9150486" y="4458240"/>
                    <a:pt x="9103951" y="4597587"/>
                    <a:pt x="9043416" y="4734917"/>
                  </a:cubicBezTo>
                  <a:cubicBezTo>
                    <a:pt x="8982980" y="4871817"/>
                    <a:pt x="8908740" y="5007131"/>
                    <a:pt x="8809657" y="5128718"/>
                  </a:cubicBezTo>
                  <a:cubicBezTo>
                    <a:pt x="8760312" y="5189247"/>
                    <a:pt x="8706137" y="5246945"/>
                    <a:pt x="8645997" y="5297441"/>
                  </a:cubicBezTo>
                  <a:cubicBezTo>
                    <a:pt x="8586252" y="5348274"/>
                    <a:pt x="8522809" y="5393730"/>
                    <a:pt x="8457787" y="5433763"/>
                  </a:cubicBezTo>
                  <a:cubicBezTo>
                    <a:pt x="8392816" y="5474132"/>
                    <a:pt x="8326219" y="5508213"/>
                    <a:pt x="8260803" y="5541237"/>
                  </a:cubicBezTo>
                  <a:cubicBezTo>
                    <a:pt x="8195289" y="5574071"/>
                    <a:pt x="8130023" y="5604838"/>
                    <a:pt x="8066136" y="5635704"/>
                  </a:cubicBezTo>
                  <a:cubicBezTo>
                    <a:pt x="7938313" y="5697433"/>
                    <a:pt x="7815222" y="5762186"/>
                    <a:pt x="7698638" y="5837163"/>
                  </a:cubicBezTo>
                  <a:cubicBezTo>
                    <a:pt x="7582449" y="5912381"/>
                    <a:pt x="7471881" y="5996094"/>
                    <a:pt x="7370135" y="6090081"/>
                  </a:cubicBezTo>
                  <a:cubicBezTo>
                    <a:pt x="7319460" y="6136593"/>
                    <a:pt x="7268881" y="6186082"/>
                    <a:pt x="7218897" y="6235860"/>
                  </a:cubicBezTo>
                  <a:cubicBezTo>
                    <a:pt x="7168763" y="6285493"/>
                    <a:pt x="7119665" y="6336229"/>
                    <a:pt x="7070665" y="6387205"/>
                  </a:cubicBezTo>
                  <a:cubicBezTo>
                    <a:pt x="6972715" y="6489208"/>
                    <a:pt x="6876195" y="6593131"/>
                    <a:pt x="6779035" y="6697100"/>
                  </a:cubicBezTo>
                  <a:cubicBezTo>
                    <a:pt x="6730379" y="6748989"/>
                    <a:pt x="6681528" y="6800878"/>
                    <a:pt x="6631837" y="6852239"/>
                  </a:cubicBezTo>
                  <a:lnTo>
                    <a:pt x="6626221" y="6858000"/>
                  </a:lnTo>
                  <a:lnTo>
                    <a:pt x="6424725" y="6858000"/>
                  </a:lnTo>
                  <a:lnTo>
                    <a:pt x="6527382" y="6756333"/>
                  </a:lnTo>
                  <a:cubicBezTo>
                    <a:pt x="6576726" y="6705932"/>
                    <a:pt x="6625480" y="6654811"/>
                    <a:pt x="6674233" y="6603450"/>
                  </a:cubicBezTo>
                  <a:cubicBezTo>
                    <a:pt x="6771788" y="6500920"/>
                    <a:pt x="6868309" y="6396757"/>
                    <a:pt x="6965813" y="6292932"/>
                  </a:cubicBezTo>
                  <a:lnTo>
                    <a:pt x="7112961" y="6137505"/>
                  </a:lnTo>
                  <a:cubicBezTo>
                    <a:pt x="7162354" y="6085808"/>
                    <a:pt x="7211945" y="6034640"/>
                    <a:pt x="7264790" y="5983710"/>
                  </a:cubicBezTo>
                  <a:cubicBezTo>
                    <a:pt x="7472373" y="5779130"/>
                    <a:pt x="7721610" y="5610648"/>
                    <a:pt x="7974595" y="5470773"/>
                  </a:cubicBezTo>
                  <a:cubicBezTo>
                    <a:pt x="8099903" y="5399395"/>
                    <a:pt x="8224127" y="5332529"/>
                    <a:pt x="8331591" y="5254048"/>
                  </a:cubicBezTo>
                  <a:cubicBezTo>
                    <a:pt x="8439351" y="5176047"/>
                    <a:pt x="8529660" y="5085949"/>
                    <a:pt x="8599807" y="4980010"/>
                  </a:cubicBezTo>
                  <a:cubicBezTo>
                    <a:pt x="8671187" y="4875128"/>
                    <a:pt x="8723982" y="4756086"/>
                    <a:pt x="8766474" y="4631524"/>
                  </a:cubicBezTo>
                  <a:cubicBezTo>
                    <a:pt x="8808968" y="4507010"/>
                    <a:pt x="8840615" y="4375872"/>
                    <a:pt x="8865755" y="4244445"/>
                  </a:cubicBezTo>
                  <a:cubicBezTo>
                    <a:pt x="8871375" y="4211468"/>
                    <a:pt x="8878129" y="4178731"/>
                    <a:pt x="8882911" y="4145659"/>
                  </a:cubicBezTo>
                  <a:lnTo>
                    <a:pt x="8897403" y="4046633"/>
                  </a:lnTo>
                  <a:lnTo>
                    <a:pt x="8908298" y="3947271"/>
                  </a:lnTo>
                  <a:cubicBezTo>
                    <a:pt x="8912389" y="3914247"/>
                    <a:pt x="8913425" y="3880886"/>
                    <a:pt x="8916184" y="3847765"/>
                  </a:cubicBezTo>
                  <a:cubicBezTo>
                    <a:pt x="8925797" y="3715091"/>
                    <a:pt x="8925945" y="3582127"/>
                    <a:pt x="8920670" y="3449597"/>
                  </a:cubicBezTo>
                  <a:lnTo>
                    <a:pt x="8914607" y="3350283"/>
                  </a:lnTo>
                  <a:cubicBezTo>
                    <a:pt x="8911995" y="3317211"/>
                    <a:pt x="8908348" y="3284233"/>
                    <a:pt x="8905340" y="3251209"/>
                  </a:cubicBezTo>
                  <a:cubicBezTo>
                    <a:pt x="8902628" y="3218185"/>
                    <a:pt x="8897551" y="3185305"/>
                    <a:pt x="8893854" y="3152376"/>
                  </a:cubicBezTo>
                  <a:cubicBezTo>
                    <a:pt x="8890305" y="3119399"/>
                    <a:pt x="8884932" y="3086662"/>
                    <a:pt x="8879706" y="3053878"/>
                  </a:cubicBezTo>
                  <a:cubicBezTo>
                    <a:pt x="8858707" y="2922835"/>
                    <a:pt x="8831249" y="2792705"/>
                    <a:pt x="8797531" y="2663966"/>
                  </a:cubicBezTo>
                  <a:cubicBezTo>
                    <a:pt x="8728616" y="2406777"/>
                    <a:pt x="8635497" y="2155109"/>
                    <a:pt x="8520442" y="1911983"/>
                  </a:cubicBezTo>
                  <a:cubicBezTo>
                    <a:pt x="8462667" y="1790541"/>
                    <a:pt x="8400112" y="1670923"/>
                    <a:pt x="8332626" y="1553608"/>
                  </a:cubicBezTo>
                  <a:cubicBezTo>
                    <a:pt x="8265683" y="1436006"/>
                    <a:pt x="8192973" y="1321188"/>
                    <a:pt x="8116317" y="1208529"/>
                  </a:cubicBezTo>
                  <a:cubicBezTo>
                    <a:pt x="8039811" y="1095776"/>
                    <a:pt x="7958079" y="986094"/>
                    <a:pt x="7873293" y="878284"/>
                  </a:cubicBezTo>
                  <a:cubicBezTo>
                    <a:pt x="7787814" y="771002"/>
                    <a:pt x="7697999" y="666551"/>
                    <a:pt x="7604337" y="565125"/>
                  </a:cubicBezTo>
                  <a:cubicBezTo>
                    <a:pt x="7510479" y="463891"/>
                    <a:pt x="7413367" y="364818"/>
                    <a:pt x="7311128" y="270591"/>
                  </a:cubicBezTo>
                  <a:close/>
                  <a:moveTo>
                    <a:pt x="1752019" y="0"/>
                  </a:moveTo>
                  <a:lnTo>
                    <a:pt x="2155804" y="0"/>
                  </a:lnTo>
                  <a:lnTo>
                    <a:pt x="2103975" y="40789"/>
                  </a:lnTo>
                  <a:cubicBezTo>
                    <a:pt x="1943592" y="173585"/>
                    <a:pt x="1793955" y="317500"/>
                    <a:pt x="1656310" y="470035"/>
                  </a:cubicBezTo>
                  <a:cubicBezTo>
                    <a:pt x="1288172" y="876939"/>
                    <a:pt x="1002998" y="1344708"/>
                    <a:pt x="806013" y="1841133"/>
                  </a:cubicBezTo>
                  <a:cubicBezTo>
                    <a:pt x="707818" y="2089538"/>
                    <a:pt x="630868" y="2345480"/>
                    <a:pt x="580685" y="2606364"/>
                  </a:cubicBezTo>
                  <a:cubicBezTo>
                    <a:pt x="530749" y="2867250"/>
                    <a:pt x="504868" y="3132119"/>
                    <a:pt x="503489" y="3397276"/>
                  </a:cubicBezTo>
                  <a:cubicBezTo>
                    <a:pt x="501467" y="3662434"/>
                    <a:pt x="524093" y="3927351"/>
                    <a:pt x="570135" y="4188235"/>
                  </a:cubicBezTo>
                  <a:cubicBezTo>
                    <a:pt x="615734" y="4449264"/>
                    <a:pt x="688642" y="4705493"/>
                    <a:pt x="783387" y="4953850"/>
                  </a:cubicBezTo>
                  <a:cubicBezTo>
                    <a:pt x="974357" y="5449796"/>
                    <a:pt x="1259630" y="5913773"/>
                    <a:pt x="1628014" y="6308245"/>
                  </a:cubicBezTo>
                  <a:cubicBezTo>
                    <a:pt x="1812182" y="6505481"/>
                    <a:pt x="2016215" y="6685052"/>
                    <a:pt x="2235998" y="6844829"/>
                  </a:cubicBezTo>
                  <a:lnTo>
                    <a:pt x="2255028" y="6858000"/>
                  </a:lnTo>
                  <a:lnTo>
                    <a:pt x="1578787" y="6858000"/>
                  </a:lnTo>
                  <a:lnTo>
                    <a:pt x="1465153" y="6759050"/>
                  </a:lnTo>
                  <a:cubicBezTo>
                    <a:pt x="1410086" y="6708726"/>
                    <a:pt x="1356236" y="6657104"/>
                    <a:pt x="1303650" y="6604267"/>
                  </a:cubicBezTo>
                  <a:cubicBezTo>
                    <a:pt x="883506" y="6181043"/>
                    <a:pt x="548150" y="5676072"/>
                    <a:pt x="323708" y="5126365"/>
                  </a:cubicBezTo>
                  <a:cubicBezTo>
                    <a:pt x="97737" y="4577139"/>
                    <a:pt x="-10958" y="3981927"/>
                    <a:pt x="872" y="3391228"/>
                  </a:cubicBezTo>
                  <a:cubicBezTo>
                    <a:pt x="5951" y="3095783"/>
                    <a:pt x="40506" y="2800528"/>
                    <a:pt x="105428" y="2511899"/>
                  </a:cubicBezTo>
                  <a:cubicBezTo>
                    <a:pt x="170104" y="2223317"/>
                    <a:pt x="262089" y="1940399"/>
                    <a:pt x="384933" y="1670971"/>
                  </a:cubicBezTo>
                  <a:cubicBezTo>
                    <a:pt x="629092" y="1131344"/>
                    <a:pt x="991955" y="646919"/>
                    <a:pt x="1433593" y="256095"/>
                  </a:cubicBezTo>
                  <a:cubicBezTo>
                    <a:pt x="1488791" y="207206"/>
                    <a:pt x="1545179" y="159733"/>
                    <a:pt x="1602664" y="11370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8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8B11C1D6-D5BD-0116-90EC-8477AA75987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59468" y="36937"/>
              <a:ext cx="9065550" cy="6858000"/>
            </a:xfrm>
            <a:custGeom>
              <a:avLst/>
              <a:gdLst>
                <a:gd name="connsiteX0" fmla="*/ 1839951 w 9065550"/>
                <a:gd name="connsiteY0" fmla="*/ 0 h 6858000"/>
                <a:gd name="connsiteX1" fmla="*/ 6979427 w 9065550"/>
                <a:gd name="connsiteY1" fmla="*/ 0 h 6858000"/>
                <a:gd name="connsiteX2" fmla="*/ 6989586 w 9065550"/>
                <a:gd name="connsiteY2" fmla="*/ 6825 h 6858000"/>
                <a:gd name="connsiteX3" fmla="*/ 8932062 w 9065550"/>
                <a:gd name="connsiteY3" fmla="*/ 4580835 h 6858000"/>
                <a:gd name="connsiteX4" fmla="*/ 7166294 w 9065550"/>
                <a:gd name="connsiteY4" fmla="*/ 6259703 h 6858000"/>
                <a:gd name="connsiteX5" fmla="*/ 6868878 w 9065550"/>
                <a:gd name="connsiteY5" fmla="*/ 6564765 h 6858000"/>
                <a:gd name="connsiteX6" fmla="*/ 6591881 w 9065550"/>
                <a:gd name="connsiteY6" fmla="*/ 6858000 h 6858000"/>
                <a:gd name="connsiteX7" fmla="*/ 5184648 w 9065550"/>
                <a:gd name="connsiteY7" fmla="*/ 6858000 h 6858000"/>
                <a:gd name="connsiteX8" fmla="*/ 5244877 w 9065550"/>
                <a:gd name="connsiteY8" fmla="*/ 6817615 h 6858000"/>
                <a:gd name="connsiteX9" fmla="*/ 6033853 w 9065550"/>
                <a:gd name="connsiteY9" fmla="*/ 6069135 h 6858000"/>
                <a:gd name="connsiteX10" fmla="*/ 6480248 w 9065550"/>
                <a:gd name="connsiteY10" fmla="*/ 5607082 h 6858000"/>
                <a:gd name="connsiteX11" fmla="*/ 7551502 w 9065550"/>
                <a:gd name="connsiteY11" fmla="*/ 4859004 h 6858000"/>
                <a:gd name="connsiteX12" fmla="*/ 7844227 w 9065550"/>
                <a:gd name="connsiteY12" fmla="*/ 4683074 h 6858000"/>
                <a:gd name="connsiteX13" fmla="*/ 8005810 w 9065550"/>
                <a:gd name="connsiteY13" fmla="*/ 4330239 h 6858000"/>
                <a:gd name="connsiteX14" fmla="*/ 8016191 w 9065550"/>
                <a:gd name="connsiteY14" fmla="*/ 2956574 h 6858000"/>
                <a:gd name="connsiteX15" fmla="*/ 7346424 w 9065550"/>
                <a:gd name="connsiteY15" fmla="*/ 1636739 h 6858000"/>
                <a:gd name="connsiteX16" fmla="*/ 5995751 w 9065550"/>
                <a:gd name="connsiteY16" fmla="*/ 493319 h 6858000"/>
                <a:gd name="connsiteX17" fmla="*/ 4494836 w 9065550"/>
                <a:gd name="connsiteY17" fmla="*/ 75383 h 6858000"/>
                <a:gd name="connsiteX18" fmla="*/ 2002499 w 9065550"/>
                <a:gd name="connsiteY18" fmla="*/ 1094261 h 6858000"/>
                <a:gd name="connsiteX19" fmla="*/ 1241306 w 9065550"/>
                <a:gd name="connsiteY19" fmla="*/ 2206935 h 6858000"/>
                <a:gd name="connsiteX20" fmla="*/ 961736 w 9065550"/>
                <a:gd name="connsiteY20" fmla="*/ 3573719 h 6858000"/>
                <a:gd name="connsiteX21" fmla="*/ 1193878 w 9065550"/>
                <a:gd name="connsiteY21" fmla="*/ 4824208 h 6858000"/>
                <a:gd name="connsiteX22" fmla="*/ 1832096 w 9065550"/>
                <a:gd name="connsiteY22" fmla="*/ 5873050 h 6858000"/>
                <a:gd name="connsiteX23" fmla="*/ 3010752 w 9065550"/>
                <a:gd name="connsiteY23" fmla="*/ 6749475 h 6858000"/>
                <a:gd name="connsiteX24" fmla="*/ 3187037 w 9065550"/>
                <a:gd name="connsiteY24" fmla="*/ 6824756 h 6858000"/>
                <a:gd name="connsiteX25" fmla="*/ 3278211 w 9065550"/>
                <a:gd name="connsiteY25" fmla="*/ 6858000 h 6858000"/>
                <a:gd name="connsiteX26" fmla="*/ 1480830 w 9065550"/>
                <a:gd name="connsiteY26" fmla="*/ 6858000 h 6858000"/>
                <a:gd name="connsiteX27" fmla="*/ 1427607 w 9065550"/>
                <a:gd name="connsiteY27" fmla="*/ 6811515 h 6858000"/>
                <a:gd name="connsiteX28" fmla="*/ 1100739 w 9065550"/>
                <a:gd name="connsiteY28" fmla="*/ 6477651 h 6858000"/>
                <a:gd name="connsiteX29" fmla="*/ 0 w 9065550"/>
                <a:gd name="connsiteY29" fmla="*/ 3573620 h 6858000"/>
                <a:gd name="connsiteX30" fmla="*/ 1805513 w 9065550"/>
                <a:gd name="connsiteY30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9065550" h="6858000">
                  <a:moveTo>
                    <a:pt x="1839951" y="0"/>
                  </a:moveTo>
                  <a:lnTo>
                    <a:pt x="6979427" y="0"/>
                  </a:lnTo>
                  <a:lnTo>
                    <a:pt x="6989586" y="6825"/>
                  </a:lnTo>
                  <a:cubicBezTo>
                    <a:pt x="8438828" y="1031353"/>
                    <a:pt x="9439169" y="2823601"/>
                    <a:pt x="8932062" y="4580835"/>
                  </a:cubicBezTo>
                  <a:cubicBezTo>
                    <a:pt x="8592517" y="5757293"/>
                    <a:pt x="7979652" y="5458140"/>
                    <a:pt x="7166294" y="6259703"/>
                  </a:cubicBezTo>
                  <a:cubicBezTo>
                    <a:pt x="7064618" y="6359905"/>
                    <a:pt x="6966014" y="6462297"/>
                    <a:pt x="6868878" y="6564765"/>
                  </a:cubicBezTo>
                  <a:lnTo>
                    <a:pt x="6591881" y="6858000"/>
                  </a:lnTo>
                  <a:lnTo>
                    <a:pt x="5184648" y="6858000"/>
                  </a:lnTo>
                  <a:lnTo>
                    <a:pt x="5244877" y="6817615"/>
                  </a:lnTo>
                  <a:cubicBezTo>
                    <a:pt x="5481027" y="6649287"/>
                    <a:pt x="5723665" y="6398593"/>
                    <a:pt x="6033853" y="6069135"/>
                  </a:cubicBezTo>
                  <a:cubicBezTo>
                    <a:pt x="6175680" y="5918484"/>
                    <a:pt x="6322395" y="5762660"/>
                    <a:pt x="6480248" y="5607082"/>
                  </a:cubicBezTo>
                  <a:cubicBezTo>
                    <a:pt x="6893276" y="5200077"/>
                    <a:pt x="7273697" y="5002920"/>
                    <a:pt x="7551502" y="4859004"/>
                  </a:cubicBezTo>
                  <a:cubicBezTo>
                    <a:pt x="7687884" y="4788339"/>
                    <a:pt x="7795540" y="4732559"/>
                    <a:pt x="7844227" y="4683074"/>
                  </a:cubicBezTo>
                  <a:cubicBezTo>
                    <a:pt x="7898759" y="4627636"/>
                    <a:pt x="7956165" y="4502313"/>
                    <a:pt x="8005810" y="4330239"/>
                  </a:cubicBezTo>
                  <a:cubicBezTo>
                    <a:pt x="8132968" y="3889611"/>
                    <a:pt x="8136446" y="3427460"/>
                    <a:pt x="8016191" y="2956574"/>
                  </a:cubicBezTo>
                  <a:cubicBezTo>
                    <a:pt x="7900876" y="2505064"/>
                    <a:pt x="7669287" y="2048671"/>
                    <a:pt x="7346424" y="1636739"/>
                  </a:cubicBezTo>
                  <a:cubicBezTo>
                    <a:pt x="6979764" y="1168830"/>
                    <a:pt x="6512706" y="773489"/>
                    <a:pt x="5995751" y="493319"/>
                  </a:cubicBezTo>
                  <a:cubicBezTo>
                    <a:pt x="5491195" y="219884"/>
                    <a:pt x="4972174" y="75383"/>
                    <a:pt x="4494836" y="75383"/>
                  </a:cubicBezTo>
                  <a:cubicBezTo>
                    <a:pt x="3554318" y="75383"/>
                    <a:pt x="2669191" y="437197"/>
                    <a:pt x="2002499" y="1094261"/>
                  </a:cubicBezTo>
                  <a:cubicBezTo>
                    <a:pt x="1676360" y="1415667"/>
                    <a:pt x="1420225" y="1790023"/>
                    <a:pt x="1241306" y="2206935"/>
                  </a:cubicBezTo>
                  <a:cubicBezTo>
                    <a:pt x="1055782" y="2639169"/>
                    <a:pt x="961736" y="3099027"/>
                    <a:pt x="961736" y="3573719"/>
                  </a:cubicBezTo>
                  <a:cubicBezTo>
                    <a:pt x="961736" y="4005124"/>
                    <a:pt x="1039805" y="4425841"/>
                    <a:pt x="1193878" y="4824208"/>
                  </a:cubicBezTo>
                  <a:cubicBezTo>
                    <a:pt x="1342457" y="5208423"/>
                    <a:pt x="1557214" y="5561306"/>
                    <a:pt x="1832096" y="5873050"/>
                  </a:cubicBezTo>
                  <a:cubicBezTo>
                    <a:pt x="2157126" y="6241599"/>
                    <a:pt x="2564661" y="6544656"/>
                    <a:pt x="3010752" y="6749475"/>
                  </a:cubicBezTo>
                  <a:cubicBezTo>
                    <a:pt x="3069003" y="6776219"/>
                    <a:pt x="3127773" y="6801314"/>
                    <a:pt x="3187037" y="6824756"/>
                  </a:cubicBezTo>
                  <a:lnTo>
                    <a:pt x="3278211" y="6858000"/>
                  </a:lnTo>
                  <a:lnTo>
                    <a:pt x="1480830" y="6858000"/>
                  </a:lnTo>
                  <a:lnTo>
                    <a:pt x="1427607" y="6811515"/>
                  </a:lnTo>
                  <a:cubicBezTo>
                    <a:pt x="1312870" y="6705919"/>
                    <a:pt x="1203751" y="6594470"/>
                    <a:pt x="1100739" y="6477651"/>
                  </a:cubicBezTo>
                  <a:cubicBezTo>
                    <a:pt x="415045" y="5700097"/>
                    <a:pt x="0" y="4684635"/>
                    <a:pt x="0" y="3573620"/>
                  </a:cubicBezTo>
                  <a:cubicBezTo>
                    <a:pt x="0" y="2121118"/>
                    <a:pt x="709459" y="831902"/>
                    <a:pt x="1805513" y="24133"/>
                  </a:cubicBezTo>
                  <a:close/>
                </a:path>
              </a:pathLst>
            </a:custGeom>
            <a:solidFill>
              <a:schemeClr val="accent1">
                <a:alpha val="8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3FCC9B9E-E773-EBB1-D71B-38386103C57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48217" y="36937"/>
              <a:ext cx="9088051" cy="6858000"/>
            </a:xfrm>
            <a:custGeom>
              <a:avLst/>
              <a:gdLst>
                <a:gd name="connsiteX0" fmla="*/ 5158786 w 9088051"/>
                <a:gd name="connsiteY0" fmla="*/ 0 h 6858000"/>
                <a:gd name="connsiteX1" fmla="*/ 6996771 w 9088051"/>
                <a:gd name="connsiteY1" fmla="*/ 0 h 6858000"/>
                <a:gd name="connsiteX2" fmla="*/ 7006955 w 9088051"/>
                <a:gd name="connsiteY2" fmla="*/ 6825 h 6858000"/>
                <a:gd name="connsiteX3" fmla="*/ 8954230 w 9088051"/>
                <a:gd name="connsiteY3" fmla="*/ 4580835 h 6858000"/>
                <a:gd name="connsiteX4" fmla="*/ 7184080 w 9088051"/>
                <a:gd name="connsiteY4" fmla="*/ 6259703 h 6858000"/>
                <a:gd name="connsiteX5" fmla="*/ 6885926 w 9088051"/>
                <a:gd name="connsiteY5" fmla="*/ 6564765 h 6858000"/>
                <a:gd name="connsiteX6" fmla="*/ 6608241 w 9088051"/>
                <a:gd name="connsiteY6" fmla="*/ 6858000 h 6858000"/>
                <a:gd name="connsiteX7" fmla="*/ 5462870 w 9088051"/>
                <a:gd name="connsiteY7" fmla="*/ 6858000 h 6858000"/>
                <a:gd name="connsiteX8" fmla="*/ 5529056 w 9088051"/>
                <a:gd name="connsiteY8" fmla="*/ 6804645 h 6858000"/>
                <a:gd name="connsiteX9" fmla="*/ 6167613 w 9088051"/>
                <a:gd name="connsiteY9" fmla="*/ 6173667 h 6858000"/>
                <a:gd name="connsiteX10" fmla="*/ 6610973 w 9088051"/>
                <a:gd name="connsiteY10" fmla="*/ 5715860 h 6858000"/>
                <a:gd name="connsiteX11" fmla="*/ 7646083 w 9088051"/>
                <a:gd name="connsiteY11" fmla="*/ 4995842 h 6858000"/>
                <a:gd name="connsiteX12" fmla="*/ 7980054 w 9088051"/>
                <a:gd name="connsiteY12" fmla="*/ 4790095 h 6858000"/>
                <a:gd name="connsiteX13" fmla="*/ 8180437 w 9088051"/>
                <a:gd name="connsiteY13" fmla="*/ 4371964 h 6858000"/>
                <a:gd name="connsiteX14" fmla="*/ 8192058 w 9088051"/>
                <a:gd name="connsiteY14" fmla="*/ 2919242 h 6858000"/>
                <a:gd name="connsiteX15" fmla="*/ 7492638 w 9088051"/>
                <a:gd name="connsiteY15" fmla="*/ 1542845 h 6858000"/>
                <a:gd name="connsiteX16" fmla="*/ 6089097 w 9088051"/>
                <a:gd name="connsiteY16" fmla="*/ 357847 h 6858000"/>
                <a:gd name="connsiteX17" fmla="*/ 5288639 w 9088051"/>
                <a:gd name="connsiteY17" fmla="*/ 31627 h 6858000"/>
                <a:gd name="connsiteX18" fmla="*/ 1844517 w 9088051"/>
                <a:gd name="connsiteY18" fmla="*/ 0 h 6858000"/>
                <a:gd name="connsiteX19" fmla="*/ 3734467 w 9088051"/>
                <a:gd name="connsiteY19" fmla="*/ 0 h 6858000"/>
                <a:gd name="connsiteX20" fmla="*/ 3603618 w 9088051"/>
                <a:gd name="connsiteY20" fmla="*/ 28853 h 6858000"/>
                <a:gd name="connsiteX21" fmla="*/ 1892878 w 9088051"/>
                <a:gd name="connsiteY21" fmla="*/ 985434 h 6858000"/>
                <a:gd name="connsiteX22" fmla="*/ 1096045 w 9088051"/>
                <a:gd name="connsiteY22" fmla="*/ 2147349 h 6858000"/>
                <a:gd name="connsiteX23" fmla="*/ 803453 w 9088051"/>
                <a:gd name="connsiteY23" fmla="*/ 3573669 h 6858000"/>
                <a:gd name="connsiteX24" fmla="*/ 1046377 w 9088051"/>
                <a:gd name="connsiteY24" fmla="*/ 4878573 h 6858000"/>
                <a:gd name="connsiteX25" fmla="*/ 1714473 w 9088051"/>
                <a:gd name="connsiteY25" fmla="*/ 5973776 h 6858000"/>
                <a:gd name="connsiteX26" fmla="*/ 2776083 w 9088051"/>
                <a:gd name="connsiteY26" fmla="*/ 6804641 h 6858000"/>
                <a:gd name="connsiteX27" fmla="*/ 2884836 w 9088051"/>
                <a:gd name="connsiteY27" fmla="*/ 6858000 h 6858000"/>
                <a:gd name="connsiteX28" fmla="*/ 1484505 w 9088051"/>
                <a:gd name="connsiteY28" fmla="*/ 6858000 h 6858000"/>
                <a:gd name="connsiteX29" fmla="*/ 1431151 w 9088051"/>
                <a:gd name="connsiteY29" fmla="*/ 6811515 h 6858000"/>
                <a:gd name="connsiteX30" fmla="*/ 1103471 w 9088051"/>
                <a:gd name="connsiteY30" fmla="*/ 6477651 h 6858000"/>
                <a:gd name="connsiteX31" fmla="*/ 0 w 9088051"/>
                <a:gd name="connsiteY31" fmla="*/ 3573620 h 6858000"/>
                <a:gd name="connsiteX32" fmla="*/ 1809994 w 9088051"/>
                <a:gd name="connsiteY32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9088051" h="6858000">
                  <a:moveTo>
                    <a:pt x="5158786" y="0"/>
                  </a:moveTo>
                  <a:lnTo>
                    <a:pt x="6996771" y="0"/>
                  </a:lnTo>
                  <a:lnTo>
                    <a:pt x="7006955" y="6825"/>
                  </a:lnTo>
                  <a:cubicBezTo>
                    <a:pt x="8459794" y="1031353"/>
                    <a:pt x="9462596" y="2823601"/>
                    <a:pt x="8954230" y="4580835"/>
                  </a:cubicBezTo>
                  <a:cubicBezTo>
                    <a:pt x="8613842" y="5757293"/>
                    <a:pt x="7999457" y="5458140"/>
                    <a:pt x="7184080" y="6259703"/>
                  </a:cubicBezTo>
                  <a:cubicBezTo>
                    <a:pt x="7082152" y="6359905"/>
                    <a:pt x="6983303" y="6462297"/>
                    <a:pt x="6885926" y="6564765"/>
                  </a:cubicBezTo>
                  <a:lnTo>
                    <a:pt x="6608241" y="6858000"/>
                  </a:lnTo>
                  <a:lnTo>
                    <a:pt x="5462870" y="6858000"/>
                  </a:lnTo>
                  <a:lnTo>
                    <a:pt x="5529056" y="6804645"/>
                  </a:lnTo>
                  <a:cubicBezTo>
                    <a:pt x="5740217" y="6626505"/>
                    <a:pt x="5949382" y="6404876"/>
                    <a:pt x="6167613" y="6173667"/>
                  </a:cubicBezTo>
                  <a:cubicBezTo>
                    <a:pt x="6308782" y="6024091"/>
                    <a:pt x="6454799" y="5869390"/>
                    <a:pt x="6610973" y="5715860"/>
                  </a:cubicBezTo>
                  <a:cubicBezTo>
                    <a:pt x="7007847" y="5325741"/>
                    <a:pt x="7376733" y="5135074"/>
                    <a:pt x="7646083" y="4995842"/>
                  </a:cubicBezTo>
                  <a:cubicBezTo>
                    <a:pt x="7816858" y="4907561"/>
                    <a:pt x="7916545" y="4854514"/>
                    <a:pt x="7980054" y="4790095"/>
                  </a:cubicBezTo>
                  <a:cubicBezTo>
                    <a:pt x="8054629" y="4714405"/>
                    <a:pt x="8122031" y="4573758"/>
                    <a:pt x="8180437" y="4371964"/>
                  </a:cubicBezTo>
                  <a:cubicBezTo>
                    <a:pt x="8315441" y="3905228"/>
                    <a:pt x="8319381" y="3416431"/>
                    <a:pt x="8192058" y="2919242"/>
                  </a:cubicBezTo>
                  <a:cubicBezTo>
                    <a:pt x="8071251" y="2447381"/>
                    <a:pt x="7829388" y="1971467"/>
                    <a:pt x="7492638" y="1542845"/>
                  </a:cubicBezTo>
                  <a:cubicBezTo>
                    <a:pt x="7111829" y="1058099"/>
                    <a:pt x="6626484" y="648361"/>
                    <a:pt x="6089097" y="357847"/>
                  </a:cubicBezTo>
                  <a:cubicBezTo>
                    <a:pt x="5824244" y="214687"/>
                    <a:pt x="5554957" y="105262"/>
                    <a:pt x="5288639" y="31627"/>
                  </a:cubicBezTo>
                  <a:close/>
                  <a:moveTo>
                    <a:pt x="1844517" y="0"/>
                  </a:moveTo>
                  <a:lnTo>
                    <a:pt x="3734467" y="0"/>
                  </a:lnTo>
                  <a:lnTo>
                    <a:pt x="3603618" y="28853"/>
                  </a:lnTo>
                  <a:cubicBezTo>
                    <a:pt x="2962049" y="186733"/>
                    <a:pt x="2373277" y="513136"/>
                    <a:pt x="1892878" y="985434"/>
                  </a:cubicBezTo>
                  <a:cubicBezTo>
                    <a:pt x="1551428" y="1321091"/>
                    <a:pt x="1283341" y="1711990"/>
                    <a:pt x="1096045" y="2147349"/>
                  </a:cubicBezTo>
                  <a:cubicBezTo>
                    <a:pt x="901876" y="2598519"/>
                    <a:pt x="803453" y="3078432"/>
                    <a:pt x="803453" y="3573669"/>
                  </a:cubicBezTo>
                  <a:cubicBezTo>
                    <a:pt x="803453" y="4023717"/>
                    <a:pt x="885151" y="4462735"/>
                    <a:pt x="1046377" y="4878573"/>
                  </a:cubicBezTo>
                  <a:cubicBezTo>
                    <a:pt x="1201945" y="5279770"/>
                    <a:pt x="1426681" y="5648221"/>
                    <a:pt x="1714473" y="5973776"/>
                  </a:cubicBezTo>
                  <a:cubicBezTo>
                    <a:pt x="2012357" y="6310732"/>
                    <a:pt x="2376505" y="6595304"/>
                    <a:pt x="2776083" y="6804641"/>
                  </a:cubicBezTo>
                  <a:lnTo>
                    <a:pt x="2884836" y="6858000"/>
                  </a:lnTo>
                  <a:lnTo>
                    <a:pt x="1484505" y="6858000"/>
                  </a:lnTo>
                  <a:lnTo>
                    <a:pt x="1431151" y="6811515"/>
                  </a:lnTo>
                  <a:cubicBezTo>
                    <a:pt x="1316128" y="6705919"/>
                    <a:pt x="1206738" y="6594470"/>
                    <a:pt x="1103471" y="6477651"/>
                  </a:cubicBezTo>
                  <a:cubicBezTo>
                    <a:pt x="416075" y="5700097"/>
                    <a:pt x="0" y="4684635"/>
                    <a:pt x="0" y="3573620"/>
                  </a:cubicBezTo>
                  <a:cubicBezTo>
                    <a:pt x="0" y="2121118"/>
                    <a:pt x="711220" y="831902"/>
                    <a:pt x="1809994" y="241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2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D43143CE-9BA1-219D-916F-9DF292011E4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29061" y="36937"/>
              <a:ext cx="9107210" cy="6858000"/>
            </a:xfrm>
            <a:custGeom>
              <a:avLst/>
              <a:gdLst>
                <a:gd name="connsiteX0" fmla="*/ 6184722 w 9107210"/>
                <a:gd name="connsiteY0" fmla="*/ 0 h 6858000"/>
                <a:gd name="connsiteX1" fmla="*/ 6985680 w 9107210"/>
                <a:gd name="connsiteY1" fmla="*/ 0 h 6858000"/>
                <a:gd name="connsiteX2" fmla="*/ 7324323 w 9107210"/>
                <a:gd name="connsiteY2" fmla="*/ 247136 h 6858000"/>
                <a:gd name="connsiteX3" fmla="*/ 7652712 w 9107210"/>
                <a:gd name="connsiteY3" fmla="*/ 528495 h 6858000"/>
                <a:gd name="connsiteX4" fmla="*/ 8236677 w 9107210"/>
                <a:gd name="connsiteY4" fmla="*/ 1166289 h 6858000"/>
                <a:gd name="connsiteX5" fmla="*/ 8704298 w 9107210"/>
                <a:gd name="connsiteY5" fmla="*/ 1897038 h 6858000"/>
                <a:gd name="connsiteX6" fmla="*/ 8885160 w 9107210"/>
                <a:gd name="connsiteY6" fmla="*/ 2294087 h 6858000"/>
                <a:gd name="connsiteX7" fmla="*/ 8924247 w 9107210"/>
                <a:gd name="connsiteY7" fmla="*/ 2396286 h 6858000"/>
                <a:gd name="connsiteX8" fmla="*/ 8960022 w 9107210"/>
                <a:gd name="connsiteY8" fmla="*/ 2499767 h 6858000"/>
                <a:gd name="connsiteX9" fmla="*/ 8991720 w 9107210"/>
                <a:gd name="connsiteY9" fmla="*/ 2604671 h 6858000"/>
                <a:gd name="connsiteX10" fmla="*/ 9019646 w 9107210"/>
                <a:gd name="connsiteY10" fmla="*/ 2710708 h 6858000"/>
                <a:gd name="connsiteX11" fmla="*/ 9105822 w 9107210"/>
                <a:gd name="connsiteY11" fmla="*/ 3582266 h 6858000"/>
                <a:gd name="connsiteX12" fmla="*/ 9057716 w 9107210"/>
                <a:gd name="connsiteY12" fmla="*/ 4017873 h 6858000"/>
                <a:gd name="connsiteX13" fmla="*/ 8945600 w 9107210"/>
                <a:gd name="connsiteY13" fmla="*/ 4439659 h 6858000"/>
                <a:gd name="connsiteX14" fmla="*/ 8796080 w 9107210"/>
                <a:gd name="connsiteY14" fmla="*/ 4847428 h 6858000"/>
                <a:gd name="connsiteX15" fmla="*/ 8702056 w 9107210"/>
                <a:gd name="connsiteY15" fmla="*/ 5050108 h 6858000"/>
                <a:gd name="connsiteX16" fmla="*/ 8581125 w 9107210"/>
                <a:gd name="connsiteY16" fmla="*/ 5247525 h 6858000"/>
                <a:gd name="connsiteX17" fmla="*/ 8426254 w 9107210"/>
                <a:gd name="connsiteY17" fmla="*/ 5429647 h 6858000"/>
                <a:gd name="connsiteX18" fmla="*/ 8337174 w 9107210"/>
                <a:gd name="connsiteY18" fmla="*/ 5510552 h 6858000"/>
                <a:gd name="connsiteX19" fmla="*/ 8243200 w 9107210"/>
                <a:gd name="connsiteY19" fmla="*/ 5582948 h 6858000"/>
                <a:gd name="connsiteX20" fmla="*/ 7868330 w 9107210"/>
                <a:gd name="connsiteY20" fmla="*/ 5811104 h 6858000"/>
                <a:gd name="connsiteX21" fmla="*/ 7538916 w 9107210"/>
                <a:gd name="connsiteY21" fmla="*/ 6018899 h 6858000"/>
                <a:gd name="connsiteX22" fmla="*/ 7391280 w 9107210"/>
                <a:gd name="connsiteY22" fmla="*/ 6134132 h 6858000"/>
                <a:gd name="connsiteX23" fmla="*/ 7252511 w 9107210"/>
                <a:gd name="connsiteY23" fmla="*/ 6259105 h 6858000"/>
                <a:gd name="connsiteX24" fmla="*/ 7185601 w 9107210"/>
                <a:gd name="connsiteY24" fmla="*/ 6325894 h 6858000"/>
                <a:gd name="connsiteX25" fmla="*/ 7116651 w 9107210"/>
                <a:gd name="connsiteY25" fmla="*/ 6397010 h 6858000"/>
                <a:gd name="connsiteX26" fmla="*/ 6978545 w 9107210"/>
                <a:gd name="connsiteY26" fmla="*/ 6541607 h 6858000"/>
                <a:gd name="connsiteX27" fmla="*/ 6693009 w 9107210"/>
                <a:gd name="connsiteY27" fmla="*/ 6832716 h 6858000"/>
                <a:gd name="connsiteX28" fmla="*/ 6667488 w 9107210"/>
                <a:gd name="connsiteY28" fmla="*/ 6858000 h 6858000"/>
                <a:gd name="connsiteX29" fmla="*/ 6056793 w 9107210"/>
                <a:gd name="connsiteY29" fmla="*/ 6858000 h 6858000"/>
                <a:gd name="connsiteX30" fmla="*/ 6077345 w 9107210"/>
                <a:gd name="connsiteY30" fmla="*/ 6835420 h 6858000"/>
                <a:gd name="connsiteX31" fmla="*/ 6208519 w 9107210"/>
                <a:gd name="connsiteY31" fmla="*/ 6683989 h 6858000"/>
                <a:gd name="connsiteX32" fmla="*/ 6340001 w 9107210"/>
                <a:gd name="connsiteY32" fmla="*/ 6529852 h 6858000"/>
                <a:gd name="connsiteX33" fmla="*/ 6611419 w 9107210"/>
                <a:gd name="connsiteY33" fmla="*/ 6219317 h 6858000"/>
                <a:gd name="connsiteX34" fmla="*/ 6757678 w 9107210"/>
                <a:gd name="connsiteY34" fmla="*/ 6068228 h 6858000"/>
                <a:gd name="connsiteX35" fmla="*/ 6833713 w 9107210"/>
                <a:gd name="connsiteY35" fmla="*/ 5994061 h 6858000"/>
                <a:gd name="connsiteX36" fmla="*/ 6915148 w 9107210"/>
                <a:gd name="connsiteY36" fmla="*/ 5918812 h 6858000"/>
                <a:gd name="connsiteX37" fmla="*/ 7276311 w 9107210"/>
                <a:gd name="connsiteY37" fmla="*/ 5650229 h 6858000"/>
                <a:gd name="connsiteX38" fmla="*/ 7664942 w 9107210"/>
                <a:gd name="connsiteY38" fmla="*/ 5445681 h 6858000"/>
                <a:gd name="connsiteX39" fmla="*/ 7848505 w 9107210"/>
                <a:gd name="connsiteY39" fmla="*/ 5358333 h 6858000"/>
                <a:gd name="connsiteX40" fmla="*/ 8011785 w 9107210"/>
                <a:gd name="connsiteY40" fmla="*/ 5267788 h 6858000"/>
                <a:gd name="connsiteX41" fmla="*/ 8260273 w 9107210"/>
                <a:gd name="connsiteY41" fmla="*/ 5034370 h 6858000"/>
                <a:gd name="connsiteX42" fmla="*/ 8417589 w 9107210"/>
                <a:gd name="connsiteY42" fmla="*/ 4714488 h 6858000"/>
                <a:gd name="connsiteX43" fmla="*/ 8495000 w 9107210"/>
                <a:gd name="connsiteY43" fmla="*/ 4346409 h 6858000"/>
                <a:gd name="connsiteX44" fmla="*/ 8508556 w 9107210"/>
                <a:gd name="connsiteY44" fmla="*/ 3971101 h 6858000"/>
                <a:gd name="connsiteX45" fmla="*/ 8483330 w 9107210"/>
                <a:gd name="connsiteY45" fmla="*/ 3600710 h 6858000"/>
                <a:gd name="connsiteX46" fmla="*/ 8425336 w 9107210"/>
                <a:gd name="connsiteY46" fmla="*/ 3236121 h 6858000"/>
                <a:gd name="connsiteX47" fmla="*/ 8334575 w 9107210"/>
                <a:gd name="connsiteY47" fmla="*/ 2877977 h 6858000"/>
                <a:gd name="connsiteX48" fmla="*/ 8087513 w 9107210"/>
                <a:gd name="connsiteY48" fmla="*/ 2174622 h 6858000"/>
                <a:gd name="connsiteX49" fmla="*/ 7723650 w 9107210"/>
                <a:gd name="connsiteY49" fmla="*/ 1507613 h 6858000"/>
                <a:gd name="connsiteX50" fmla="*/ 7501815 w 9107210"/>
                <a:gd name="connsiteY50" fmla="*/ 1192947 h 6858000"/>
                <a:gd name="connsiteX51" fmla="*/ 7254399 w 9107210"/>
                <a:gd name="connsiteY51" fmla="*/ 894361 h 6858000"/>
                <a:gd name="connsiteX52" fmla="*/ 6689339 w 9107210"/>
                <a:gd name="connsiteY52" fmla="*/ 354046 h 6858000"/>
                <a:gd name="connsiteX53" fmla="*/ 6206651 w 9107210"/>
                <a:gd name="connsiteY53" fmla="*/ 12626 h 6858000"/>
                <a:gd name="connsiteX54" fmla="*/ 1827105 w 9107210"/>
                <a:gd name="connsiteY54" fmla="*/ 0 h 6858000"/>
                <a:gd name="connsiteX55" fmla="*/ 2807607 w 9107210"/>
                <a:gd name="connsiteY55" fmla="*/ 0 h 6858000"/>
                <a:gd name="connsiteX56" fmla="*/ 2667958 w 9107210"/>
                <a:gd name="connsiteY56" fmla="*/ 88235 h 6858000"/>
                <a:gd name="connsiteX57" fmla="*/ 2354723 w 9107210"/>
                <a:gd name="connsiteY57" fmla="*/ 314947 h 6858000"/>
                <a:gd name="connsiteX58" fmla="*/ 2059963 w 9107210"/>
                <a:gd name="connsiteY58" fmla="*/ 561545 h 6858000"/>
                <a:gd name="connsiteX59" fmla="*/ 1780798 w 9107210"/>
                <a:gd name="connsiteY59" fmla="*/ 824425 h 6858000"/>
                <a:gd name="connsiteX60" fmla="*/ 954714 w 9107210"/>
                <a:gd name="connsiteY60" fmla="*/ 2094309 h 6858000"/>
                <a:gd name="connsiteX61" fmla="*/ 732676 w 9107210"/>
                <a:gd name="connsiteY61" fmla="*/ 2813646 h 6858000"/>
                <a:gd name="connsiteX62" fmla="*/ 673867 w 9107210"/>
                <a:gd name="connsiteY62" fmla="*/ 3183989 h 6858000"/>
                <a:gd name="connsiteX63" fmla="*/ 647621 w 9107210"/>
                <a:gd name="connsiteY63" fmla="*/ 3557281 h 6858000"/>
                <a:gd name="connsiteX64" fmla="*/ 653381 w 9107210"/>
                <a:gd name="connsiteY64" fmla="*/ 3931214 h 6858000"/>
                <a:gd name="connsiteX65" fmla="*/ 690428 w 9107210"/>
                <a:gd name="connsiteY65" fmla="*/ 4303719 h 6858000"/>
                <a:gd name="connsiteX66" fmla="*/ 871801 w 9107210"/>
                <a:gd name="connsiteY66" fmla="*/ 5033041 h 6858000"/>
                <a:gd name="connsiteX67" fmla="*/ 1197749 w 9107210"/>
                <a:gd name="connsiteY67" fmla="*/ 5718494 h 6858000"/>
                <a:gd name="connsiteX68" fmla="*/ 1411480 w 9107210"/>
                <a:gd name="connsiteY68" fmla="*/ 6036703 h 6858000"/>
                <a:gd name="connsiteX69" fmla="*/ 1530170 w 9107210"/>
                <a:gd name="connsiteY69" fmla="*/ 6188430 h 6858000"/>
                <a:gd name="connsiteX70" fmla="*/ 1657165 w 9107210"/>
                <a:gd name="connsiteY70" fmla="*/ 6335385 h 6858000"/>
                <a:gd name="connsiteX71" fmla="*/ 1931343 w 9107210"/>
                <a:gd name="connsiteY71" fmla="*/ 6612896 h 6858000"/>
                <a:gd name="connsiteX72" fmla="*/ 2220133 w 9107210"/>
                <a:gd name="connsiteY72" fmla="*/ 6858000 h 6858000"/>
                <a:gd name="connsiteX73" fmla="*/ 1539862 w 9107210"/>
                <a:gd name="connsiteY73" fmla="*/ 6858000 h 6858000"/>
                <a:gd name="connsiteX74" fmla="*/ 1307111 w 9107210"/>
                <a:gd name="connsiteY74" fmla="*/ 6648873 h 6858000"/>
                <a:gd name="connsiteX75" fmla="*/ 750258 w 9107210"/>
                <a:gd name="connsiteY75" fmla="*/ 5987570 h 6858000"/>
                <a:gd name="connsiteX76" fmla="*/ 335382 w 9107210"/>
                <a:gd name="connsiteY76" fmla="*/ 5229279 h 6858000"/>
                <a:gd name="connsiteX77" fmla="*/ 79351 w 9107210"/>
                <a:gd name="connsiteY77" fmla="*/ 4403854 h 6858000"/>
                <a:gd name="connsiteX78" fmla="*/ 16007 w 9107210"/>
                <a:gd name="connsiteY78" fmla="*/ 3975723 h 6858000"/>
                <a:gd name="connsiteX79" fmla="*/ 871 w 9107210"/>
                <a:gd name="connsiteY79" fmla="*/ 3543362 h 6858000"/>
                <a:gd name="connsiteX80" fmla="*/ 32519 w 9107210"/>
                <a:gd name="connsiteY80" fmla="*/ 3112085 h 6858000"/>
                <a:gd name="connsiteX81" fmla="*/ 108502 w 9107210"/>
                <a:gd name="connsiteY81" fmla="*/ 2686511 h 6858000"/>
                <a:gd name="connsiteX82" fmla="*/ 378239 w 9107210"/>
                <a:gd name="connsiteY82" fmla="*/ 1865955 h 6858000"/>
                <a:gd name="connsiteX83" fmla="*/ 1343701 w 9107210"/>
                <a:gd name="connsiteY83" fmla="*/ 431508 h 6858000"/>
                <a:gd name="connsiteX84" fmla="*/ 1661853 w 9107210"/>
                <a:gd name="connsiteY84" fmla="*/ 130268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</a:cxnLst>
              <a:rect l="l" t="t" r="r" b="b"/>
              <a:pathLst>
                <a:path w="9107210" h="6858000">
                  <a:moveTo>
                    <a:pt x="6184722" y="0"/>
                  </a:moveTo>
                  <a:lnTo>
                    <a:pt x="6985680" y="0"/>
                  </a:lnTo>
                  <a:lnTo>
                    <a:pt x="7324323" y="247136"/>
                  </a:lnTo>
                  <a:cubicBezTo>
                    <a:pt x="7437502" y="336500"/>
                    <a:pt x="7547171" y="430254"/>
                    <a:pt x="7652712" y="528495"/>
                  </a:cubicBezTo>
                  <a:cubicBezTo>
                    <a:pt x="7863743" y="724929"/>
                    <a:pt x="8060097" y="937593"/>
                    <a:pt x="8236677" y="1166289"/>
                  </a:cubicBezTo>
                  <a:cubicBezTo>
                    <a:pt x="8413818" y="1394594"/>
                    <a:pt x="8570168" y="1639471"/>
                    <a:pt x="8704298" y="1897038"/>
                  </a:cubicBezTo>
                  <a:cubicBezTo>
                    <a:pt x="8770803" y="2026141"/>
                    <a:pt x="8830836" y="2158786"/>
                    <a:pt x="8885160" y="2294087"/>
                  </a:cubicBezTo>
                  <a:cubicBezTo>
                    <a:pt x="8898360" y="2328071"/>
                    <a:pt x="8912169" y="2361810"/>
                    <a:pt x="8924247" y="2396286"/>
                  </a:cubicBezTo>
                  <a:lnTo>
                    <a:pt x="8960022" y="2499767"/>
                  </a:lnTo>
                  <a:lnTo>
                    <a:pt x="8991720" y="2604671"/>
                  </a:lnTo>
                  <a:cubicBezTo>
                    <a:pt x="9002116" y="2639690"/>
                    <a:pt x="9010474" y="2675346"/>
                    <a:pt x="9019646" y="2710708"/>
                  </a:cubicBezTo>
                  <a:cubicBezTo>
                    <a:pt x="9089055" y="2995079"/>
                    <a:pt x="9113620" y="3289927"/>
                    <a:pt x="9105822" y="3582266"/>
                  </a:cubicBezTo>
                  <a:cubicBezTo>
                    <a:pt x="9101796" y="3728484"/>
                    <a:pt x="9085744" y="3874458"/>
                    <a:pt x="9057716" y="4017873"/>
                  </a:cubicBezTo>
                  <a:cubicBezTo>
                    <a:pt x="9029534" y="4161336"/>
                    <a:pt x="8990497" y="4302046"/>
                    <a:pt x="8945600" y="4439659"/>
                  </a:cubicBezTo>
                  <a:cubicBezTo>
                    <a:pt x="8900857" y="4577566"/>
                    <a:pt x="8852901" y="4711784"/>
                    <a:pt x="8796080" y="4847428"/>
                  </a:cubicBezTo>
                  <a:cubicBezTo>
                    <a:pt x="8767695" y="4915152"/>
                    <a:pt x="8737016" y="4982926"/>
                    <a:pt x="8702056" y="5050108"/>
                  </a:cubicBezTo>
                  <a:cubicBezTo>
                    <a:pt x="8666485" y="5116997"/>
                    <a:pt x="8627347" y="5183687"/>
                    <a:pt x="8581125" y="5247525"/>
                  </a:cubicBezTo>
                  <a:cubicBezTo>
                    <a:pt x="8535565" y="5311660"/>
                    <a:pt x="8483534" y="5373185"/>
                    <a:pt x="8426254" y="5429647"/>
                  </a:cubicBezTo>
                  <a:cubicBezTo>
                    <a:pt x="8397512" y="5457779"/>
                    <a:pt x="8367801" y="5484879"/>
                    <a:pt x="8337174" y="5510552"/>
                  </a:cubicBezTo>
                  <a:cubicBezTo>
                    <a:pt x="8306444" y="5536077"/>
                    <a:pt x="8274899" y="5560029"/>
                    <a:pt x="8243200" y="5582948"/>
                  </a:cubicBezTo>
                  <a:cubicBezTo>
                    <a:pt x="8115543" y="5674574"/>
                    <a:pt x="7986203" y="5743233"/>
                    <a:pt x="7868330" y="5811104"/>
                  </a:cubicBezTo>
                  <a:cubicBezTo>
                    <a:pt x="7749844" y="5878385"/>
                    <a:pt x="7640685" y="5945126"/>
                    <a:pt x="7538916" y="6018899"/>
                  </a:cubicBezTo>
                  <a:cubicBezTo>
                    <a:pt x="7487749" y="6055392"/>
                    <a:pt x="7438777" y="6093950"/>
                    <a:pt x="7391280" y="6134132"/>
                  </a:cubicBezTo>
                  <a:cubicBezTo>
                    <a:pt x="7343427" y="6173921"/>
                    <a:pt x="7297511" y="6215922"/>
                    <a:pt x="7252511" y="6259105"/>
                  </a:cubicBezTo>
                  <a:cubicBezTo>
                    <a:pt x="7229784" y="6280990"/>
                    <a:pt x="7208635" y="6302433"/>
                    <a:pt x="7185601" y="6325894"/>
                  </a:cubicBezTo>
                  <a:lnTo>
                    <a:pt x="7116651" y="6397010"/>
                  </a:lnTo>
                  <a:lnTo>
                    <a:pt x="6978545" y="6541607"/>
                  </a:lnTo>
                  <a:cubicBezTo>
                    <a:pt x="6885693" y="6638397"/>
                    <a:pt x="6789885" y="6734943"/>
                    <a:pt x="6693009" y="6832716"/>
                  </a:cubicBezTo>
                  <a:lnTo>
                    <a:pt x="6667488" y="6858000"/>
                  </a:lnTo>
                  <a:lnTo>
                    <a:pt x="6056793" y="6858000"/>
                  </a:lnTo>
                  <a:lnTo>
                    <a:pt x="6077345" y="6835420"/>
                  </a:lnTo>
                  <a:cubicBezTo>
                    <a:pt x="6121427" y="6785747"/>
                    <a:pt x="6164948" y="6735090"/>
                    <a:pt x="6208519" y="6683989"/>
                  </a:cubicBezTo>
                  <a:lnTo>
                    <a:pt x="6340001" y="6529852"/>
                  </a:lnTo>
                  <a:cubicBezTo>
                    <a:pt x="6428315" y="6426667"/>
                    <a:pt x="6516733" y="6321417"/>
                    <a:pt x="6611419" y="6219317"/>
                  </a:cubicBezTo>
                  <a:cubicBezTo>
                    <a:pt x="6658864" y="6168363"/>
                    <a:pt x="6707584" y="6117950"/>
                    <a:pt x="6757678" y="6068228"/>
                  </a:cubicBezTo>
                  <a:lnTo>
                    <a:pt x="6833713" y="5994061"/>
                  </a:lnTo>
                  <a:cubicBezTo>
                    <a:pt x="6859346" y="5969422"/>
                    <a:pt x="6887579" y="5943404"/>
                    <a:pt x="6915148" y="5918812"/>
                  </a:cubicBezTo>
                  <a:cubicBezTo>
                    <a:pt x="7026295" y="5819219"/>
                    <a:pt x="7148602" y="5729117"/>
                    <a:pt x="7276311" y="5650229"/>
                  </a:cubicBezTo>
                  <a:cubicBezTo>
                    <a:pt x="7403918" y="5571046"/>
                    <a:pt x="7537794" y="5505190"/>
                    <a:pt x="7664942" y="5445681"/>
                  </a:cubicBezTo>
                  <a:cubicBezTo>
                    <a:pt x="7728491" y="5416024"/>
                    <a:pt x="7790410" y="5387449"/>
                    <a:pt x="7848505" y="5358333"/>
                  </a:cubicBezTo>
                  <a:cubicBezTo>
                    <a:pt x="7906805" y="5329315"/>
                    <a:pt x="7961843" y="5300101"/>
                    <a:pt x="8011785" y="5267788"/>
                  </a:cubicBezTo>
                  <a:cubicBezTo>
                    <a:pt x="8112281" y="5203950"/>
                    <a:pt x="8193615" y="5128111"/>
                    <a:pt x="8260273" y="5034370"/>
                  </a:cubicBezTo>
                  <a:cubicBezTo>
                    <a:pt x="8326370" y="4940776"/>
                    <a:pt x="8378657" y="4831640"/>
                    <a:pt x="8417589" y="4714488"/>
                  </a:cubicBezTo>
                  <a:cubicBezTo>
                    <a:pt x="8456372" y="4597485"/>
                    <a:pt x="8481140" y="4471332"/>
                    <a:pt x="8495000" y="4346409"/>
                  </a:cubicBezTo>
                  <a:cubicBezTo>
                    <a:pt x="8508404" y="4221044"/>
                    <a:pt x="8511359" y="4095482"/>
                    <a:pt x="8508556" y="3971101"/>
                  </a:cubicBezTo>
                  <a:cubicBezTo>
                    <a:pt x="8504530" y="3846571"/>
                    <a:pt x="8495663" y="3723222"/>
                    <a:pt x="8483330" y="3600710"/>
                  </a:cubicBezTo>
                  <a:cubicBezTo>
                    <a:pt x="8470793" y="3478148"/>
                    <a:pt x="8451888" y="3356421"/>
                    <a:pt x="8425336" y="3236121"/>
                  </a:cubicBezTo>
                  <a:cubicBezTo>
                    <a:pt x="8399091" y="3115774"/>
                    <a:pt x="8367801" y="2996655"/>
                    <a:pt x="8334575" y="2877977"/>
                  </a:cubicBezTo>
                  <a:cubicBezTo>
                    <a:pt x="8268222" y="2640772"/>
                    <a:pt x="8190100" y="2404057"/>
                    <a:pt x="8087513" y="2174622"/>
                  </a:cubicBezTo>
                  <a:cubicBezTo>
                    <a:pt x="7985081" y="1945237"/>
                    <a:pt x="7863233" y="1721900"/>
                    <a:pt x="7723650" y="1507613"/>
                  </a:cubicBezTo>
                  <a:cubicBezTo>
                    <a:pt x="7653527" y="1400692"/>
                    <a:pt x="7579684" y="1295589"/>
                    <a:pt x="7501815" y="1192947"/>
                  </a:cubicBezTo>
                  <a:cubicBezTo>
                    <a:pt x="7423844" y="1090353"/>
                    <a:pt x="7340778" y="991103"/>
                    <a:pt x="7254399" y="894361"/>
                  </a:cubicBezTo>
                  <a:cubicBezTo>
                    <a:pt x="7082047" y="700485"/>
                    <a:pt x="6893083" y="519052"/>
                    <a:pt x="6689339" y="354046"/>
                  </a:cubicBezTo>
                  <a:cubicBezTo>
                    <a:pt x="6536914" y="229775"/>
                    <a:pt x="6375602" y="115325"/>
                    <a:pt x="6206651" y="12626"/>
                  </a:cubicBezTo>
                  <a:close/>
                  <a:moveTo>
                    <a:pt x="1827105" y="0"/>
                  </a:moveTo>
                  <a:lnTo>
                    <a:pt x="2807607" y="0"/>
                  </a:lnTo>
                  <a:lnTo>
                    <a:pt x="2667958" y="88235"/>
                  </a:lnTo>
                  <a:cubicBezTo>
                    <a:pt x="2560098" y="159777"/>
                    <a:pt x="2455754" y="235690"/>
                    <a:pt x="2354723" y="314947"/>
                  </a:cubicBezTo>
                  <a:cubicBezTo>
                    <a:pt x="2253464" y="394030"/>
                    <a:pt x="2156943" y="478181"/>
                    <a:pt x="2059963" y="561545"/>
                  </a:cubicBezTo>
                  <a:cubicBezTo>
                    <a:pt x="1962831" y="644811"/>
                    <a:pt x="1868297" y="731322"/>
                    <a:pt x="1780798" y="824425"/>
                  </a:cubicBezTo>
                  <a:cubicBezTo>
                    <a:pt x="1429010" y="1195013"/>
                    <a:pt x="1148011" y="1628455"/>
                    <a:pt x="954714" y="2094309"/>
                  </a:cubicBezTo>
                  <a:cubicBezTo>
                    <a:pt x="857938" y="2327186"/>
                    <a:pt x="783229" y="2568326"/>
                    <a:pt x="732676" y="2813646"/>
                  </a:cubicBezTo>
                  <a:cubicBezTo>
                    <a:pt x="707552" y="2936307"/>
                    <a:pt x="688085" y="3059952"/>
                    <a:pt x="673867" y="3183989"/>
                  </a:cubicBezTo>
                  <a:cubicBezTo>
                    <a:pt x="660056" y="3308075"/>
                    <a:pt x="651341" y="3432605"/>
                    <a:pt x="647621" y="3557281"/>
                  </a:cubicBezTo>
                  <a:cubicBezTo>
                    <a:pt x="644411" y="3681958"/>
                    <a:pt x="645329" y="3806733"/>
                    <a:pt x="653381" y="3931214"/>
                  </a:cubicBezTo>
                  <a:cubicBezTo>
                    <a:pt x="659852" y="4055792"/>
                    <a:pt x="672949" y="4179977"/>
                    <a:pt x="690428" y="4303719"/>
                  </a:cubicBezTo>
                  <a:cubicBezTo>
                    <a:pt x="726408" y="4551057"/>
                    <a:pt x="786440" y="4795835"/>
                    <a:pt x="871801" y="5033041"/>
                  </a:cubicBezTo>
                  <a:cubicBezTo>
                    <a:pt x="957007" y="5270247"/>
                    <a:pt x="1065962" y="5500322"/>
                    <a:pt x="1197749" y="5718494"/>
                  </a:cubicBezTo>
                  <a:cubicBezTo>
                    <a:pt x="1263846" y="5827433"/>
                    <a:pt x="1334937" y="5933813"/>
                    <a:pt x="1411480" y="6036703"/>
                  </a:cubicBezTo>
                  <a:cubicBezTo>
                    <a:pt x="1449548" y="6088295"/>
                    <a:pt x="1489451" y="6138609"/>
                    <a:pt x="1530170" y="6188430"/>
                  </a:cubicBezTo>
                  <a:cubicBezTo>
                    <a:pt x="1571447" y="6238055"/>
                    <a:pt x="1613644" y="6287336"/>
                    <a:pt x="1657165" y="6335385"/>
                  </a:cubicBezTo>
                  <a:cubicBezTo>
                    <a:pt x="1744079" y="6431708"/>
                    <a:pt x="1835644" y="6524282"/>
                    <a:pt x="1931343" y="6612896"/>
                  </a:cubicBezTo>
                  <a:lnTo>
                    <a:pt x="2220133" y="6858000"/>
                  </a:lnTo>
                  <a:lnTo>
                    <a:pt x="1539862" y="6858000"/>
                  </a:lnTo>
                  <a:lnTo>
                    <a:pt x="1307111" y="6648873"/>
                  </a:lnTo>
                  <a:cubicBezTo>
                    <a:pt x="1101839" y="6448063"/>
                    <a:pt x="913180" y="6225465"/>
                    <a:pt x="750258" y="5987570"/>
                  </a:cubicBezTo>
                  <a:cubicBezTo>
                    <a:pt x="587232" y="5749281"/>
                    <a:pt x="448261" y="5494813"/>
                    <a:pt x="335382" y="5229279"/>
                  </a:cubicBezTo>
                  <a:cubicBezTo>
                    <a:pt x="222298" y="4963793"/>
                    <a:pt x="137040" y="4686652"/>
                    <a:pt x="79351" y="4403854"/>
                  </a:cubicBezTo>
                  <a:cubicBezTo>
                    <a:pt x="50150" y="4262456"/>
                    <a:pt x="29767" y="4119385"/>
                    <a:pt x="16007" y="3975723"/>
                  </a:cubicBezTo>
                  <a:cubicBezTo>
                    <a:pt x="3930" y="3831964"/>
                    <a:pt x="-2441" y="3687614"/>
                    <a:pt x="871" y="3543362"/>
                  </a:cubicBezTo>
                  <a:cubicBezTo>
                    <a:pt x="3522" y="3399160"/>
                    <a:pt x="14172" y="3255105"/>
                    <a:pt x="32519" y="3112085"/>
                  </a:cubicBezTo>
                  <a:cubicBezTo>
                    <a:pt x="50508" y="2969014"/>
                    <a:pt x="76090" y="2826925"/>
                    <a:pt x="108502" y="2686511"/>
                  </a:cubicBezTo>
                  <a:cubicBezTo>
                    <a:pt x="173019" y="2405533"/>
                    <a:pt x="263474" y="2130703"/>
                    <a:pt x="378239" y="1865955"/>
                  </a:cubicBezTo>
                  <a:cubicBezTo>
                    <a:pt x="607922" y="1336607"/>
                    <a:pt x="935706" y="848228"/>
                    <a:pt x="1343701" y="431508"/>
                  </a:cubicBezTo>
                  <a:cubicBezTo>
                    <a:pt x="1446133" y="327783"/>
                    <a:pt x="1550910" y="225926"/>
                    <a:pt x="1661853" y="130268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8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000BC98D-AB98-6F4A-BE37-5D4BF56833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18434" y="36937"/>
              <a:ext cx="9747620" cy="6858000"/>
            </a:xfrm>
            <a:custGeom>
              <a:avLst/>
              <a:gdLst>
                <a:gd name="connsiteX0" fmla="*/ 7235453 w 9747620"/>
                <a:gd name="connsiteY0" fmla="*/ 0 h 6858000"/>
                <a:gd name="connsiteX1" fmla="*/ 7548130 w 9747620"/>
                <a:gd name="connsiteY1" fmla="*/ 0 h 6858000"/>
                <a:gd name="connsiteX2" fmla="*/ 7710334 w 9747620"/>
                <a:gd name="connsiteY2" fmla="*/ 111973 h 6858000"/>
                <a:gd name="connsiteX3" fmla="*/ 7889188 w 9747620"/>
                <a:gd name="connsiteY3" fmla="*/ 251542 h 6858000"/>
                <a:gd name="connsiteX4" fmla="*/ 8061828 w 9747620"/>
                <a:gd name="connsiteY4" fmla="*/ 398586 h 6858000"/>
                <a:gd name="connsiteX5" fmla="*/ 8145637 w 9747620"/>
                <a:gd name="connsiteY5" fmla="*/ 474218 h 6858000"/>
                <a:gd name="connsiteX6" fmla="*/ 8187242 w 9747620"/>
                <a:gd name="connsiteY6" fmla="*/ 512753 h 6858000"/>
                <a:gd name="connsiteX7" fmla="*/ 8228402 w 9747620"/>
                <a:gd name="connsiteY7" fmla="*/ 551575 h 6858000"/>
                <a:gd name="connsiteX8" fmla="*/ 8389211 w 9747620"/>
                <a:gd name="connsiteY8" fmla="*/ 710937 h 6858000"/>
                <a:gd name="connsiteX9" fmla="*/ 8467206 w 9747620"/>
                <a:gd name="connsiteY9" fmla="*/ 793088 h 6858000"/>
                <a:gd name="connsiteX10" fmla="*/ 8486791 w 9747620"/>
                <a:gd name="connsiteY10" fmla="*/ 814223 h 6858000"/>
                <a:gd name="connsiteX11" fmla="*/ 8505979 w 9747620"/>
                <a:gd name="connsiteY11" fmla="*/ 835409 h 6858000"/>
                <a:gd name="connsiteX12" fmla="*/ 8543509 w 9747620"/>
                <a:gd name="connsiteY12" fmla="*/ 877346 h 6858000"/>
                <a:gd name="connsiteX13" fmla="*/ 8690549 w 9747620"/>
                <a:gd name="connsiteY13" fmla="*/ 1048978 h 6858000"/>
                <a:gd name="connsiteX14" fmla="*/ 8761732 w 9747620"/>
                <a:gd name="connsiteY14" fmla="*/ 1137502 h 6858000"/>
                <a:gd name="connsiteX15" fmla="*/ 8796379 w 9747620"/>
                <a:gd name="connsiteY15" fmla="*/ 1182077 h 6858000"/>
                <a:gd name="connsiteX16" fmla="*/ 8830678 w 9747620"/>
                <a:gd name="connsiteY16" fmla="*/ 1226986 h 6858000"/>
                <a:gd name="connsiteX17" fmla="*/ 8963353 w 9747620"/>
                <a:gd name="connsiteY17" fmla="*/ 1410936 h 6858000"/>
                <a:gd name="connsiteX18" fmla="*/ 9026483 w 9747620"/>
                <a:gd name="connsiteY18" fmla="*/ 1505499 h 6858000"/>
                <a:gd name="connsiteX19" fmla="*/ 9057004 w 9747620"/>
                <a:gd name="connsiteY19" fmla="*/ 1552613 h 6858000"/>
                <a:gd name="connsiteX20" fmla="*/ 9087278 w 9747620"/>
                <a:gd name="connsiteY20" fmla="*/ 1600542 h 6858000"/>
                <a:gd name="connsiteX21" fmla="*/ 9202851 w 9747620"/>
                <a:gd name="connsiteY21" fmla="*/ 1795515 h 6858000"/>
                <a:gd name="connsiteX22" fmla="*/ 9257332 w 9747620"/>
                <a:gd name="connsiteY22" fmla="*/ 1894920 h 6858000"/>
                <a:gd name="connsiteX23" fmla="*/ 9283778 w 9747620"/>
                <a:gd name="connsiteY23" fmla="*/ 1945436 h 6858000"/>
                <a:gd name="connsiteX24" fmla="*/ 9309428 w 9747620"/>
                <a:gd name="connsiteY24" fmla="*/ 1996193 h 6858000"/>
                <a:gd name="connsiteX25" fmla="*/ 9405714 w 9747620"/>
                <a:gd name="connsiteY25" fmla="*/ 2202191 h 6858000"/>
                <a:gd name="connsiteX26" fmla="*/ 9566524 w 9747620"/>
                <a:gd name="connsiteY26" fmla="*/ 2627653 h 6858000"/>
                <a:gd name="connsiteX27" fmla="*/ 9583573 w 9747620"/>
                <a:gd name="connsiteY27" fmla="*/ 2682195 h 6858000"/>
                <a:gd name="connsiteX28" fmla="*/ 9591974 w 9747620"/>
                <a:gd name="connsiteY28" fmla="*/ 2709707 h 6858000"/>
                <a:gd name="connsiteX29" fmla="*/ 9600027 w 9747620"/>
                <a:gd name="connsiteY29" fmla="*/ 2737650 h 6858000"/>
                <a:gd name="connsiteX30" fmla="*/ 9629803 w 9747620"/>
                <a:gd name="connsiteY30" fmla="*/ 2847694 h 6858000"/>
                <a:gd name="connsiteX31" fmla="*/ 9679909 w 9747620"/>
                <a:gd name="connsiteY31" fmla="*/ 3070131 h 6858000"/>
                <a:gd name="connsiteX32" fmla="*/ 9690498 w 9747620"/>
                <a:gd name="connsiteY32" fmla="*/ 3126159 h 6858000"/>
                <a:gd name="connsiteX33" fmla="*/ 9700390 w 9747620"/>
                <a:gd name="connsiteY33" fmla="*/ 3181805 h 6858000"/>
                <a:gd name="connsiteX34" fmla="*/ 9709685 w 9747620"/>
                <a:gd name="connsiteY34" fmla="*/ 3243392 h 6858000"/>
                <a:gd name="connsiteX35" fmla="*/ 9713016 w 9747620"/>
                <a:gd name="connsiteY35" fmla="*/ 3267597 h 6858000"/>
                <a:gd name="connsiteX36" fmla="*/ 9716844 w 9747620"/>
                <a:gd name="connsiteY36" fmla="*/ 3294437 h 6858000"/>
                <a:gd name="connsiteX37" fmla="*/ 9720820 w 9747620"/>
                <a:gd name="connsiteY37" fmla="*/ 3324488 h 6858000"/>
                <a:gd name="connsiteX38" fmla="*/ 9722709 w 9747620"/>
                <a:gd name="connsiteY38" fmla="*/ 3340737 h 6858000"/>
                <a:gd name="connsiteX39" fmla="*/ 9724301 w 9747620"/>
                <a:gd name="connsiteY39" fmla="*/ 3356361 h 6858000"/>
                <a:gd name="connsiteX40" fmla="*/ 9730166 w 9747620"/>
                <a:gd name="connsiteY40" fmla="*/ 3412197 h 6858000"/>
                <a:gd name="connsiteX41" fmla="*/ 9735783 w 9747620"/>
                <a:gd name="connsiteY41" fmla="*/ 3468083 h 6858000"/>
                <a:gd name="connsiteX42" fmla="*/ 9739760 w 9747620"/>
                <a:gd name="connsiteY42" fmla="*/ 3524399 h 6858000"/>
                <a:gd name="connsiteX43" fmla="*/ 9741748 w 9747620"/>
                <a:gd name="connsiteY43" fmla="*/ 3552580 h 6858000"/>
                <a:gd name="connsiteX44" fmla="*/ 9742742 w 9747620"/>
                <a:gd name="connsiteY44" fmla="*/ 3566672 h 6858000"/>
                <a:gd name="connsiteX45" fmla="*/ 9743488 w 9747620"/>
                <a:gd name="connsiteY45" fmla="*/ 3581865 h 6858000"/>
                <a:gd name="connsiteX46" fmla="*/ 9744731 w 9747620"/>
                <a:gd name="connsiteY46" fmla="*/ 3611341 h 6858000"/>
                <a:gd name="connsiteX47" fmla="*/ 9745725 w 9747620"/>
                <a:gd name="connsiteY47" fmla="*/ 3639715 h 6858000"/>
                <a:gd name="connsiteX48" fmla="*/ 9747613 w 9747620"/>
                <a:gd name="connsiteY48" fmla="*/ 3753786 h 6858000"/>
                <a:gd name="connsiteX49" fmla="*/ 9740405 w 9747620"/>
                <a:gd name="connsiteY49" fmla="*/ 3984609 h 6858000"/>
                <a:gd name="connsiteX50" fmla="*/ 9736329 w 9747620"/>
                <a:gd name="connsiteY50" fmla="*/ 4038434 h 6858000"/>
                <a:gd name="connsiteX51" fmla="*/ 9731408 w 9747620"/>
                <a:gd name="connsiteY51" fmla="*/ 4099446 h 6858000"/>
                <a:gd name="connsiteX52" fmla="*/ 9717987 w 9747620"/>
                <a:gd name="connsiteY52" fmla="*/ 4213325 h 6858000"/>
                <a:gd name="connsiteX53" fmla="*/ 9716297 w 9747620"/>
                <a:gd name="connsiteY53" fmla="*/ 4227129 h 6858000"/>
                <a:gd name="connsiteX54" fmla="*/ 9714110 w 9747620"/>
                <a:gd name="connsiteY54" fmla="*/ 4240981 h 6858000"/>
                <a:gd name="connsiteX55" fmla="*/ 9709785 w 9747620"/>
                <a:gd name="connsiteY55" fmla="*/ 4268731 h 6858000"/>
                <a:gd name="connsiteX56" fmla="*/ 9701086 w 9747620"/>
                <a:gd name="connsiteY56" fmla="*/ 4324185 h 6858000"/>
                <a:gd name="connsiteX57" fmla="*/ 9698699 w 9747620"/>
                <a:gd name="connsiteY57" fmla="*/ 4338994 h 6858000"/>
                <a:gd name="connsiteX58" fmla="*/ 9695966 w 9747620"/>
                <a:gd name="connsiteY58" fmla="*/ 4355050 h 6858000"/>
                <a:gd name="connsiteX59" fmla="*/ 9690299 w 9747620"/>
                <a:gd name="connsiteY59" fmla="*/ 4385054 h 6858000"/>
                <a:gd name="connsiteX60" fmla="*/ 9679909 w 9747620"/>
                <a:gd name="connsiteY60" fmla="*/ 4437919 h 6858000"/>
                <a:gd name="connsiteX61" fmla="*/ 9673647 w 9747620"/>
                <a:gd name="connsiteY61" fmla="*/ 4468162 h 6858000"/>
                <a:gd name="connsiteX62" fmla="*/ 9667532 w 9747620"/>
                <a:gd name="connsiteY62" fmla="*/ 4496296 h 6858000"/>
                <a:gd name="connsiteX63" fmla="*/ 9654658 w 9747620"/>
                <a:gd name="connsiteY63" fmla="*/ 4552277 h 6858000"/>
                <a:gd name="connsiteX64" fmla="*/ 9625876 w 9747620"/>
                <a:gd name="connsiteY64" fmla="*/ 4664478 h 6858000"/>
                <a:gd name="connsiteX65" fmla="*/ 9552803 w 9747620"/>
                <a:gd name="connsiteY65" fmla="*/ 4888737 h 6858000"/>
                <a:gd name="connsiteX66" fmla="*/ 9452639 w 9747620"/>
                <a:gd name="connsiteY66" fmla="*/ 5110934 h 6858000"/>
                <a:gd name="connsiteX67" fmla="*/ 9388017 w 9747620"/>
                <a:gd name="connsiteY67" fmla="*/ 5220020 h 6858000"/>
                <a:gd name="connsiteX68" fmla="*/ 9370073 w 9747620"/>
                <a:gd name="connsiteY68" fmla="*/ 5246811 h 6858000"/>
                <a:gd name="connsiteX69" fmla="*/ 9360926 w 9747620"/>
                <a:gd name="connsiteY69" fmla="*/ 5260040 h 6858000"/>
                <a:gd name="connsiteX70" fmla="*/ 9351829 w 9747620"/>
                <a:gd name="connsiteY70" fmla="*/ 5272646 h 6858000"/>
                <a:gd name="connsiteX71" fmla="*/ 9313305 w 9747620"/>
                <a:gd name="connsiteY71" fmla="*/ 5323881 h 6858000"/>
                <a:gd name="connsiteX72" fmla="*/ 9130375 w 9747620"/>
                <a:gd name="connsiteY72" fmla="*/ 5510802 h 6858000"/>
                <a:gd name="connsiteX73" fmla="*/ 9028422 w 9747620"/>
                <a:gd name="connsiteY73" fmla="*/ 5588878 h 6858000"/>
                <a:gd name="connsiteX74" fmla="*/ 9002424 w 9747620"/>
                <a:gd name="connsiteY74" fmla="*/ 5606707 h 6858000"/>
                <a:gd name="connsiteX75" fmla="*/ 8976525 w 9747620"/>
                <a:gd name="connsiteY75" fmla="*/ 5623866 h 6858000"/>
                <a:gd name="connsiteX76" fmla="*/ 8924181 w 9747620"/>
                <a:gd name="connsiteY76" fmla="*/ 5656793 h 6858000"/>
                <a:gd name="connsiteX77" fmla="*/ 8717291 w 9747620"/>
                <a:gd name="connsiteY77" fmla="*/ 5771582 h 6858000"/>
                <a:gd name="connsiteX78" fmla="*/ 8617129 w 9747620"/>
                <a:gd name="connsiteY78" fmla="*/ 5823105 h 6858000"/>
                <a:gd name="connsiteX79" fmla="*/ 8518207 w 9747620"/>
                <a:gd name="connsiteY79" fmla="*/ 5873671 h 6858000"/>
                <a:gd name="connsiteX80" fmla="*/ 8150558 w 9747620"/>
                <a:gd name="connsiteY80" fmla="*/ 6086761 h 6858000"/>
                <a:gd name="connsiteX81" fmla="*/ 7979410 w 9747620"/>
                <a:gd name="connsiteY81" fmla="*/ 6207158 h 6858000"/>
                <a:gd name="connsiteX82" fmla="*/ 7938300 w 9747620"/>
                <a:gd name="connsiteY82" fmla="*/ 6238887 h 6858000"/>
                <a:gd name="connsiteX83" fmla="*/ 7897936 w 9747620"/>
                <a:gd name="connsiteY83" fmla="*/ 6271286 h 6858000"/>
                <a:gd name="connsiteX84" fmla="*/ 7858367 w 9747620"/>
                <a:gd name="connsiteY84" fmla="*/ 6304357 h 6858000"/>
                <a:gd name="connsiteX85" fmla="*/ 7819048 w 9747620"/>
                <a:gd name="connsiteY85" fmla="*/ 6338770 h 6858000"/>
                <a:gd name="connsiteX86" fmla="*/ 7778882 w 9747620"/>
                <a:gd name="connsiteY86" fmla="*/ 6374477 h 6858000"/>
                <a:gd name="connsiteX87" fmla="*/ 7739563 w 9747620"/>
                <a:gd name="connsiteY87" fmla="*/ 6410328 h 6858000"/>
                <a:gd name="connsiteX88" fmla="*/ 7660824 w 9747620"/>
                <a:gd name="connsiteY88" fmla="*/ 6484138 h 6858000"/>
                <a:gd name="connsiteX89" fmla="*/ 7502302 w 9747620"/>
                <a:gd name="connsiteY89" fmla="*/ 6636360 h 6858000"/>
                <a:gd name="connsiteX90" fmla="*/ 7273394 w 9747620"/>
                <a:gd name="connsiteY90" fmla="*/ 6858000 h 6858000"/>
                <a:gd name="connsiteX91" fmla="*/ 6780690 w 9747620"/>
                <a:gd name="connsiteY91" fmla="*/ 6858000 h 6858000"/>
                <a:gd name="connsiteX92" fmla="*/ 6854939 w 9747620"/>
                <a:gd name="connsiteY92" fmla="*/ 6783597 h 6858000"/>
                <a:gd name="connsiteX93" fmla="*/ 6932087 w 9747620"/>
                <a:gd name="connsiteY93" fmla="*/ 6705809 h 6858000"/>
                <a:gd name="connsiteX94" fmla="*/ 7241130 w 9747620"/>
                <a:gd name="connsiteY94" fmla="*/ 6390965 h 6858000"/>
                <a:gd name="connsiteX95" fmla="*/ 7397564 w 9747620"/>
                <a:gd name="connsiteY95" fmla="*/ 6233087 h 6858000"/>
                <a:gd name="connsiteX96" fmla="*/ 7478142 w 9747620"/>
                <a:gd name="connsiteY96" fmla="*/ 6153670 h 6858000"/>
                <a:gd name="connsiteX97" fmla="*/ 7519600 w 9747620"/>
                <a:gd name="connsiteY97" fmla="*/ 6113937 h 6858000"/>
                <a:gd name="connsiteX98" fmla="*/ 7561207 w 9747620"/>
                <a:gd name="connsiteY98" fmla="*/ 6075067 h 6858000"/>
                <a:gd name="connsiteX99" fmla="*/ 7604204 w 9747620"/>
                <a:gd name="connsiteY99" fmla="*/ 6035526 h 6858000"/>
                <a:gd name="connsiteX100" fmla="*/ 7648644 w 9747620"/>
                <a:gd name="connsiteY100" fmla="*/ 5996416 h 6858000"/>
                <a:gd name="connsiteX101" fmla="*/ 7693830 w 9747620"/>
                <a:gd name="connsiteY101" fmla="*/ 5958264 h 6858000"/>
                <a:gd name="connsiteX102" fmla="*/ 7739662 w 9747620"/>
                <a:gd name="connsiteY102" fmla="*/ 5921073 h 6858000"/>
                <a:gd name="connsiteX103" fmla="*/ 7928458 w 9747620"/>
                <a:gd name="connsiteY103" fmla="*/ 5781025 h 6858000"/>
                <a:gd name="connsiteX104" fmla="*/ 8325882 w 9747620"/>
                <a:gd name="connsiteY104" fmla="*/ 5537450 h 6858000"/>
                <a:gd name="connsiteX105" fmla="*/ 8424555 w 9747620"/>
                <a:gd name="connsiteY105" fmla="*/ 5484106 h 6858000"/>
                <a:gd name="connsiteX106" fmla="*/ 8521737 w 9747620"/>
                <a:gd name="connsiteY106" fmla="*/ 5431289 h 6858000"/>
                <a:gd name="connsiteX107" fmla="*/ 8702677 w 9747620"/>
                <a:gd name="connsiteY107" fmla="*/ 5325942 h 6858000"/>
                <a:gd name="connsiteX108" fmla="*/ 8743986 w 9747620"/>
                <a:gd name="connsiteY108" fmla="*/ 5298717 h 6858000"/>
                <a:gd name="connsiteX109" fmla="*/ 8764167 w 9747620"/>
                <a:gd name="connsiteY109" fmla="*/ 5284723 h 6858000"/>
                <a:gd name="connsiteX110" fmla="*/ 8783704 w 9747620"/>
                <a:gd name="connsiteY110" fmla="*/ 5270679 h 6858000"/>
                <a:gd name="connsiteX111" fmla="*/ 8856776 w 9747620"/>
                <a:gd name="connsiteY111" fmla="*/ 5212399 h 6858000"/>
                <a:gd name="connsiteX112" fmla="*/ 8979856 w 9747620"/>
                <a:gd name="connsiteY112" fmla="*/ 5082081 h 6858000"/>
                <a:gd name="connsiteX113" fmla="*/ 9006699 w 9747620"/>
                <a:gd name="connsiteY113" fmla="*/ 5044984 h 6858000"/>
                <a:gd name="connsiteX114" fmla="*/ 9013509 w 9747620"/>
                <a:gd name="connsiteY114" fmla="*/ 5035254 h 6858000"/>
                <a:gd name="connsiteX115" fmla="*/ 9019773 w 9747620"/>
                <a:gd name="connsiteY115" fmla="*/ 5025812 h 6858000"/>
                <a:gd name="connsiteX116" fmla="*/ 9032050 w 9747620"/>
                <a:gd name="connsiteY116" fmla="*/ 5006833 h 6858000"/>
                <a:gd name="connsiteX117" fmla="*/ 9077733 w 9747620"/>
                <a:gd name="connsiteY117" fmla="*/ 4926839 h 6858000"/>
                <a:gd name="connsiteX118" fmla="*/ 9154285 w 9747620"/>
                <a:gd name="connsiteY118" fmla="*/ 4750223 h 6858000"/>
                <a:gd name="connsiteX119" fmla="*/ 9213936 w 9747620"/>
                <a:gd name="connsiteY119" fmla="*/ 4559945 h 6858000"/>
                <a:gd name="connsiteX120" fmla="*/ 9238592 w 9747620"/>
                <a:gd name="connsiteY120" fmla="*/ 4461357 h 6858000"/>
                <a:gd name="connsiteX121" fmla="*/ 9249776 w 9747620"/>
                <a:gd name="connsiteY121" fmla="*/ 4411319 h 6858000"/>
                <a:gd name="connsiteX122" fmla="*/ 9255046 w 9747620"/>
                <a:gd name="connsiteY122" fmla="*/ 4386299 h 6858000"/>
                <a:gd name="connsiteX123" fmla="*/ 9259718 w 9747620"/>
                <a:gd name="connsiteY123" fmla="*/ 4363342 h 6858000"/>
                <a:gd name="connsiteX124" fmla="*/ 9269959 w 9747620"/>
                <a:gd name="connsiteY124" fmla="*/ 4309566 h 6858000"/>
                <a:gd name="connsiteX125" fmla="*/ 9274233 w 9747620"/>
                <a:gd name="connsiteY125" fmla="*/ 4286176 h 6858000"/>
                <a:gd name="connsiteX126" fmla="*/ 9276022 w 9747620"/>
                <a:gd name="connsiteY126" fmla="*/ 4275489 h 6858000"/>
                <a:gd name="connsiteX127" fmla="*/ 9277861 w 9747620"/>
                <a:gd name="connsiteY127" fmla="*/ 4263506 h 6858000"/>
                <a:gd name="connsiteX128" fmla="*/ 9286014 w 9747620"/>
                <a:gd name="connsiteY128" fmla="*/ 4211696 h 6858000"/>
                <a:gd name="connsiteX129" fmla="*/ 9290092 w 9747620"/>
                <a:gd name="connsiteY129" fmla="*/ 4185767 h 6858000"/>
                <a:gd name="connsiteX130" fmla="*/ 9292128 w 9747620"/>
                <a:gd name="connsiteY130" fmla="*/ 4172826 h 6858000"/>
                <a:gd name="connsiteX131" fmla="*/ 9293720 w 9747620"/>
                <a:gd name="connsiteY131" fmla="*/ 4159693 h 6858000"/>
                <a:gd name="connsiteX132" fmla="*/ 9305650 w 9747620"/>
                <a:gd name="connsiteY132" fmla="*/ 4057941 h 6858000"/>
                <a:gd name="connsiteX133" fmla="*/ 9309378 w 9747620"/>
                <a:gd name="connsiteY133" fmla="*/ 4010779 h 6858000"/>
                <a:gd name="connsiteX134" fmla="*/ 9313454 w 9747620"/>
                <a:gd name="connsiteY134" fmla="*/ 3956428 h 6858000"/>
                <a:gd name="connsiteX135" fmla="*/ 9320811 w 9747620"/>
                <a:gd name="connsiteY135" fmla="*/ 3753546 h 6858000"/>
                <a:gd name="connsiteX136" fmla="*/ 9319617 w 9747620"/>
                <a:gd name="connsiteY136" fmla="*/ 3650643 h 6858000"/>
                <a:gd name="connsiteX137" fmla="*/ 9318176 w 9747620"/>
                <a:gd name="connsiteY137" fmla="*/ 3600030 h 6858000"/>
                <a:gd name="connsiteX138" fmla="*/ 9317778 w 9747620"/>
                <a:gd name="connsiteY138" fmla="*/ 3588096 h 6858000"/>
                <a:gd name="connsiteX139" fmla="*/ 9316983 w 9747620"/>
                <a:gd name="connsiteY139" fmla="*/ 3575107 h 6858000"/>
                <a:gd name="connsiteX140" fmla="*/ 9315443 w 9747620"/>
                <a:gd name="connsiteY140" fmla="*/ 3549130 h 6858000"/>
                <a:gd name="connsiteX141" fmla="*/ 9312311 w 9747620"/>
                <a:gd name="connsiteY141" fmla="*/ 3497176 h 6858000"/>
                <a:gd name="connsiteX142" fmla="*/ 9307587 w 9747620"/>
                <a:gd name="connsiteY142" fmla="*/ 3445029 h 6858000"/>
                <a:gd name="connsiteX143" fmla="*/ 9302618 w 9747620"/>
                <a:gd name="connsiteY143" fmla="*/ 3392835 h 6858000"/>
                <a:gd name="connsiteX144" fmla="*/ 9301574 w 9747620"/>
                <a:gd name="connsiteY144" fmla="*/ 3381476 h 6858000"/>
                <a:gd name="connsiteX145" fmla="*/ 9300430 w 9747620"/>
                <a:gd name="connsiteY145" fmla="*/ 3370740 h 6858000"/>
                <a:gd name="connsiteX146" fmla="*/ 9297547 w 9747620"/>
                <a:gd name="connsiteY146" fmla="*/ 3346966 h 6858000"/>
                <a:gd name="connsiteX147" fmla="*/ 9294017 w 9747620"/>
                <a:gd name="connsiteY147" fmla="*/ 3320030 h 6858000"/>
                <a:gd name="connsiteX148" fmla="*/ 9290439 w 9747620"/>
                <a:gd name="connsiteY148" fmla="*/ 3290410 h 6858000"/>
                <a:gd name="connsiteX149" fmla="*/ 9284275 w 9747620"/>
                <a:gd name="connsiteY149" fmla="*/ 3244544 h 6858000"/>
                <a:gd name="connsiteX150" fmla="*/ 9275974 w 9747620"/>
                <a:gd name="connsiteY150" fmla="*/ 3193116 h 6858000"/>
                <a:gd name="connsiteX151" fmla="*/ 9267224 w 9747620"/>
                <a:gd name="connsiteY151" fmla="*/ 3142264 h 6858000"/>
                <a:gd name="connsiteX152" fmla="*/ 9225320 w 9747620"/>
                <a:gd name="connsiteY152" fmla="*/ 2939909 h 6858000"/>
                <a:gd name="connsiteX153" fmla="*/ 9200466 w 9747620"/>
                <a:gd name="connsiteY153" fmla="*/ 2839449 h 6858000"/>
                <a:gd name="connsiteX154" fmla="*/ 9193953 w 9747620"/>
                <a:gd name="connsiteY154" fmla="*/ 2814958 h 6858000"/>
                <a:gd name="connsiteX155" fmla="*/ 9186993 w 9747620"/>
                <a:gd name="connsiteY155" fmla="*/ 2790276 h 6858000"/>
                <a:gd name="connsiteX156" fmla="*/ 9172628 w 9747620"/>
                <a:gd name="connsiteY156" fmla="*/ 2740621 h 6858000"/>
                <a:gd name="connsiteX157" fmla="*/ 9035082 w 9747620"/>
                <a:gd name="connsiteY157" fmla="*/ 2347463 h 6858000"/>
                <a:gd name="connsiteX158" fmla="*/ 8952118 w 9747620"/>
                <a:gd name="connsiteY158" fmla="*/ 2155413 h 6858000"/>
                <a:gd name="connsiteX159" fmla="*/ 8929948 w 9747620"/>
                <a:gd name="connsiteY159" fmla="*/ 2107915 h 6858000"/>
                <a:gd name="connsiteX160" fmla="*/ 8907429 w 9747620"/>
                <a:gd name="connsiteY160" fmla="*/ 2060753 h 6858000"/>
                <a:gd name="connsiteX161" fmla="*/ 8860404 w 9747620"/>
                <a:gd name="connsiteY161" fmla="*/ 1966478 h 6858000"/>
                <a:gd name="connsiteX162" fmla="*/ 8760788 w 9747620"/>
                <a:gd name="connsiteY162" fmla="*/ 1780274 h 6858000"/>
                <a:gd name="connsiteX163" fmla="*/ 8734740 w 9747620"/>
                <a:gd name="connsiteY163" fmla="*/ 1734311 h 6858000"/>
                <a:gd name="connsiteX164" fmla="*/ 8708046 w 9747620"/>
                <a:gd name="connsiteY164" fmla="*/ 1687963 h 6858000"/>
                <a:gd name="connsiteX165" fmla="*/ 8654062 w 9747620"/>
                <a:gd name="connsiteY165" fmla="*/ 1597234 h 6858000"/>
                <a:gd name="connsiteX166" fmla="*/ 8540278 w 9747620"/>
                <a:gd name="connsiteY166" fmla="*/ 1418077 h 6858000"/>
                <a:gd name="connsiteX167" fmla="*/ 8510701 w 9747620"/>
                <a:gd name="connsiteY167" fmla="*/ 1373695 h 6858000"/>
                <a:gd name="connsiteX168" fmla="*/ 8480676 w 9747620"/>
                <a:gd name="connsiteY168" fmla="*/ 1329457 h 6858000"/>
                <a:gd name="connsiteX169" fmla="*/ 8419782 w 9747620"/>
                <a:gd name="connsiteY169" fmla="*/ 1242275 h 6858000"/>
                <a:gd name="connsiteX170" fmla="*/ 8292478 w 9747620"/>
                <a:gd name="connsiteY170" fmla="*/ 1069875 h 6858000"/>
                <a:gd name="connsiteX171" fmla="*/ 8259620 w 9747620"/>
                <a:gd name="connsiteY171" fmla="*/ 1027123 h 6858000"/>
                <a:gd name="connsiteX172" fmla="*/ 8243416 w 9747620"/>
                <a:gd name="connsiteY172" fmla="*/ 1006130 h 6858000"/>
                <a:gd name="connsiteX173" fmla="*/ 8227110 w 9747620"/>
                <a:gd name="connsiteY173" fmla="*/ 985473 h 6858000"/>
                <a:gd name="connsiteX174" fmla="*/ 8159604 w 9747620"/>
                <a:gd name="connsiteY174" fmla="*/ 902029 h 6858000"/>
                <a:gd name="connsiteX175" fmla="*/ 8020022 w 9747620"/>
                <a:gd name="connsiteY175" fmla="*/ 738209 h 6858000"/>
                <a:gd name="connsiteX176" fmla="*/ 7984182 w 9747620"/>
                <a:gd name="connsiteY176" fmla="*/ 697901 h 6858000"/>
                <a:gd name="connsiteX177" fmla="*/ 7948043 w 9747620"/>
                <a:gd name="connsiteY177" fmla="*/ 657976 h 6858000"/>
                <a:gd name="connsiteX178" fmla="*/ 7874324 w 9747620"/>
                <a:gd name="connsiteY178" fmla="*/ 578607 h 6858000"/>
                <a:gd name="connsiteX179" fmla="*/ 7723308 w 9747620"/>
                <a:gd name="connsiteY179" fmla="*/ 424085 h 6858000"/>
                <a:gd name="connsiteX180" fmla="*/ 7565532 w 9747620"/>
                <a:gd name="connsiteY180" fmla="*/ 275602 h 6858000"/>
                <a:gd name="connsiteX181" fmla="*/ 1832515 w 9747620"/>
                <a:gd name="connsiteY181" fmla="*/ 0 h 6858000"/>
                <a:gd name="connsiteX182" fmla="*/ 2158449 w 9747620"/>
                <a:gd name="connsiteY182" fmla="*/ 0 h 6858000"/>
                <a:gd name="connsiteX183" fmla="*/ 2108797 w 9747620"/>
                <a:gd name="connsiteY183" fmla="*/ 37845 h 6858000"/>
                <a:gd name="connsiteX184" fmla="*/ 1942830 w 9747620"/>
                <a:gd name="connsiteY184" fmla="*/ 177587 h 6858000"/>
                <a:gd name="connsiteX185" fmla="*/ 1633191 w 9747620"/>
                <a:gd name="connsiteY185" fmla="*/ 477909 h 6858000"/>
                <a:gd name="connsiteX186" fmla="*/ 702686 w 9747620"/>
                <a:gd name="connsiteY186" fmla="*/ 1889935 h 6858000"/>
                <a:gd name="connsiteX187" fmla="*/ 551769 w 9747620"/>
                <a:gd name="connsiteY187" fmla="*/ 2281416 h 6858000"/>
                <a:gd name="connsiteX188" fmla="*/ 438383 w 9747620"/>
                <a:gd name="connsiteY188" fmla="*/ 2682772 h 6858000"/>
                <a:gd name="connsiteX189" fmla="*/ 397124 w 9747620"/>
                <a:gd name="connsiteY189" fmla="*/ 2887044 h 6858000"/>
                <a:gd name="connsiteX190" fmla="*/ 365658 w 9747620"/>
                <a:gd name="connsiteY190" fmla="*/ 3093424 h 6858000"/>
                <a:gd name="connsiteX191" fmla="*/ 332105 w 9747620"/>
                <a:gd name="connsiteY191" fmla="*/ 3509828 h 6858000"/>
                <a:gd name="connsiteX192" fmla="*/ 383653 w 9747620"/>
                <a:gd name="connsiteY192" fmla="*/ 4346327 h 6858000"/>
                <a:gd name="connsiteX193" fmla="*/ 422327 w 9747620"/>
                <a:gd name="connsiteY193" fmla="*/ 4552900 h 6858000"/>
                <a:gd name="connsiteX194" fmla="*/ 472184 w 9747620"/>
                <a:gd name="connsiteY194" fmla="*/ 4757939 h 6858000"/>
                <a:gd name="connsiteX195" fmla="*/ 533078 w 9747620"/>
                <a:gd name="connsiteY195" fmla="*/ 4960916 h 6858000"/>
                <a:gd name="connsiteX196" fmla="*/ 604710 w 9747620"/>
                <a:gd name="connsiteY196" fmla="*/ 5160875 h 6858000"/>
                <a:gd name="connsiteX197" fmla="*/ 996766 w 9747620"/>
                <a:gd name="connsiteY197" fmla="*/ 5920640 h 6858000"/>
                <a:gd name="connsiteX198" fmla="*/ 1549183 w 9747620"/>
                <a:gd name="connsiteY198" fmla="*/ 6586417 h 6858000"/>
                <a:gd name="connsiteX199" fmla="*/ 1709890 w 9747620"/>
                <a:gd name="connsiteY199" fmla="*/ 6734063 h 6858000"/>
                <a:gd name="connsiteX200" fmla="*/ 1859761 w 9747620"/>
                <a:gd name="connsiteY200" fmla="*/ 6858000 h 6858000"/>
                <a:gd name="connsiteX201" fmla="*/ 1671798 w 9747620"/>
                <a:gd name="connsiteY201" fmla="*/ 6858000 h 6858000"/>
                <a:gd name="connsiteX202" fmla="*/ 1628044 w 9747620"/>
                <a:gd name="connsiteY202" fmla="*/ 6822717 h 6858000"/>
                <a:gd name="connsiteX203" fmla="*/ 1459756 w 9747620"/>
                <a:gd name="connsiteY203" fmla="*/ 6674223 h 6858000"/>
                <a:gd name="connsiteX204" fmla="*/ 402543 w 9747620"/>
                <a:gd name="connsiteY204" fmla="*/ 5241588 h 6858000"/>
                <a:gd name="connsiteX205" fmla="*/ 311923 w 9747620"/>
                <a:gd name="connsiteY205" fmla="*/ 5036741 h 6858000"/>
                <a:gd name="connsiteX206" fmla="*/ 232140 w 9747620"/>
                <a:gd name="connsiteY206" fmla="*/ 4827483 h 6858000"/>
                <a:gd name="connsiteX207" fmla="*/ 163392 w 9747620"/>
                <a:gd name="connsiteY207" fmla="*/ 4613913 h 6858000"/>
                <a:gd name="connsiteX208" fmla="*/ 106823 w 9747620"/>
                <a:gd name="connsiteY208" fmla="*/ 4396365 h 6858000"/>
                <a:gd name="connsiteX209" fmla="*/ 29326 w 9747620"/>
                <a:gd name="connsiteY209" fmla="*/ 3954702 h 6858000"/>
                <a:gd name="connsiteX210" fmla="*/ 8647 w 9747620"/>
                <a:gd name="connsiteY210" fmla="*/ 3730971 h 6858000"/>
                <a:gd name="connsiteX211" fmla="*/ 2880 w 9747620"/>
                <a:gd name="connsiteY211" fmla="*/ 3618674 h 6858000"/>
                <a:gd name="connsiteX212" fmla="*/ 296 w 9747620"/>
                <a:gd name="connsiteY212" fmla="*/ 3506425 h 6858000"/>
                <a:gd name="connsiteX213" fmla="*/ 20030 w 9747620"/>
                <a:gd name="connsiteY213" fmla="*/ 3056711 h 6858000"/>
                <a:gd name="connsiteX214" fmla="*/ 48664 w 9747620"/>
                <a:gd name="connsiteY214" fmla="*/ 2832980 h 6858000"/>
                <a:gd name="connsiteX215" fmla="*/ 89922 w 9747620"/>
                <a:gd name="connsiteY215" fmla="*/ 2610639 h 6858000"/>
                <a:gd name="connsiteX216" fmla="*/ 211163 w 9747620"/>
                <a:gd name="connsiteY216" fmla="*/ 2174343 h 6858000"/>
                <a:gd name="connsiteX217" fmla="*/ 379129 w 9747620"/>
                <a:gd name="connsiteY217" fmla="*/ 1754393 h 6858000"/>
                <a:gd name="connsiteX218" fmla="*/ 841424 w 9747620"/>
                <a:gd name="connsiteY218" fmla="*/ 976270 h 6858000"/>
                <a:gd name="connsiteX219" fmla="*/ 1130234 w 9747620"/>
                <a:gd name="connsiteY219" fmla="*/ 625768 h 6858000"/>
                <a:gd name="connsiteX220" fmla="*/ 1452897 w 9747620"/>
                <a:gd name="connsiteY220" fmla="*/ 305748 h 6858000"/>
                <a:gd name="connsiteX221" fmla="*/ 1805682 w 9747620"/>
                <a:gd name="connsiteY221" fmla="*/ 18752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</a:cxnLst>
              <a:rect l="l" t="t" r="r" b="b"/>
              <a:pathLst>
                <a:path w="9747620" h="6858000">
                  <a:moveTo>
                    <a:pt x="7235453" y="0"/>
                  </a:moveTo>
                  <a:lnTo>
                    <a:pt x="7548130" y="0"/>
                  </a:lnTo>
                  <a:lnTo>
                    <a:pt x="7710334" y="111973"/>
                  </a:lnTo>
                  <a:cubicBezTo>
                    <a:pt x="7770781" y="157314"/>
                    <a:pt x="7830282" y="203517"/>
                    <a:pt x="7889188" y="251542"/>
                  </a:cubicBezTo>
                  <a:cubicBezTo>
                    <a:pt x="7947894" y="299470"/>
                    <a:pt x="8005557" y="348453"/>
                    <a:pt x="8061828" y="398586"/>
                  </a:cubicBezTo>
                  <a:cubicBezTo>
                    <a:pt x="8090013" y="423605"/>
                    <a:pt x="8117948" y="448816"/>
                    <a:pt x="8145637" y="474218"/>
                  </a:cubicBezTo>
                  <a:cubicBezTo>
                    <a:pt x="8159506" y="486918"/>
                    <a:pt x="8173375" y="499764"/>
                    <a:pt x="8187242" y="512753"/>
                  </a:cubicBezTo>
                  <a:lnTo>
                    <a:pt x="8228402" y="551575"/>
                  </a:lnTo>
                  <a:cubicBezTo>
                    <a:pt x="8283082" y="603577"/>
                    <a:pt x="8336569" y="656778"/>
                    <a:pt x="8389211" y="710937"/>
                  </a:cubicBezTo>
                  <a:cubicBezTo>
                    <a:pt x="8415458" y="738065"/>
                    <a:pt x="8441455" y="765432"/>
                    <a:pt x="8467206" y="793088"/>
                  </a:cubicBezTo>
                  <a:lnTo>
                    <a:pt x="8486791" y="814223"/>
                  </a:lnTo>
                  <a:lnTo>
                    <a:pt x="8505979" y="835409"/>
                  </a:lnTo>
                  <a:lnTo>
                    <a:pt x="8543509" y="877346"/>
                  </a:lnTo>
                  <a:cubicBezTo>
                    <a:pt x="8593418" y="933423"/>
                    <a:pt x="8642579" y="990601"/>
                    <a:pt x="8690549" y="1048978"/>
                  </a:cubicBezTo>
                  <a:cubicBezTo>
                    <a:pt x="8714558" y="1078168"/>
                    <a:pt x="8738368" y="1107644"/>
                    <a:pt x="8761732" y="1137502"/>
                  </a:cubicBezTo>
                  <a:lnTo>
                    <a:pt x="8796379" y="1182077"/>
                  </a:lnTo>
                  <a:lnTo>
                    <a:pt x="8830678" y="1226986"/>
                  </a:lnTo>
                  <a:cubicBezTo>
                    <a:pt x="8876112" y="1287185"/>
                    <a:pt x="8920304" y="1348532"/>
                    <a:pt x="8963353" y="1410936"/>
                  </a:cubicBezTo>
                  <a:cubicBezTo>
                    <a:pt x="8984727" y="1442137"/>
                    <a:pt x="9005954" y="1473915"/>
                    <a:pt x="9026483" y="1505499"/>
                  </a:cubicBezTo>
                  <a:lnTo>
                    <a:pt x="9057004" y="1552613"/>
                  </a:lnTo>
                  <a:cubicBezTo>
                    <a:pt x="9067245" y="1568525"/>
                    <a:pt x="9077336" y="1584534"/>
                    <a:pt x="9087278" y="1600542"/>
                  </a:cubicBezTo>
                  <a:cubicBezTo>
                    <a:pt x="9127145" y="1664766"/>
                    <a:pt x="9165966" y="1729613"/>
                    <a:pt x="9202851" y="1795515"/>
                  </a:cubicBezTo>
                  <a:cubicBezTo>
                    <a:pt x="9221342" y="1828491"/>
                    <a:pt x="9239437" y="1861417"/>
                    <a:pt x="9257332" y="1894920"/>
                  </a:cubicBezTo>
                  <a:lnTo>
                    <a:pt x="9283778" y="1945436"/>
                  </a:lnTo>
                  <a:lnTo>
                    <a:pt x="9309428" y="1996193"/>
                  </a:lnTo>
                  <a:cubicBezTo>
                    <a:pt x="9343280" y="2064013"/>
                    <a:pt x="9375491" y="2132695"/>
                    <a:pt x="9405714" y="2202191"/>
                  </a:cubicBezTo>
                  <a:cubicBezTo>
                    <a:pt x="9466260" y="2341183"/>
                    <a:pt x="9520493" y="2483053"/>
                    <a:pt x="9566524" y="2627653"/>
                  </a:cubicBezTo>
                  <a:cubicBezTo>
                    <a:pt x="9572289" y="2645675"/>
                    <a:pt x="9578056" y="2663792"/>
                    <a:pt x="9583573" y="2682195"/>
                  </a:cubicBezTo>
                  <a:lnTo>
                    <a:pt x="9591974" y="2709707"/>
                  </a:lnTo>
                  <a:lnTo>
                    <a:pt x="9600027" y="2737650"/>
                  </a:lnTo>
                  <a:cubicBezTo>
                    <a:pt x="9610416" y="2774171"/>
                    <a:pt x="9620358" y="2810884"/>
                    <a:pt x="9629803" y="2847694"/>
                  </a:cubicBezTo>
                  <a:cubicBezTo>
                    <a:pt x="9648692" y="2921312"/>
                    <a:pt x="9665196" y="2995506"/>
                    <a:pt x="9679909" y="3070131"/>
                  </a:cubicBezTo>
                  <a:cubicBezTo>
                    <a:pt x="9683587" y="3088775"/>
                    <a:pt x="9687118" y="3107418"/>
                    <a:pt x="9690498" y="3126159"/>
                  </a:cubicBezTo>
                  <a:lnTo>
                    <a:pt x="9700390" y="3181805"/>
                  </a:lnTo>
                  <a:cubicBezTo>
                    <a:pt x="9703670" y="3201120"/>
                    <a:pt x="9706952" y="3222112"/>
                    <a:pt x="9709685" y="3243392"/>
                  </a:cubicBezTo>
                  <a:lnTo>
                    <a:pt x="9713016" y="3267597"/>
                  </a:lnTo>
                  <a:lnTo>
                    <a:pt x="9716844" y="3294437"/>
                  </a:lnTo>
                  <a:cubicBezTo>
                    <a:pt x="9718186" y="3303926"/>
                    <a:pt x="9719527" y="3313895"/>
                    <a:pt x="9720820" y="3324488"/>
                  </a:cubicBezTo>
                  <a:lnTo>
                    <a:pt x="9722709" y="3340737"/>
                  </a:lnTo>
                  <a:lnTo>
                    <a:pt x="9724301" y="3356361"/>
                  </a:lnTo>
                  <a:lnTo>
                    <a:pt x="9730166" y="3412197"/>
                  </a:lnTo>
                  <a:cubicBezTo>
                    <a:pt x="9732005" y="3430842"/>
                    <a:pt x="9734291" y="3449342"/>
                    <a:pt x="9735783" y="3468083"/>
                  </a:cubicBezTo>
                  <a:lnTo>
                    <a:pt x="9739760" y="3524399"/>
                  </a:lnTo>
                  <a:lnTo>
                    <a:pt x="9741748" y="3552580"/>
                  </a:lnTo>
                  <a:lnTo>
                    <a:pt x="9742742" y="3566672"/>
                  </a:lnTo>
                  <a:lnTo>
                    <a:pt x="9743488" y="3581865"/>
                  </a:lnTo>
                  <a:lnTo>
                    <a:pt x="9744731" y="3611341"/>
                  </a:lnTo>
                  <a:lnTo>
                    <a:pt x="9745725" y="3639715"/>
                  </a:lnTo>
                  <a:cubicBezTo>
                    <a:pt x="9746868" y="3677579"/>
                    <a:pt x="9747514" y="3715587"/>
                    <a:pt x="9747613" y="3753786"/>
                  </a:cubicBezTo>
                  <a:cubicBezTo>
                    <a:pt x="9747763" y="3830232"/>
                    <a:pt x="9745675" y="3906870"/>
                    <a:pt x="9740405" y="3984609"/>
                  </a:cubicBezTo>
                  <a:lnTo>
                    <a:pt x="9736329" y="4038434"/>
                  </a:lnTo>
                  <a:cubicBezTo>
                    <a:pt x="9735087" y="4055976"/>
                    <a:pt x="9733794" y="4076346"/>
                    <a:pt x="9731408" y="4099446"/>
                  </a:cubicBezTo>
                  <a:lnTo>
                    <a:pt x="9717987" y="4213325"/>
                  </a:lnTo>
                  <a:cubicBezTo>
                    <a:pt x="9717441" y="4217926"/>
                    <a:pt x="9716943" y="4222527"/>
                    <a:pt x="9716297" y="4227129"/>
                  </a:cubicBezTo>
                  <a:lnTo>
                    <a:pt x="9714110" y="4240981"/>
                  </a:lnTo>
                  <a:lnTo>
                    <a:pt x="9709785" y="4268731"/>
                  </a:lnTo>
                  <a:lnTo>
                    <a:pt x="9701086" y="4324185"/>
                  </a:lnTo>
                  <a:lnTo>
                    <a:pt x="9698699" y="4338994"/>
                  </a:lnTo>
                  <a:lnTo>
                    <a:pt x="9695966" y="4355050"/>
                  </a:lnTo>
                  <a:cubicBezTo>
                    <a:pt x="9694077" y="4365547"/>
                    <a:pt x="9692188" y="4375516"/>
                    <a:pt x="9690299" y="4385054"/>
                  </a:cubicBezTo>
                  <a:lnTo>
                    <a:pt x="9679909" y="4437919"/>
                  </a:lnTo>
                  <a:cubicBezTo>
                    <a:pt x="9677871" y="4448320"/>
                    <a:pt x="9675735" y="4458097"/>
                    <a:pt x="9673647" y="4468162"/>
                  </a:cubicBezTo>
                  <a:lnTo>
                    <a:pt x="9667532" y="4496296"/>
                  </a:lnTo>
                  <a:cubicBezTo>
                    <a:pt x="9663406" y="4514941"/>
                    <a:pt x="9659081" y="4533585"/>
                    <a:pt x="9654658" y="4552277"/>
                  </a:cubicBezTo>
                  <a:cubicBezTo>
                    <a:pt x="9645760" y="4589613"/>
                    <a:pt x="9636265" y="4627045"/>
                    <a:pt x="9625876" y="4664478"/>
                  </a:cubicBezTo>
                  <a:cubicBezTo>
                    <a:pt x="9605048" y="4739247"/>
                    <a:pt x="9581088" y="4814303"/>
                    <a:pt x="9552803" y="4888737"/>
                  </a:cubicBezTo>
                  <a:cubicBezTo>
                    <a:pt x="9524668" y="4962930"/>
                    <a:pt x="9492109" y="5037459"/>
                    <a:pt x="9452639" y="5110934"/>
                  </a:cubicBezTo>
                  <a:cubicBezTo>
                    <a:pt x="9432905" y="5147695"/>
                    <a:pt x="9411431" y="5184169"/>
                    <a:pt x="9388017" y="5220020"/>
                  </a:cubicBezTo>
                  <a:cubicBezTo>
                    <a:pt x="9382201" y="5228982"/>
                    <a:pt x="9376236" y="5237945"/>
                    <a:pt x="9370073" y="5246811"/>
                  </a:cubicBezTo>
                  <a:lnTo>
                    <a:pt x="9360926" y="5260040"/>
                  </a:lnTo>
                  <a:lnTo>
                    <a:pt x="9351829" y="5272646"/>
                  </a:lnTo>
                  <a:cubicBezTo>
                    <a:pt x="9339700" y="5289468"/>
                    <a:pt x="9327174" y="5306387"/>
                    <a:pt x="9313305" y="5323881"/>
                  </a:cubicBezTo>
                  <a:cubicBezTo>
                    <a:pt x="9258625" y="5393042"/>
                    <a:pt x="9196489" y="5455445"/>
                    <a:pt x="9130375" y="5510802"/>
                  </a:cubicBezTo>
                  <a:cubicBezTo>
                    <a:pt x="9097319" y="5538505"/>
                    <a:pt x="9063268" y="5564530"/>
                    <a:pt x="9028422" y="5588878"/>
                  </a:cubicBezTo>
                  <a:cubicBezTo>
                    <a:pt x="9019723" y="5595109"/>
                    <a:pt x="9011074" y="5600909"/>
                    <a:pt x="9002424" y="5606707"/>
                  </a:cubicBezTo>
                  <a:cubicBezTo>
                    <a:pt x="8993774" y="5612603"/>
                    <a:pt x="8985124" y="5618211"/>
                    <a:pt x="8976525" y="5623866"/>
                  </a:cubicBezTo>
                  <a:cubicBezTo>
                    <a:pt x="8959277" y="5635130"/>
                    <a:pt x="8941629" y="5646201"/>
                    <a:pt x="8924181" y="5656793"/>
                  </a:cubicBezTo>
                  <a:cubicBezTo>
                    <a:pt x="8854291" y="5699259"/>
                    <a:pt x="8784946" y="5736451"/>
                    <a:pt x="8717291" y="5771582"/>
                  </a:cubicBezTo>
                  <a:lnTo>
                    <a:pt x="8617129" y="5823105"/>
                  </a:lnTo>
                  <a:lnTo>
                    <a:pt x="8518207" y="5873671"/>
                  </a:lnTo>
                  <a:cubicBezTo>
                    <a:pt x="8391200" y="5939188"/>
                    <a:pt x="8267922" y="6009788"/>
                    <a:pt x="8150558" y="6086761"/>
                  </a:cubicBezTo>
                  <a:cubicBezTo>
                    <a:pt x="8091901" y="6125248"/>
                    <a:pt x="8034736" y="6165317"/>
                    <a:pt x="7979410" y="6207158"/>
                  </a:cubicBezTo>
                  <a:cubicBezTo>
                    <a:pt x="7965739" y="6217750"/>
                    <a:pt x="7951771" y="6228103"/>
                    <a:pt x="7938300" y="6238887"/>
                  </a:cubicBezTo>
                  <a:lnTo>
                    <a:pt x="7897936" y="6271286"/>
                  </a:lnTo>
                  <a:lnTo>
                    <a:pt x="7858367" y="6304357"/>
                  </a:lnTo>
                  <a:lnTo>
                    <a:pt x="7819048" y="6338770"/>
                  </a:lnTo>
                  <a:cubicBezTo>
                    <a:pt x="7804882" y="6351232"/>
                    <a:pt x="7792105" y="6362591"/>
                    <a:pt x="7778882" y="6374477"/>
                  </a:cubicBezTo>
                  <a:lnTo>
                    <a:pt x="7739563" y="6410328"/>
                  </a:lnTo>
                  <a:cubicBezTo>
                    <a:pt x="7713366" y="6434485"/>
                    <a:pt x="7687168" y="6459120"/>
                    <a:pt x="7660824" y="6484138"/>
                  </a:cubicBezTo>
                  <a:lnTo>
                    <a:pt x="7502302" y="6636360"/>
                  </a:lnTo>
                  <a:lnTo>
                    <a:pt x="7273394" y="6858000"/>
                  </a:lnTo>
                  <a:lnTo>
                    <a:pt x="6780690" y="6858000"/>
                  </a:lnTo>
                  <a:lnTo>
                    <a:pt x="6854939" y="6783597"/>
                  </a:lnTo>
                  <a:cubicBezTo>
                    <a:pt x="6880688" y="6757810"/>
                    <a:pt x="6906338" y="6732265"/>
                    <a:pt x="6932087" y="6705809"/>
                  </a:cubicBezTo>
                  <a:lnTo>
                    <a:pt x="7241130" y="6390965"/>
                  </a:lnTo>
                  <a:lnTo>
                    <a:pt x="7397564" y="6233087"/>
                  </a:lnTo>
                  <a:cubicBezTo>
                    <a:pt x="7424009" y="6206679"/>
                    <a:pt x="7450802" y="6180175"/>
                    <a:pt x="7478142" y="6153670"/>
                  </a:cubicBezTo>
                  <a:lnTo>
                    <a:pt x="7519600" y="6113937"/>
                  </a:lnTo>
                  <a:cubicBezTo>
                    <a:pt x="7533469" y="6100805"/>
                    <a:pt x="7547934" y="6087288"/>
                    <a:pt x="7561207" y="6075067"/>
                  </a:cubicBezTo>
                  <a:lnTo>
                    <a:pt x="7604204" y="6035526"/>
                  </a:lnTo>
                  <a:lnTo>
                    <a:pt x="7648644" y="5996416"/>
                  </a:lnTo>
                  <a:cubicBezTo>
                    <a:pt x="7663608" y="5983570"/>
                    <a:pt x="7678768" y="5971013"/>
                    <a:pt x="7693830" y="5958264"/>
                  </a:cubicBezTo>
                  <a:cubicBezTo>
                    <a:pt x="7708942" y="5945611"/>
                    <a:pt x="7724352" y="5933485"/>
                    <a:pt x="7739662" y="5921073"/>
                  </a:cubicBezTo>
                  <a:cubicBezTo>
                    <a:pt x="7801154" y="5872088"/>
                    <a:pt x="7864234" y="5825502"/>
                    <a:pt x="7928458" y="5781025"/>
                  </a:cubicBezTo>
                  <a:cubicBezTo>
                    <a:pt x="8057005" y="5692164"/>
                    <a:pt x="8190077" y="5611500"/>
                    <a:pt x="8325882" y="5537450"/>
                  </a:cubicBezTo>
                  <a:lnTo>
                    <a:pt x="8424555" y="5484106"/>
                  </a:lnTo>
                  <a:lnTo>
                    <a:pt x="8521737" y="5431289"/>
                  </a:lnTo>
                  <a:cubicBezTo>
                    <a:pt x="8585315" y="5396349"/>
                    <a:pt x="8646456" y="5361840"/>
                    <a:pt x="8702677" y="5325942"/>
                  </a:cubicBezTo>
                  <a:cubicBezTo>
                    <a:pt x="8716795" y="5316931"/>
                    <a:pt x="8730365" y="5308017"/>
                    <a:pt x="8743986" y="5298717"/>
                  </a:cubicBezTo>
                  <a:cubicBezTo>
                    <a:pt x="8750747" y="5294069"/>
                    <a:pt x="8757606" y="5289420"/>
                    <a:pt x="8764167" y="5284723"/>
                  </a:cubicBezTo>
                  <a:cubicBezTo>
                    <a:pt x="8770778" y="5280074"/>
                    <a:pt x="8777440" y="5275377"/>
                    <a:pt x="8783704" y="5270679"/>
                  </a:cubicBezTo>
                  <a:cubicBezTo>
                    <a:pt x="8809155" y="5251987"/>
                    <a:pt x="8833611" y="5232577"/>
                    <a:pt x="8856776" y="5212399"/>
                  </a:cubicBezTo>
                  <a:cubicBezTo>
                    <a:pt x="8903104" y="5172043"/>
                    <a:pt x="8944463" y="5128668"/>
                    <a:pt x="8979856" y="5082081"/>
                  </a:cubicBezTo>
                  <a:cubicBezTo>
                    <a:pt x="8988555" y="5070722"/>
                    <a:pt x="8997602" y="5057973"/>
                    <a:pt x="9006699" y="5044984"/>
                  </a:cubicBezTo>
                  <a:lnTo>
                    <a:pt x="9013509" y="5035254"/>
                  </a:lnTo>
                  <a:lnTo>
                    <a:pt x="9019773" y="5025812"/>
                  </a:lnTo>
                  <a:cubicBezTo>
                    <a:pt x="9023997" y="5019629"/>
                    <a:pt x="9028073" y="5013254"/>
                    <a:pt x="9032050" y="5006833"/>
                  </a:cubicBezTo>
                  <a:cubicBezTo>
                    <a:pt x="9048206" y="4981238"/>
                    <a:pt x="9063417" y="4954542"/>
                    <a:pt x="9077733" y="4926839"/>
                  </a:cubicBezTo>
                  <a:cubicBezTo>
                    <a:pt x="9106415" y="4871434"/>
                    <a:pt x="9131469" y="4812050"/>
                    <a:pt x="9154285" y="4750223"/>
                  </a:cubicBezTo>
                  <a:cubicBezTo>
                    <a:pt x="9176904" y="4688586"/>
                    <a:pt x="9196537" y="4625032"/>
                    <a:pt x="9213936" y="4559945"/>
                  </a:cubicBezTo>
                  <a:cubicBezTo>
                    <a:pt x="9222635" y="4527402"/>
                    <a:pt x="9230887" y="4494523"/>
                    <a:pt x="9238592" y="4461357"/>
                  </a:cubicBezTo>
                  <a:cubicBezTo>
                    <a:pt x="9242419" y="4444773"/>
                    <a:pt x="9246147" y="4428094"/>
                    <a:pt x="9249776" y="4411319"/>
                  </a:cubicBezTo>
                  <a:lnTo>
                    <a:pt x="9255046" y="4386299"/>
                  </a:lnTo>
                  <a:lnTo>
                    <a:pt x="9259718" y="4363342"/>
                  </a:lnTo>
                  <a:lnTo>
                    <a:pt x="9269959" y="4309566"/>
                  </a:lnTo>
                  <a:lnTo>
                    <a:pt x="9274233" y="4286176"/>
                  </a:lnTo>
                  <a:lnTo>
                    <a:pt x="9276022" y="4275489"/>
                  </a:lnTo>
                  <a:lnTo>
                    <a:pt x="9277861" y="4263506"/>
                  </a:lnTo>
                  <a:lnTo>
                    <a:pt x="9286014" y="4211696"/>
                  </a:lnTo>
                  <a:lnTo>
                    <a:pt x="9290092" y="4185767"/>
                  </a:lnTo>
                  <a:lnTo>
                    <a:pt x="9292128" y="4172826"/>
                  </a:lnTo>
                  <a:cubicBezTo>
                    <a:pt x="9292774" y="4168464"/>
                    <a:pt x="9293173" y="4164055"/>
                    <a:pt x="9293720" y="4159693"/>
                  </a:cubicBezTo>
                  <a:lnTo>
                    <a:pt x="9305650" y="4057941"/>
                  </a:lnTo>
                  <a:cubicBezTo>
                    <a:pt x="9306991" y="4045048"/>
                    <a:pt x="9308085" y="4029328"/>
                    <a:pt x="9309378" y="4010779"/>
                  </a:cubicBezTo>
                  <a:lnTo>
                    <a:pt x="9313454" y="3956428"/>
                  </a:lnTo>
                  <a:cubicBezTo>
                    <a:pt x="9318326" y="3889806"/>
                    <a:pt x="9320611" y="3821796"/>
                    <a:pt x="9320811" y="3753546"/>
                  </a:cubicBezTo>
                  <a:cubicBezTo>
                    <a:pt x="9320910" y="3719373"/>
                    <a:pt x="9320513" y="3685056"/>
                    <a:pt x="9319617" y="3650643"/>
                  </a:cubicBezTo>
                  <a:lnTo>
                    <a:pt x="9318176" y="3600030"/>
                  </a:lnTo>
                  <a:lnTo>
                    <a:pt x="9317778" y="3588096"/>
                  </a:lnTo>
                  <a:lnTo>
                    <a:pt x="9316983" y="3575107"/>
                  </a:lnTo>
                  <a:lnTo>
                    <a:pt x="9315443" y="3549130"/>
                  </a:lnTo>
                  <a:lnTo>
                    <a:pt x="9312311" y="3497176"/>
                  </a:lnTo>
                  <a:cubicBezTo>
                    <a:pt x="9311118" y="3479825"/>
                    <a:pt x="9309129" y="3462427"/>
                    <a:pt x="9307587" y="3445029"/>
                  </a:cubicBezTo>
                  <a:lnTo>
                    <a:pt x="9302618" y="3392835"/>
                  </a:lnTo>
                  <a:lnTo>
                    <a:pt x="9301574" y="3381476"/>
                  </a:lnTo>
                  <a:lnTo>
                    <a:pt x="9300430" y="3370740"/>
                  </a:lnTo>
                  <a:lnTo>
                    <a:pt x="9297547" y="3346966"/>
                  </a:lnTo>
                  <a:lnTo>
                    <a:pt x="9294017" y="3320030"/>
                  </a:lnTo>
                  <a:lnTo>
                    <a:pt x="9290439" y="3290410"/>
                  </a:lnTo>
                  <a:cubicBezTo>
                    <a:pt x="9288849" y="3275745"/>
                    <a:pt x="9286761" y="3260934"/>
                    <a:pt x="9284275" y="3244544"/>
                  </a:cubicBezTo>
                  <a:lnTo>
                    <a:pt x="9275974" y="3193116"/>
                  </a:lnTo>
                  <a:cubicBezTo>
                    <a:pt x="9273189" y="3176197"/>
                    <a:pt x="9270256" y="3159230"/>
                    <a:pt x="9267224" y="3142264"/>
                  </a:cubicBezTo>
                  <a:cubicBezTo>
                    <a:pt x="9255146" y="3074493"/>
                    <a:pt x="9240929" y="3007057"/>
                    <a:pt x="9225320" y="2939909"/>
                  </a:cubicBezTo>
                  <a:cubicBezTo>
                    <a:pt x="9217465" y="2906311"/>
                    <a:pt x="9209214" y="2872809"/>
                    <a:pt x="9200466" y="2839449"/>
                  </a:cubicBezTo>
                  <a:lnTo>
                    <a:pt x="9193953" y="2814958"/>
                  </a:lnTo>
                  <a:lnTo>
                    <a:pt x="9186993" y="2790276"/>
                  </a:lnTo>
                  <a:cubicBezTo>
                    <a:pt x="9182471" y="2773836"/>
                    <a:pt x="9177599" y="2757252"/>
                    <a:pt x="9172628" y="2740621"/>
                  </a:cubicBezTo>
                  <a:cubicBezTo>
                    <a:pt x="9133110" y="2607859"/>
                    <a:pt x="9087527" y="2476533"/>
                    <a:pt x="9035082" y="2347463"/>
                  </a:cubicBezTo>
                  <a:cubicBezTo>
                    <a:pt x="9008836" y="2282951"/>
                    <a:pt x="8981298" y="2218870"/>
                    <a:pt x="8952118" y="2155413"/>
                  </a:cubicBezTo>
                  <a:lnTo>
                    <a:pt x="8929948" y="2107915"/>
                  </a:lnTo>
                  <a:lnTo>
                    <a:pt x="8907429" y="2060753"/>
                  </a:lnTo>
                  <a:cubicBezTo>
                    <a:pt x="8892170" y="2029408"/>
                    <a:pt x="8876411" y="1997726"/>
                    <a:pt x="8860404" y="1966478"/>
                  </a:cubicBezTo>
                  <a:cubicBezTo>
                    <a:pt x="8828243" y="1903931"/>
                    <a:pt x="8795336" y="1841670"/>
                    <a:pt x="8760788" y="1780274"/>
                  </a:cubicBezTo>
                  <a:lnTo>
                    <a:pt x="8734740" y="1734311"/>
                  </a:lnTo>
                  <a:lnTo>
                    <a:pt x="8708046" y="1687963"/>
                  </a:lnTo>
                  <a:cubicBezTo>
                    <a:pt x="8690300" y="1657337"/>
                    <a:pt x="8672455" y="1627334"/>
                    <a:pt x="8654062" y="1597234"/>
                  </a:cubicBezTo>
                  <a:cubicBezTo>
                    <a:pt x="8617575" y="1536988"/>
                    <a:pt x="8579398" y="1477365"/>
                    <a:pt x="8540278" y="1418077"/>
                  </a:cubicBezTo>
                  <a:lnTo>
                    <a:pt x="8510701" y="1373695"/>
                  </a:lnTo>
                  <a:lnTo>
                    <a:pt x="8480676" y="1329457"/>
                  </a:lnTo>
                  <a:cubicBezTo>
                    <a:pt x="8460643" y="1300269"/>
                    <a:pt x="8440411" y="1271224"/>
                    <a:pt x="8419782" y="1242275"/>
                  </a:cubicBezTo>
                  <a:cubicBezTo>
                    <a:pt x="8378476" y="1184425"/>
                    <a:pt x="8335923" y="1127006"/>
                    <a:pt x="8292478" y="1069875"/>
                  </a:cubicBezTo>
                  <a:lnTo>
                    <a:pt x="8259620" y="1027123"/>
                  </a:lnTo>
                  <a:lnTo>
                    <a:pt x="8243416" y="1006130"/>
                  </a:lnTo>
                  <a:lnTo>
                    <a:pt x="8227110" y="985473"/>
                  </a:lnTo>
                  <a:cubicBezTo>
                    <a:pt x="8204890" y="957483"/>
                    <a:pt x="8182422" y="929684"/>
                    <a:pt x="8159604" y="902029"/>
                  </a:cubicBezTo>
                  <a:cubicBezTo>
                    <a:pt x="8114170" y="846671"/>
                    <a:pt x="8067494" y="792177"/>
                    <a:pt x="8020022" y="738209"/>
                  </a:cubicBezTo>
                  <a:lnTo>
                    <a:pt x="7984182" y="697901"/>
                  </a:lnTo>
                  <a:lnTo>
                    <a:pt x="7948043" y="657976"/>
                  </a:lnTo>
                  <a:cubicBezTo>
                    <a:pt x="7923636" y="631328"/>
                    <a:pt x="7899079" y="604823"/>
                    <a:pt x="7874324" y="578607"/>
                  </a:cubicBezTo>
                  <a:cubicBezTo>
                    <a:pt x="7824714" y="526221"/>
                    <a:pt x="7774608" y="474458"/>
                    <a:pt x="7723308" y="424085"/>
                  </a:cubicBezTo>
                  <a:cubicBezTo>
                    <a:pt x="7672157" y="373808"/>
                    <a:pt x="7619168" y="324153"/>
                    <a:pt x="7565532" y="275602"/>
                  </a:cubicBezTo>
                  <a:close/>
                  <a:moveTo>
                    <a:pt x="1832515" y="0"/>
                  </a:moveTo>
                  <a:lnTo>
                    <a:pt x="2158449" y="0"/>
                  </a:lnTo>
                  <a:lnTo>
                    <a:pt x="2108797" y="37845"/>
                  </a:lnTo>
                  <a:cubicBezTo>
                    <a:pt x="2052253" y="83168"/>
                    <a:pt x="1996914" y="129778"/>
                    <a:pt x="1942830" y="177587"/>
                  </a:cubicBezTo>
                  <a:cubicBezTo>
                    <a:pt x="1834563" y="273109"/>
                    <a:pt x="1731317" y="373472"/>
                    <a:pt x="1633191" y="477909"/>
                  </a:cubicBezTo>
                  <a:cubicBezTo>
                    <a:pt x="1240290" y="896038"/>
                    <a:pt x="927123" y="1375900"/>
                    <a:pt x="702686" y="1889935"/>
                  </a:cubicBezTo>
                  <a:cubicBezTo>
                    <a:pt x="646565" y="2018192"/>
                    <a:pt x="596210" y="2149182"/>
                    <a:pt x="551769" y="2281416"/>
                  </a:cubicBezTo>
                  <a:cubicBezTo>
                    <a:pt x="507429" y="2413700"/>
                    <a:pt x="469451" y="2547613"/>
                    <a:pt x="438383" y="2682772"/>
                  </a:cubicBezTo>
                  <a:cubicBezTo>
                    <a:pt x="423122" y="2750111"/>
                    <a:pt x="409203" y="2818553"/>
                    <a:pt x="397124" y="2887044"/>
                  </a:cubicBezTo>
                  <a:cubicBezTo>
                    <a:pt x="385144" y="2955581"/>
                    <a:pt x="374357" y="3024359"/>
                    <a:pt x="365658" y="3093424"/>
                  </a:cubicBezTo>
                  <a:cubicBezTo>
                    <a:pt x="347813" y="3231506"/>
                    <a:pt x="336727" y="3370260"/>
                    <a:pt x="332105" y="3509828"/>
                  </a:cubicBezTo>
                  <a:cubicBezTo>
                    <a:pt x="322311" y="3788822"/>
                    <a:pt x="339660" y="4068628"/>
                    <a:pt x="383653" y="4346327"/>
                  </a:cubicBezTo>
                  <a:cubicBezTo>
                    <a:pt x="394539" y="4415489"/>
                    <a:pt x="407464" y="4484267"/>
                    <a:pt x="422327" y="4552900"/>
                  </a:cubicBezTo>
                  <a:cubicBezTo>
                    <a:pt x="437041" y="4621534"/>
                    <a:pt x="453693" y="4689881"/>
                    <a:pt x="472184" y="4757939"/>
                  </a:cubicBezTo>
                  <a:cubicBezTo>
                    <a:pt x="490677" y="4825949"/>
                    <a:pt x="511007" y="4893673"/>
                    <a:pt x="533078" y="4960916"/>
                  </a:cubicBezTo>
                  <a:cubicBezTo>
                    <a:pt x="555249" y="5028208"/>
                    <a:pt x="578662" y="5095022"/>
                    <a:pt x="604710" y="5160875"/>
                  </a:cubicBezTo>
                  <a:cubicBezTo>
                    <a:pt x="707358" y="5425298"/>
                    <a:pt x="838443" y="5680902"/>
                    <a:pt x="996766" y="5920640"/>
                  </a:cubicBezTo>
                  <a:cubicBezTo>
                    <a:pt x="1154790" y="6160571"/>
                    <a:pt x="1340404" y="6384350"/>
                    <a:pt x="1549183" y="6586417"/>
                  </a:cubicBezTo>
                  <a:cubicBezTo>
                    <a:pt x="1601365" y="6636982"/>
                    <a:pt x="1654970" y="6686208"/>
                    <a:pt x="1709890" y="6734063"/>
                  </a:cubicBezTo>
                  <a:lnTo>
                    <a:pt x="1859761" y="6858000"/>
                  </a:lnTo>
                  <a:lnTo>
                    <a:pt x="1671798" y="6858000"/>
                  </a:lnTo>
                  <a:lnTo>
                    <a:pt x="1628044" y="6822717"/>
                  </a:lnTo>
                  <a:cubicBezTo>
                    <a:pt x="1570828" y="6774460"/>
                    <a:pt x="1514710" y="6724955"/>
                    <a:pt x="1459756" y="6674223"/>
                  </a:cubicBezTo>
                  <a:cubicBezTo>
                    <a:pt x="1019931" y="6268363"/>
                    <a:pt x="658296" y="5781216"/>
                    <a:pt x="402543" y="5241588"/>
                  </a:cubicBezTo>
                  <a:cubicBezTo>
                    <a:pt x="370231" y="5174103"/>
                    <a:pt x="340306" y="5105661"/>
                    <a:pt x="311923" y="5036741"/>
                  </a:cubicBezTo>
                  <a:cubicBezTo>
                    <a:pt x="283539" y="4967771"/>
                    <a:pt x="256895" y="4897986"/>
                    <a:pt x="232140" y="4827483"/>
                  </a:cubicBezTo>
                  <a:cubicBezTo>
                    <a:pt x="207334" y="4756981"/>
                    <a:pt x="184368" y="4685758"/>
                    <a:pt x="163392" y="4613913"/>
                  </a:cubicBezTo>
                  <a:cubicBezTo>
                    <a:pt x="142514" y="4542020"/>
                    <a:pt x="123624" y="4469360"/>
                    <a:pt x="106823" y="4396365"/>
                  </a:cubicBezTo>
                  <a:cubicBezTo>
                    <a:pt x="73120" y="4250902"/>
                    <a:pt x="47371" y="4103281"/>
                    <a:pt x="29326" y="3954702"/>
                  </a:cubicBezTo>
                  <a:cubicBezTo>
                    <a:pt x="20478" y="3880365"/>
                    <a:pt x="13320" y="3805789"/>
                    <a:pt x="8647" y="3730971"/>
                  </a:cubicBezTo>
                  <a:cubicBezTo>
                    <a:pt x="6311" y="3693587"/>
                    <a:pt x="4322" y="3656106"/>
                    <a:pt x="2880" y="3618674"/>
                  </a:cubicBezTo>
                  <a:cubicBezTo>
                    <a:pt x="1539" y="3581146"/>
                    <a:pt x="694" y="3543809"/>
                    <a:pt x="296" y="3506425"/>
                  </a:cubicBezTo>
                  <a:cubicBezTo>
                    <a:pt x="-1543" y="3356649"/>
                    <a:pt x="5217" y="3206200"/>
                    <a:pt x="20030" y="3056711"/>
                  </a:cubicBezTo>
                  <a:cubicBezTo>
                    <a:pt x="27686" y="2981942"/>
                    <a:pt x="36931" y="2907317"/>
                    <a:pt x="48664" y="2832980"/>
                  </a:cubicBezTo>
                  <a:cubicBezTo>
                    <a:pt x="60395" y="2758642"/>
                    <a:pt x="73716" y="2684784"/>
                    <a:pt x="89922" y="2610639"/>
                  </a:cubicBezTo>
                  <a:cubicBezTo>
                    <a:pt x="121736" y="2462826"/>
                    <a:pt x="162645" y="2317220"/>
                    <a:pt x="211163" y="2174343"/>
                  </a:cubicBezTo>
                  <a:cubicBezTo>
                    <a:pt x="259778" y="2031468"/>
                    <a:pt x="315601" y="1891517"/>
                    <a:pt x="379129" y="1754393"/>
                  </a:cubicBezTo>
                  <a:cubicBezTo>
                    <a:pt x="505540" y="1480433"/>
                    <a:pt x="660930" y="1219318"/>
                    <a:pt x="841424" y="976270"/>
                  </a:cubicBezTo>
                  <a:cubicBezTo>
                    <a:pt x="931498" y="854627"/>
                    <a:pt x="1028182" y="737777"/>
                    <a:pt x="1130234" y="625768"/>
                  </a:cubicBezTo>
                  <a:cubicBezTo>
                    <a:pt x="1232486" y="513855"/>
                    <a:pt x="1340157" y="407117"/>
                    <a:pt x="1452897" y="305748"/>
                  </a:cubicBezTo>
                  <a:cubicBezTo>
                    <a:pt x="1565736" y="204380"/>
                    <a:pt x="1683596" y="108665"/>
                    <a:pt x="1805682" y="187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2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6DF36CBC-B851-3657-1500-EEBEE58AF3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8320" y="36937"/>
              <a:ext cx="9767847" cy="6858000"/>
            </a:xfrm>
            <a:custGeom>
              <a:avLst/>
              <a:gdLst>
                <a:gd name="connsiteX0" fmla="*/ 7151367 w 9767847"/>
                <a:gd name="connsiteY0" fmla="*/ 0 h 6858000"/>
                <a:gd name="connsiteX1" fmla="*/ 7881247 w 9767847"/>
                <a:gd name="connsiteY1" fmla="*/ 0 h 6858000"/>
                <a:gd name="connsiteX2" fmla="*/ 7990553 w 9767847"/>
                <a:gd name="connsiteY2" fmla="*/ 81317 h 6858000"/>
                <a:gd name="connsiteX3" fmla="*/ 9767847 w 9767847"/>
                <a:gd name="connsiteY3" fmla="*/ 3649031 h 6858000"/>
                <a:gd name="connsiteX4" fmla="*/ 8652597 w 9767847"/>
                <a:gd name="connsiteY4" fmla="*/ 6590005 h 6858000"/>
                <a:gd name="connsiteX5" fmla="*/ 8395306 w 9767847"/>
                <a:gd name="connsiteY5" fmla="*/ 6858000 h 6858000"/>
                <a:gd name="connsiteX6" fmla="*/ 6762603 w 9767847"/>
                <a:gd name="connsiteY6" fmla="*/ 6858000 h 6858000"/>
                <a:gd name="connsiteX7" fmla="*/ 6765962 w 9767847"/>
                <a:gd name="connsiteY7" fmla="*/ 6854844 h 6858000"/>
                <a:gd name="connsiteX8" fmla="*/ 6804586 w 9767847"/>
                <a:gd name="connsiteY8" fmla="*/ 6817103 h 6858000"/>
                <a:gd name="connsiteX9" fmla="*/ 6881735 w 9767847"/>
                <a:gd name="connsiteY9" fmla="*/ 6741197 h 6858000"/>
                <a:gd name="connsiteX10" fmla="*/ 6958883 w 9767847"/>
                <a:gd name="connsiteY10" fmla="*/ 6664822 h 6858000"/>
                <a:gd name="connsiteX11" fmla="*/ 7267925 w 9767847"/>
                <a:gd name="connsiteY11" fmla="*/ 6355694 h 6858000"/>
                <a:gd name="connsiteX12" fmla="*/ 7424360 w 9767847"/>
                <a:gd name="connsiteY12" fmla="*/ 6200685 h 6858000"/>
                <a:gd name="connsiteX13" fmla="*/ 7504938 w 9767847"/>
                <a:gd name="connsiteY13" fmla="*/ 6122708 h 6858000"/>
                <a:gd name="connsiteX14" fmla="*/ 7546396 w 9767847"/>
                <a:gd name="connsiteY14" fmla="*/ 6083697 h 6858000"/>
                <a:gd name="connsiteX15" fmla="*/ 7588002 w 9767847"/>
                <a:gd name="connsiteY15" fmla="*/ 6045532 h 6858000"/>
                <a:gd name="connsiteX16" fmla="*/ 7631000 w 9767847"/>
                <a:gd name="connsiteY16" fmla="*/ 6006709 h 6858000"/>
                <a:gd name="connsiteX17" fmla="*/ 7675440 w 9767847"/>
                <a:gd name="connsiteY17" fmla="*/ 5968309 h 6858000"/>
                <a:gd name="connsiteX18" fmla="*/ 7720626 w 9767847"/>
                <a:gd name="connsiteY18" fmla="*/ 5930851 h 6858000"/>
                <a:gd name="connsiteX19" fmla="*/ 7766458 w 9767847"/>
                <a:gd name="connsiteY19" fmla="*/ 5894334 h 6858000"/>
                <a:gd name="connsiteX20" fmla="*/ 7955254 w 9767847"/>
                <a:gd name="connsiteY20" fmla="*/ 5756828 h 6858000"/>
                <a:gd name="connsiteX21" fmla="*/ 8352678 w 9767847"/>
                <a:gd name="connsiteY21" fmla="*/ 5517630 h 6858000"/>
                <a:gd name="connsiteX22" fmla="*/ 8451350 w 9767847"/>
                <a:gd name="connsiteY22" fmla="*/ 5465254 h 6858000"/>
                <a:gd name="connsiteX23" fmla="*/ 8548532 w 9767847"/>
                <a:gd name="connsiteY23" fmla="*/ 5413395 h 6858000"/>
                <a:gd name="connsiteX24" fmla="*/ 8729473 w 9767847"/>
                <a:gd name="connsiteY24" fmla="*/ 5309961 h 6858000"/>
                <a:gd name="connsiteX25" fmla="*/ 8770781 w 9767847"/>
                <a:gd name="connsiteY25" fmla="*/ 5283232 h 6858000"/>
                <a:gd name="connsiteX26" fmla="*/ 8790964 w 9767847"/>
                <a:gd name="connsiteY26" fmla="*/ 5269492 h 6858000"/>
                <a:gd name="connsiteX27" fmla="*/ 8810499 w 9767847"/>
                <a:gd name="connsiteY27" fmla="*/ 5255703 h 6858000"/>
                <a:gd name="connsiteX28" fmla="*/ 8883571 w 9767847"/>
                <a:gd name="connsiteY28" fmla="*/ 5198479 h 6858000"/>
                <a:gd name="connsiteX29" fmla="*/ 9006651 w 9767847"/>
                <a:gd name="connsiteY29" fmla="*/ 5070527 h 6858000"/>
                <a:gd name="connsiteX30" fmla="*/ 9033494 w 9767847"/>
                <a:gd name="connsiteY30" fmla="*/ 5034105 h 6858000"/>
                <a:gd name="connsiteX31" fmla="*/ 9040305 w 9767847"/>
                <a:gd name="connsiteY31" fmla="*/ 5024551 h 6858000"/>
                <a:gd name="connsiteX32" fmla="*/ 9046568 w 9767847"/>
                <a:gd name="connsiteY32" fmla="*/ 5015281 h 6858000"/>
                <a:gd name="connsiteX33" fmla="*/ 9058846 w 9767847"/>
                <a:gd name="connsiteY33" fmla="*/ 4996645 h 6858000"/>
                <a:gd name="connsiteX34" fmla="*/ 9104529 w 9767847"/>
                <a:gd name="connsiteY34" fmla="*/ 4918105 h 6858000"/>
                <a:gd name="connsiteX35" fmla="*/ 9181081 w 9767847"/>
                <a:gd name="connsiteY35" fmla="*/ 4744694 h 6858000"/>
                <a:gd name="connsiteX36" fmla="*/ 9240731 w 9767847"/>
                <a:gd name="connsiteY36" fmla="*/ 4557872 h 6858000"/>
                <a:gd name="connsiteX37" fmla="*/ 9265388 w 9767847"/>
                <a:gd name="connsiteY37" fmla="*/ 4461073 h 6858000"/>
                <a:gd name="connsiteX38" fmla="*/ 9276571 w 9767847"/>
                <a:gd name="connsiteY38" fmla="*/ 4411943 h 6858000"/>
                <a:gd name="connsiteX39" fmla="*/ 9281841 w 9767847"/>
                <a:gd name="connsiteY39" fmla="*/ 4387379 h 6858000"/>
                <a:gd name="connsiteX40" fmla="*/ 9286513 w 9767847"/>
                <a:gd name="connsiteY40" fmla="*/ 4364838 h 6858000"/>
                <a:gd name="connsiteX41" fmla="*/ 9296754 w 9767847"/>
                <a:gd name="connsiteY41" fmla="*/ 4312038 h 6858000"/>
                <a:gd name="connsiteX42" fmla="*/ 9301029 w 9767847"/>
                <a:gd name="connsiteY42" fmla="*/ 4289074 h 6858000"/>
                <a:gd name="connsiteX43" fmla="*/ 9302818 w 9767847"/>
                <a:gd name="connsiteY43" fmla="*/ 4278581 h 6858000"/>
                <a:gd name="connsiteX44" fmla="*/ 9304658 w 9767847"/>
                <a:gd name="connsiteY44" fmla="*/ 4266816 h 6858000"/>
                <a:gd name="connsiteX45" fmla="*/ 9312810 w 9767847"/>
                <a:gd name="connsiteY45" fmla="*/ 4215945 h 6858000"/>
                <a:gd name="connsiteX46" fmla="*/ 9316887 w 9767847"/>
                <a:gd name="connsiteY46" fmla="*/ 4190486 h 6858000"/>
                <a:gd name="connsiteX47" fmla="*/ 9318923 w 9767847"/>
                <a:gd name="connsiteY47" fmla="*/ 4177780 h 6858000"/>
                <a:gd name="connsiteX48" fmla="*/ 9320515 w 9767847"/>
                <a:gd name="connsiteY48" fmla="*/ 4164886 h 6858000"/>
                <a:gd name="connsiteX49" fmla="*/ 9332445 w 9767847"/>
                <a:gd name="connsiteY49" fmla="*/ 4064981 h 6858000"/>
                <a:gd name="connsiteX50" fmla="*/ 9336173 w 9767847"/>
                <a:gd name="connsiteY50" fmla="*/ 4018676 h 6858000"/>
                <a:gd name="connsiteX51" fmla="*/ 9340199 w 9767847"/>
                <a:gd name="connsiteY51" fmla="*/ 3965171 h 6858000"/>
                <a:gd name="connsiteX52" fmla="*/ 9347557 w 9767847"/>
                <a:gd name="connsiteY52" fmla="*/ 3765972 h 6858000"/>
                <a:gd name="connsiteX53" fmla="*/ 9346364 w 9767847"/>
                <a:gd name="connsiteY53" fmla="*/ 3664938 h 6858000"/>
                <a:gd name="connsiteX54" fmla="*/ 9344921 w 9767847"/>
                <a:gd name="connsiteY54" fmla="*/ 3615243 h 6858000"/>
                <a:gd name="connsiteX55" fmla="*/ 9344524 w 9767847"/>
                <a:gd name="connsiteY55" fmla="*/ 3603526 h 6858000"/>
                <a:gd name="connsiteX56" fmla="*/ 9343728 w 9767847"/>
                <a:gd name="connsiteY56" fmla="*/ 3590774 h 6858000"/>
                <a:gd name="connsiteX57" fmla="*/ 9342188 w 9767847"/>
                <a:gd name="connsiteY57" fmla="*/ 3565268 h 6858000"/>
                <a:gd name="connsiteX58" fmla="*/ 9339056 w 9767847"/>
                <a:gd name="connsiteY58" fmla="*/ 3514256 h 6858000"/>
                <a:gd name="connsiteX59" fmla="*/ 9334334 w 9767847"/>
                <a:gd name="connsiteY59" fmla="*/ 3463057 h 6858000"/>
                <a:gd name="connsiteX60" fmla="*/ 9329363 w 9767847"/>
                <a:gd name="connsiteY60" fmla="*/ 3411810 h 6858000"/>
                <a:gd name="connsiteX61" fmla="*/ 9328319 w 9767847"/>
                <a:gd name="connsiteY61" fmla="*/ 3400657 h 6858000"/>
                <a:gd name="connsiteX62" fmla="*/ 9327177 w 9767847"/>
                <a:gd name="connsiteY62" fmla="*/ 3390116 h 6858000"/>
                <a:gd name="connsiteX63" fmla="*/ 9324293 w 9767847"/>
                <a:gd name="connsiteY63" fmla="*/ 3366774 h 6858000"/>
                <a:gd name="connsiteX64" fmla="*/ 9320763 w 9767847"/>
                <a:gd name="connsiteY64" fmla="*/ 3340329 h 6858000"/>
                <a:gd name="connsiteX65" fmla="*/ 9317184 w 9767847"/>
                <a:gd name="connsiteY65" fmla="*/ 3311245 h 6858000"/>
                <a:gd name="connsiteX66" fmla="*/ 9311021 w 9767847"/>
                <a:gd name="connsiteY66" fmla="*/ 3266211 h 6858000"/>
                <a:gd name="connsiteX67" fmla="*/ 9302719 w 9767847"/>
                <a:gd name="connsiteY67" fmla="*/ 3215717 h 6858000"/>
                <a:gd name="connsiteX68" fmla="*/ 9293970 w 9767847"/>
                <a:gd name="connsiteY68" fmla="*/ 3165789 h 6858000"/>
                <a:gd name="connsiteX69" fmla="*/ 9252065 w 9767847"/>
                <a:gd name="connsiteY69" fmla="*/ 2967107 h 6858000"/>
                <a:gd name="connsiteX70" fmla="*/ 9227211 w 9767847"/>
                <a:gd name="connsiteY70" fmla="*/ 2868473 h 6858000"/>
                <a:gd name="connsiteX71" fmla="*/ 9220699 w 9767847"/>
                <a:gd name="connsiteY71" fmla="*/ 2844426 h 6858000"/>
                <a:gd name="connsiteX72" fmla="*/ 9213740 w 9767847"/>
                <a:gd name="connsiteY72" fmla="*/ 2820191 h 6858000"/>
                <a:gd name="connsiteX73" fmla="*/ 9199374 w 9767847"/>
                <a:gd name="connsiteY73" fmla="*/ 2771438 h 6858000"/>
                <a:gd name="connsiteX74" fmla="*/ 9061829 w 9767847"/>
                <a:gd name="connsiteY74" fmla="*/ 2385418 h 6858000"/>
                <a:gd name="connsiteX75" fmla="*/ 8978865 w 9767847"/>
                <a:gd name="connsiteY75" fmla="*/ 2196855 h 6858000"/>
                <a:gd name="connsiteX76" fmla="*/ 8956694 w 9767847"/>
                <a:gd name="connsiteY76" fmla="*/ 2150219 h 6858000"/>
                <a:gd name="connsiteX77" fmla="*/ 8934176 w 9767847"/>
                <a:gd name="connsiteY77" fmla="*/ 2103914 h 6858000"/>
                <a:gd name="connsiteX78" fmla="*/ 8887151 w 9767847"/>
                <a:gd name="connsiteY78" fmla="*/ 2011350 h 6858000"/>
                <a:gd name="connsiteX79" fmla="*/ 8787533 w 9767847"/>
                <a:gd name="connsiteY79" fmla="*/ 1828527 h 6858000"/>
                <a:gd name="connsiteX80" fmla="*/ 8761485 w 9767847"/>
                <a:gd name="connsiteY80" fmla="*/ 1783398 h 6858000"/>
                <a:gd name="connsiteX81" fmla="*/ 8734791 w 9767847"/>
                <a:gd name="connsiteY81" fmla="*/ 1737893 h 6858000"/>
                <a:gd name="connsiteX82" fmla="*/ 8680808 w 9767847"/>
                <a:gd name="connsiteY82" fmla="*/ 1648812 h 6858000"/>
                <a:gd name="connsiteX83" fmla="*/ 8567024 w 9767847"/>
                <a:gd name="connsiteY83" fmla="*/ 1472906 h 6858000"/>
                <a:gd name="connsiteX84" fmla="*/ 8537446 w 9767847"/>
                <a:gd name="connsiteY84" fmla="*/ 1429330 h 6858000"/>
                <a:gd name="connsiteX85" fmla="*/ 8507423 w 9767847"/>
                <a:gd name="connsiteY85" fmla="*/ 1385896 h 6858000"/>
                <a:gd name="connsiteX86" fmla="*/ 8446529 w 9767847"/>
                <a:gd name="connsiteY86" fmla="*/ 1300295 h 6858000"/>
                <a:gd name="connsiteX87" fmla="*/ 8319224 w 9767847"/>
                <a:gd name="connsiteY87" fmla="*/ 1131026 h 6858000"/>
                <a:gd name="connsiteX88" fmla="*/ 8286366 w 9767847"/>
                <a:gd name="connsiteY88" fmla="*/ 1089050 h 6858000"/>
                <a:gd name="connsiteX89" fmla="*/ 8270161 w 9767847"/>
                <a:gd name="connsiteY89" fmla="*/ 1068439 h 6858000"/>
                <a:gd name="connsiteX90" fmla="*/ 8253856 w 9767847"/>
                <a:gd name="connsiteY90" fmla="*/ 1048156 h 6858000"/>
                <a:gd name="connsiteX91" fmla="*/ 8186352 w 9767847"/>
                <a:gd name="connsiteY91" fmla="*/ 966275 h 6858000"/>
                <a:gd name="connsiteX92" fmla="*/ 8046768 w 9767847"/>
                <a:gd name="connsiteY92" fmla="*/ 805429 h 6858000"/>
                <a:gd name="connsiteX93" fmla="*/ 8010927 w 9767847"/>
                <a:gd name="connsiteY93" fmla="*/ 765853 h 6858000"/>
                <a:gd name="connsiteX94" fmla="*/ 7974788 w 9767847"/>
                <a:gd name="connsiteY94" fmla="*/ 726653 h 6858000"/>
                <a:gd name="connsiteX95" fmla="*/ 7901070 w 9767847"/>
                <a:gd name="connsiteY95" fmla="*/ 648724 h 6858000"/>
                <a:gd name="connsiteX96" fmla="*/ 7750054 w 9767847"/>
                <a:gd name="connsiteY96" fmla="*/ 497008 h 6858000"/>
                <a:gd name="connsiteX97" fmla="*/ 7592277 w 9767847"/>
                <a:gd name="connsiteY97" fmla="*/ 351221 h 6858000"/>
                <a:gd name="connsiteX98" fmla="*/ 7257734 w 9767847"/>
                <a:gd name="connsiteY98" fmla="*/ 76964 h 6858000"/>
                <a:gd name="connsiteX99" fmla="*/ 1886601 w 9767847"/>
                <a:gd name="connsiteY99" fmla="*/ 0 h 6858000"/>
                <a:gd name="connsiteX100" fmla="*/ 2292926 w 9767847"/>
                <a:gd name="connsiteY100" fmla="*/ 0 h 6858000"/>
                <a:gd name="connsiteX101" fmla="*/ 2135542 w 9767847"/>
                <a:gd name="connsiteY101" fmla="*/ 117781 h 6858000"/>
                <a:gd name="connsiteX102" fmla="*/ 1969576 w 9767847"/>
                <a:gd name="connsiteY102" fmla="*/ 254986 h 6858000"/>
                <a:gd name="connsiteX103" fmla="*/ 1659938 w 9767847"/>
                <a:gd name="connsiteY103" fmla="*/ 549855 h 6858000"/>
                <a:gd name="connsiteX104" fmla="*/ 729383 w 9767847"/>
                <a:gd name="connsiteY104" fmla="*/ 1936480 h 6858000"/>
                <a:gd name="connsiteX105" fmla="*/ 578465 w 9767847"/>
                <a:gd name="connsiteY105" fmla="*/ 2320807 h 6858000"/>
                <a:gd name="connsiteX106" fmla="*/ 465080 w 9767847"/>
                <a:gd name="connsiteY106" fmla="*/ 2714875 h 6858000"/>
                <a:gd name="connsiteX107" fmla="*/ 423820 w 9767847"/>
                <a:gd name="connsiteY107" fmla="*/ 2915436 h 6858000"/>
                <a:gd name="connsiteX108" fmla="*/ 392355 w 9767847"/>
                <a:gd name="connsiteY108" fmla="*/ 3118071 h 6858000"/>
                <a:gd name="connsiteX109" fmla="*/ 358801 w 9767847"/>
                <a:gd name="connsiteY109" fmla="*/ 3526915 h 6858000"/>
                <a:gd name="connsiteX110" fmla="*/ 410350 w 9767847"/>
                <a:gd name="connsiteY110" fmla="*/ 4348226 h 6858000"/>
                <a:gd name="connsiteX111" fmla="*/ 449022 w 9767847"/>
                <a:gd name="connsiteY111" fmla="*/ 4551049 h 6858000"/>
                <a:gd name="connsiteX112" fmla="*/ 498882 w 9767847"/>
                <a:gd name="connsiteY112" fmla="*/ 4752365 h 6858000"/>
                <a:gd name="connsiteX113" fmla="*/ 559775 w 9767847"/>
                <a:gd name="connsiteY113" fmla="*/ 4951657 h 6858000"/>
                <a:gd name="connsiteX114" fmla="*/ 631406 w 9767847"/>
                <a:gd name="connsiteY114" fmla="*/ 5147986 h 6858000"/>
                <a:gd name="connsiteX115" fmla="*/ 1023461 w 9767847"/>
                <a:gd name="connsiteY115" fmla="*/ 5893957 h 6858000"/>
                <a:gd name="connsiteX116" fmla="*/ 1575880 w 9767847"/>
                <a:gd name="connsiteY116" fmla="*/ 6547646 h 6858000"/>
                <a:gd name="connsiteX117" fmla="*/ 1905228 w 9767847"/>
                <a:gd name="connsiteY117" fmla="*/ 6829468 h 6858000"/>
                <a:gd name="connsiteX118" fmla="*/ 1944230 w 9767847"/>
                <a:gd name="connsiteY118" fmla="*/ 6858000 h 6858000"/>
                <a:gd name="connsiteX119" fmla="*/ 1372541 w 9767847"/>
                <a:gd name="connsiteY119" fmla="*/ 6858000 h 6858000"/>
                <a:gd name="connsiteX120" fmla="*/ 1115251 w 9767847"/>
                <a:gd name="connsiteY120" fmla="*/ 6590005 h 6858000"/>
                <a:gd name="connsiteX121" fmla="*/ 0 w 9767847"/>
                <a:gd name="connsiteY121" fmla="*/ 3649031 h 6858000"/>
                <a:gd name="connsiteX122" fmla="*/ 1777294 w 9767847"/>
                <a:gd name="connsiteY122" fmla="*/ 8131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</a:cxnLst>
              <a:rect l="l" t="t" r="r" b="b"/>
              <a:pathLst>
                <a:path w="9767847" h="6858000">
                  <a:moveTo>
                    <a:pt x="7151367" y="0"/>
                  </a:moveTo>
                  <a:lnTo>
                    <a:pt x="7881247" y="0"/>
                  </a:lnTo>
                  <a:lnTo>
                    <a:pt x="7990553" y="81317"/>
                  </a:lnTo>
                  <a:cubicBezTo>
                    <a:pt x="9075991" y="929334"/>
                    <a:pt x="9767847" y="2212695"/>
                    <a:pt x="9767847" y="3649031"/>
                  </a:cubicBezTo>
                  <a:cubicBezTo>
                    <a:pt x="9767847" y="4766182"/>
                    <a:pt x="9349317" y="5790792"/>
                    <a:pt x="8652597" y="6590005"/>
                  </a:cubicBezTo>
                  <a:lnTo>
                    <a:pt x="8395306" y="6858000"/>
                  </a:lnTo>
                  <a:lnTo>
                    <a:pt x="6762603" y="6858000"/>
                  </a:lnTo>
                  <a:lnTo>
                    <a:pt x="6765962" y="6854844"/>
                  </a:lnTo>
                  <a:cubicBezTo>
                    <a:pt x="6779036" y="6842703"/>
                    <a:pt x="6791663" y="6829621"/>
                    <a:pt x="6804586" y="6817103"/>
                  </a:cubicBezTo>
                  <a:lnTo>
                    <a:pt x="6881735" y="6741197"/>
                  </a:lnTo>
                  <a:cubicBezTo>
                    <a:pt x="6907435" y="6715881"/>
                    <a:pt x="6933134" y="6690798"/>
                    <a:pt x="6958883" y="6664822"/>
                  </a:cubicBezTo>
                  <a:lnTo>
                    <a:pt x="7267925" y="6355694"/>
                  </a:lnTo>
                  <a:lnTo>
                    <a:pt x="7424360" y="6200685"/>
                  </a:lnTo>
                  <a:cubicBezTo>
                    <a:pt x="7450754" y="6174802"/>
                    <a:pt x="7477598" y="6148731"/>
                    <a:pt x="7504938" y="6122708"/>
                  </a:cubicBezTo>
                  <a:lnTo>
                    <a:pt x="7546396" y="6083697"/>
                  </a:lnTo>
                  <a:cubicBezTo>
                    <a:pt x="7560264" y="6070803"/>
                    <a:pt x="7574780" y="6057532"/>
                    <a:pt x="7588002" y="6045532"/>
                  </a:cubicBezTo>
                  <a:lnTo>
                    <a:pt x="7631000" y="6006709"/>
                  </a:lnTo>
                  <a:lnTo>
                    <a:pt x="7675440" y="5968309"/>
                  </a:lnTo>
                  <a:cubicBezTo>
                    <a:pt x="7690404" y="5955698"/>
                    <a:pt x="7705564" y="5943321"/>
                    <a:pt x="7720626" y="5930851"/>
                  </a:cubicBezTo>
                  <a:cubicBezTo>
                    <a:pt x="7735738" y="5918427"/>
                    <a:pt x="7751197" y="5906521"/>
                    <a:pt x="7766458" y="5894334"/>
                  </a:cubicBezTo>
                  <a:cubicBezTo>
                    <a:pt x="7827949" y="5846192"/>
                    <a:pt x="7890979" y="5800499"/>
                    <a:pt x="7955254" y="5756828"/>
                  </a:cubicBezTo>
                  <a:cubicBezTo>
                    <a:pt x="8083800" y="5669534"/>
                    <a:pt x="8216872" y="5590336"/>
                    <a:pt x="8352678" y="5517630"/>
                  </a:cubicBezTo>
                  <a:lnTo>
                    <a:pt x="8451350" y="5465254"/>
                  </a:lnTo>
                  <a:lnTo>
                    <a:pt x="8548532" y="5413395"/>
                  </a:lnTo>
                  <a:cubicBezTo>
                    <a:pt x="8612110" y="5379090"/>
                    <a:pt x="8673251" y="5345208"/>
                    <a:pt x="8729473" y="5309961"/>
                  </a:cubicBezTo>
                  <a:cubicBezTo>
                    <a:pt x="8743591" y="5301115"/>
                    <a:pt x="8757161" y="5292361"/>
                    <a:pt x="8770781" y="5283232"/>
                  </a:cubicBezTo>
                  <a:cubicBezTo>
                    <a:pt x="8777591" y="5278667"/>
                    <a:pt x="8784451" y="5274103"/>
                    <a:pt x="8790964" y="5269492"/>
                  </a:cubicBezTo>
                  <a:cubicBezTo>
                    <a:pt x="8797574" y="5264879"/>
                    <a:pt x="8804235" y="5260314"/>
                    <a:pt x="8810499" y="5255703"/>
                  </a:cubicBezTo>
                  <a:cubicBezTo>
                    <a:pt x="8835999" y="5237303"/>
                    <a:pt x="8860407" y="5218291"/>
                    <a:pt x="8883571" y="5198479"/>
                  </a:cubicBezTo>
                  <a:cubicBezTo>
                    <a:pt x="8929900" y="5158856"/>
                    <a:pt x="8971258" y="5116315"/>
                    <a:pt x="9006651" y="5070527"/>
                  </a:cubicBezTo>
                  <a:cubicBezTo>
                    <a:pt x="9015351" y="5059328"/>
                    <a:pt x="9024398" y="5046857"/>
                    <a:pt x="9033494" y="5034105"/>
                  </a:cubicBezTo>
                  <a:lnTo>
                    <a:pt x="9040305" y="5024551"/>
                  </a:lnTo>
                  <a:lnTo>
                    <a:pt x="9046568" y="5015281"/>
                  </a:lnTo>
                  <a:cubicBezTo>
                    <a:pt x="9050743" y="5009163"/>
                    <a:pt x="9054819" y="5002952"/>
                    <a:pt x="9058846" y="4996645"/>
                  </a:cubicBezTo>
                  <a:cubicBezTo>
                    <a:pt x="9075002" y="4971517"/>
                    <a:pt x="9090212" y="4945305"/>
                    <a:pt x="9104529" y="4918105"/>
                  </a:cubicBezTo>
                  <a:cubicBezTo>
                    <a:pt x="9133211" y="4863752"/>
                    <a:pt x="9158313" y="4805447"/>
                    <a:pt x="9181081" y="4744694"/>
                  </a:cubicBezTo>
                  <a:cubicBezTo>
                    <a:pt x="9203748" y="4684178"/>
                    <a:pt x="9223383" y="4621778"/>
                    <a:pt x="9240731" y="4557872"/>
                  </a:cubicBezTo>
                  <a:cubicBezTo>
                    <a:pt x="9249481" y="4525966"/>
                    <a:pt x="9257682" y="4493684"/>
                    <a:pt x="9265388" y="4461073"/>
                  </a:cubicBezTo>
                  <a:cubicBezTo>
                    <a:pt x="9269215" y="4444744"/>
                    <a:pt x="9272943" y="4428367"/>
                    <a:pt x="9276571" y="4411943"/>
                  </a:cubicBezTo>
                  <a:lnTo>
                    <a:pt x="9281841" y="4387379"/>
                  </a:lnTo>
                  <a:lnTo>
                    <a:pt x="9286513" y="4364838"/>
                  </a:lnTo>
                  <a:lnTo>
                    <a:pt x="9296754" y="4312038"/>
                  </a:lnTo>
                  <a:lnTo>
                    <a:pt x="9301029" y="4289074"/>
                  </a:lnTo>
                  <a:lnTo>
                    <a:pt x="9302818" y="4278581"/>
                  </a:lnTo>
                  <a:lnTo>
                    <a:pt x="9304658" y="4266816"/>
                  </a:lnTo>
                  <a:lnTo>
                    <a:pt x="9312810" y="4215945"/>
                  </a:lnTo>
                  <a:lnTo>
                    <a:pt x="9316887" y="4190486"/>
                  </a:lnTo>
                  <a:lnTo>
                    <a:pt x="9318923" y="4177780"/>
                  </a:lnTo>
                  <a:cubicBezTo>
                    <a:pt x="9319570" y="4173546"/>
                    <a:pt x="9319969" y="4169169"/>
                    <a:pt x="9320515" y="4164886"/>
                  </a:cubicBezTo>
                  <a:lnTo>
                    <a:pt x="9332445" y="4064981"/>
                  </a:lnTo>
                  <a:cubicBezTo>
                    <a:pt x="9333836" y="4052370"/>
                    <a:pt x="9334880" y="4036888"/>
                    <a:pt x="9336173" y="4018676"/>
                  </a:cubicBezTo>
                  <a:lnTo>
                    <a:pt x="9340199" y="3965171"/>
                  </a:lnTo>
                  <a:cubicBezTo>
                    <a:pt x="9345071" y="3899806"/>
                    <a:pt x="9347358" y="3832983"/>
                    <a:pt x="9347557" y="3765972"/>
                  </a:cubicBezTo>
                  <a:cubicBezTo>
                    <a:pt x="9347656" y="3732420"/>
                    <a:pt x="9347209" y="3698773"/>
                    <a:pt x="9346364" y="3664938"/>
                  </a:cubicBezTo>
                  <a:lnTo>
                    <a:pt x="9344921" y="3615243"/>
                  </a:lnTo>
                  <a:lnTo>
                    <a:pt x="9344524" y="3603526"/>
                  </a:lnTo>
                  <a:lnTo>
                    <a:pt x="9343728" y="3590774"/>
                  </a:lnTo>
                  <a:lnTo>
                    <a:pt x="9342188" y="3565268"/>
                  </a:lnTo>
                  <a:lnTo>
                    <a:pt x="9339056" y="3514256"/>
                  </a:lnTo>
                  <a:cubicBezTo>
                    <a:pt x="9337914" y="3497221"/>
                    <a:pt x="9335874" y="3480138"/>
                    <a:pt x="9334334" y="3463057"/>
                  </a:cubicBezTo>
                  <a:lnTo>
                    <a:pt x="9329363" y="3411810"/>
                  </a:lnTo>
                  <a:lnTo>
                    <a:pt x="9328319" y="3400657"/>
                  </a:lnTo>
                  <a:lnTo>
                    <a:pt x="9327177" y="3390116"/>
                  </a:lnTo>
                  <a:lnTo>
                    <a:pt x="9324293" y="3366774"/>
                  </a:lnTo>
                  <a:lnTo>
                    <a:pt x="9320763" y="3340329"/>
                  </a:lnTo>
                  <a:lnTo>
                    <a:pt x="9317184" y="3311245"/>
                  </a:lnTo>
                  <a:cubicBezTo>
                    <a:pt x="9315594" y="3296893"/>
                    <a:pt x="9313506" y="3282306"/>
                    <a:pt x="9311021" y="3266211"/>
                  </a:cubicBezTo>
                  <a:lnTo>
                    <a:pt x="9302719" y="3215717"/>
                  </a:lnTo>
                  <a:cubicBezTo>
                    <a:pt x="9299936" y="3199059"/>
                    <a:pt x="9297003" y="3182400"/>
                    <a:pt x="9293970" y="3165789"/>
                  </a:cubicBezTo>
                  <a:cubicBezTo>
                    <a:pt x="9281891" y="3099295"/>
                    <a:pt x="9267674" y="3033084"/>
                    <a:pt x="9252065" y="2967107"/>
                  </a:cubicBezTo>
                  <a:cubicBezTo>
                    <a:pt x="9244261" y="2934167"/>
                    <a:pt x="9235959" y="2901273"/>
                    <a:pt x="9227211" y="2868473"/>
                  </a:cubicBezTo>
                  <a:lnTo>
                    <a:pt x="9220699" y="2844426"/>
                  </a:lnTo>
                  <a:lnTo>
                    <a:pt x="9213740" y="2820191"/>
                  </a:lnTo>
                  <a:cubicBezTo>
                    <a:pt x="9209216" y="2804049"/>
                    <a:pt x="9204345" y="2787768"/>
                    <a:pt x="9199374" y="2771438"/>
                  </a:cubicBezTo>
                  <a:cubicBezTo>
                    <a:pt x="9159855" y="2641086"/>
                    <a:pt x="9114272" y="2512099"/>
                    <a:pt x="9061829" y="2385418"/>
                  </a:cubicBezTo>
                  <a:cubicBezTo>
                    <a:pt x="9035582" y="2322077"/>
                    <a:pt x="9008043" y="2259160"/>
                    <a:pt x="8978865" y="2196855"/>
                  </a:cubicBezTo>
                  <a:lnTo>
                    <a:pt x="8956694" y="2150219"/>
                  </a:lnTo>
                  <a:lnTo>
                    <a:pt x="8934176" y="2103914"/>
                  </a:lnTo>
                  <a:cubicBezTo>
                    <a:pt x="8918915" y="2073091"/>
                    <a:pt x="8903157" y="2042032"/>
                    <a:pt x="8887151" y="2011350"/>
                  </a:cubicBezTo>
                  <a:cubicBezTo>
                    <a:pt x="8854988" y="1949891"/>
                    <a:pt x="8822082" y="1888810"/>
                    <a:pt x="8787533" y="1828527"/>
                  </a:cubicBezTo>
                  <a:lnTo>
                    <a:pt x="8761485" y="1783398"/>
                  </a:lnTo>
                  <a:lnTo>
                    <a:pt x="8734791" y="1737893"/>
                  </a:lnTo>
                  <a:cubicBezTo>
                    <a:pt x="8717047" y="1707823"/>
                    <a:pt x="8699200" y="1678363"/>
                    <a:pt x="8680808" y="1648812"/>
                  </a:cubicBezTo>
                  <a:cubicBezTo>
                    <a:pt x="8644322" y="1589658"/>
                    <a:pt x="8606194" y="1531118"/>
                    <a:pt x="8567024" y="1472906"/>
                  </a:cubicBezTo>
                  <a:lnTo>
                    <a:pt x="8537446" y="1429330"/>
                  </a:lnTo>
                  <a:lnTo>
                    <a:pt x="8507423" y="1385896"/>
                  </a:lnTo>
                  <a:cubicBezTo>
                    <a:pt x="8487390" y="1357284"/>
                    <a:pt x="8467158" y="1328719"/>
                    <a:pt x="8446529" y="1300295"/>
                  </a:cubicBezTo>
                  <a:cubicBezTo>
                    <a:pt x="8405271" y="1243496"/>
                    <a:pt x="8362718" y="1187120"/>
                    <a:pt x="8319224" y="1131026"/>
                  </a:cubicBezTo>
                  <a:lnTo>
                    <a:pt x="8286366" y="1089050"/>
                  </a:lnTo>
                  <a:lnTo>
                    <a:pt x="8270161" y="1068439"/>
                  </a:lnTo>
                  <a:lnTo>
                    <a:pt x="8253856" y="1048156"/>
                  </a:lnTo>
                  <a:cubicBezTo>
                    <a:pt x="8231636" y="1020675"/>
                    <a:pt x="8209117" y="993381"/>
                    <a:pt x="8186352" y="966275"/>
                  </a:cubicBezTo>
                  <a:cubicBezTo>
                    <a:pt x="8140917" y="911922"/>
                    <a:pt x="8094240" y="858417"/>
                    <a:pt x="8046768" y="805429"/>
                  </a:cubicBezTo>
                  <a:lnTo>
                    <a:pt x="8010927" y="765853"/>
                  </a:lnTo>
                  <a:lnTo>
                    <a:pt x="7974788" y="726653"/>
                  </a:lnTo>
                  <a:cubicBezTo>
                    <a:pt x="7950382" y="700489"/>
                    <a:pt x="7925824" y="674465"/>
                    <a:pt x="7901070" y="648724"/>
                  </a:cubicBezTo>
                  <a:cubicBezTo>
                    <a:pt x="7851510" y="597289"/>
                    <a:pt x="7801404" y="546514"/>
                    <a:pt x="7750054" y="497008"/>
                  </a:cubicBezTo>
                  <a:cubicBezTo>
                    <a:pt x="7698902" y="447644"/>
                    <a:pt x="7645913" y="398938"/>
                    <a:pt x="7592277" y="351221"/>
                  </a:cubicBezTo>
                  <a:cubicBezTo>
                    <a:pt x="7484856" y="255786"/>
                    <a:pt x="7373308" y="164304"/>
                    <a:pt x="7257734" y="76964"/>
                  </a:cubicBezTo>
                  <a:close/>
                  <a:moveTo>
                    <a:pt x="1886601" y="0"/>
                  </a:moveTo>
                  <a:lnTo>
                    <a:pt x="2292926" y="0"/>
                  </a:lnTo>
                  <a:lnTo>
                    <a:pt x="2135542" y="117781"/>
                  </a:lnTo>
                  <a:cubicBezTo>
                    <a:pt x="2078998" y="162280"/>
                    <a:pt x="2023659" y="208045"/>
                    <a:pt x="1969576" y="254986"/>
                  </a:cubicBezTo>
                  <a:cubicBezTo>
                    <a:pt x="1861309" y="348820"/>
                    <a:pt x="1758064" y="447314"/>
                    <a:pt x="1659938" y="549855"/>
                  </a:cubicBezTo>
                  <a:cubicBezTo>
                    <a:pt x="1266987" y="960346"/>
                    <a:pt x="953820" y="1431495"/>
                    <a:pt x="729383" y="1936480"/>
                  </a:cubicBezTo>
                  <a:cubicBezTo>
                    <a:pt x="673260" y="2062362"/>
                    <a:pt x="622855" y="2190972"/>
                    <a:pt x="578465" y="2320807"/>
                  </a:cubicBezTo>
                  <a:cubicBezTo>
                    <a:pt x="534125" y="2450687"/>
                    <a:pt x="496147" y="2582216"/>
                    <a:pt x="465080" y="2714875"/>
                  </a:cubicBezTo>
                  <a:cubicBezTo>
                    <a:pt x="449769" y="2780991"/>
                    <a:pt x="435850" y="2848191"/>
                    <a:pt x="423820" y="2915436"/>
                  </a:cubicBezTo>
                  <a:cubicBezTo>
                    <a:pt x="411840" y="2982731"/>
                    <a:pt x="401054" y="3050260"/>
                    <a:pt x="392355" y="3118071"/>
                  </a:cubicBezTo>
                  <a:cubicBezTo>
                    <a:pt x="374509" y="3253646"/>
                    <a:pt x="363424" y="3389880"/>
                    <a:pt x="358801" y="3526915"/>
                  </a:cubicBezTo>
                  <a:cubicBezTo>
                    <a:pt x="349009" y="3800843"/>
                    <a:pt x="366357" y="4075570"/>
                    <a:pt x="410350" y="4348226"/>
                  </a:cubicBezTo>
                  <a:cubicBezTo>
                    <a:pt x="421286" y="4416132"/>
                    <a:pt x="434209" y="4483660"/>
                    <a:pt x="449022" y="4551049"/>
                  </a:cubicBezTo>
                  <a:cubicBezTo>
                    <a:pt x="463737" y="4618436"/>
                    <a:pt x="480389" y="4685588"/>
                    <a:pt x="498882" y="4752365"/>
                  </a:cubicBezTo>
                  <a:cubicBezTo>
                    <a:pt x="517373" y="4819141"/>
                    <a:pt x="537704" y="4885635"/>
                    <a:pt x="559775" y="4951657"/>
                  </a:cubicBezTo>
                  <a:cubicBezTo>
                    <a:pt x="581946" y="5017775"/>
                    <a:pt x="605358" y="5083375"/>
                    <a:pt x="631406" y="5147986"/>
                  </a:cubicBezTo>
                  <a:cubicBezTo>
                    <a:pt x="734055" y="5407608"/>
                    <a:pt x="865188" y="5658570"/>
                    <a:pt x="1023461" y="5893957"/>
                  </a:cubicBezTo>
                  <a:cubicBezTo>
                    <a:pt x="1181487" y="6129578"/>
                    <a:pt x="1367051" y="6349247"/>
                    <a:pt x="1575880" y="6547646"/>
                  </a:cubicBezTo>
                  <a:cubicBezTo>
                    <a:pt x="1680269" y="6646916"/>
                    <a:pt x="1790338" y="6740939"/>
                    <a:pt x="1905228" y="6829468"/>
                  </a:cubicBezTo>
                  <a:lnTo>
                    <a:pt x="1944230" y="6858000"/>
                  </a:lnTo>
                  <a:lnTo>
                    <a:pt x="1372541" y="6858000"/>
                  </a:lnTo>
                  <a:lnTo>
                    <a:pt x="1115251" y="6590005"/>
                  </a:lnTo>
                  <a:cubicBezTo>
                    <a:pt x="418530" y="5790792"/>
                    <a:pt x="0" y="4766182"/>
                    <a:pt x="0" y="3649031"/>
                  </a:cubicBezTo>
                  <a:cubicBezTo>
                    <a:pt x="0" y="2212695"/>
                    <a:pt x="691856" y="929334"/>
                    <a:pt x="1777294" y="81317"/>
                  </a:cubicBezTo>
                  <a:close/>
                </a:path>
              </a:pathLst>
            </a:custGeom>
            <a:gradFill>
              <a:gsLst>
                <a:gs pos="813">
                  <a:schemeClr val="bg1">
                    <a:alpha val="41000"/>
                  </a:schemeClr>
                </a:gs>
                <a:gs pos="20000">
                  <a:schemeClr val="accent5">
                    <a:lumMod val="85000"/>
                    <a:alpha val="56000"/>
                  </a:schemeClr>
                </a:gs>
                <a:gs pos="44000">
                  <a:schemeClr val="accent6">
                    <a:lumMod val="40000"/>
                    <a:lumOff val="60000"/>
                    <a:alpha val="57000"/>
                  </a:schemeClr>
                </a:gs>
                <a:gs pos="100000">
                  <a:schemeClr val="bg1">
                    <a:alpha val="59000"/>
                  </a:schemeClr>
                </a:gs>
                <a:gs pos="74000">
                  <a:schemeClr val="accent1">
                    <a:lumMod val="91000"/>
                    <a:lumOff val="9000"/>
                    <a:alpha val="34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EA19479F-410F-F8F1-74FC-E1FB890B7E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3402" y="36937"/>
              <a:ext cx="9767847" cy="6858000"/>
            </a:xfrm>
            <a:custGeom>
              <a:avLst/>
              <a:gdLst>
                <a:gd name="connsiteX0" fmla="*/ 7145704 w 9767847"/>
                <a:gd name="connsiteY0" fmla="*/ 0 h 6858000"/>
                <a:gd name="connsiteX1" fmla="*/ 7875738 w 9767847"/>
                <a:gd name="connsiteY1" fmla="*/ 0 h 6858000"/>
                <a:gd name="connsiteX2" fmla="*/ 7990553 w 9767847"/>
                <a:gd name="connsiteY2" fmla="*/ 85415 h 6858000"/>
                <a:gd name="connsiteX3" fmla="*/ 9767847 w 9767847"/>
                <a:gd name="connsiteY3" fmla="*/ 3653129 h 6858000"/>
                <a:gd name="connsiteX4" fmla="*/ 8652597 w 9767847"/>
                <a:gd name="connsiteY4" fmla="*/ 6594103 h 6858000"/>
                <a:gd name="connsiteX5" fmla="*/ 8399240 w 9767847"/>
                <a:gd name="connsiteY5" fmla="*/ 6858000 h 6858000"/>
                <a:gd name="connsiteX6" fmla="*/ 6766926 w 9767847"/>
                <a:gd name="connsiteY6" fmla="*/ 6858000 h 6858000"/>
                <a:gd name="connsiteX7" fmla="*/ 6804586 w 9767847"/>
                <a:gd name="connsiteY7" fmla="*/ 6821201 h 6858000"/>
                <a:gd name="connsiteX8" fmla="*/ 6881735 w 9767847"/>
                <a:gd name="connsiteY8" fmla="*/ 6745295 h 6858000"/>
                <a:gd name="connsiteX9" fmla="*/ 6958883 w 9767847"/>
                <a:gd name="connsiteY9" fmla="*/ 6668920 h 6858000"/>
                <a:gd name="connsiteX10" fmla="*/ 7267925 w 9767847"/>
                <a:gd name="connsiteY10" fmla="*/ 6359792 h 6858000"/>
                <a:gd name="connsiteX11" fmla="*/ 7424360 w 9767847"/>
                <a:gd name="connsiteY11" fmla="*/ 6204783 h 6858000"/>
                <a:gd name="connsiteX12" fmla="*/ 7504938 w 9767847"/>
                <a:gd name="connsiteY12" fmla="*/ 6126806 h 6858000"/>
                <a:gd name="connsiteX13" fmla="*/ 7546396 w 9767847"/>
                <a:gd name="connsiteY13" fmla="*/ 6087795 h 6858000"/>
                <a:gd name="connsiteX14" fmla="*/ 7588002 w 9767847"/>
                <a:gd name="connsiteY14" fmla="*/ 6049630 h 6858000"/>
                <a:gd name="connsiteX15" fmla="*/ 7631000 w 9767847"/>
                <a:gd name="connsiteY15" fmla="*/ 6010807 h 6858000"/>
                <a:gd name="connsiteX16" fmla="*/ 7675440 w 9767847"/>
                <a:gd name="connsiteY16" fmla="*/ 5972407 h 6858000"/>
                <a:gd name="connsiteX17" fmla="*/ 7720626 w 9767847"/>
                <a:gd name="connsiteY17" fmla="*/ 5934949 h 6858000"/>
                <a:gd name="connsiteX18" fmla="*/ 7766458 w 9767847"/>
                <a:gd name="connsiteY18" fmla="*/ 5898432 h 6858000"/>
                <a:gd name="connsiteX19" fmla="*/ 7955254 w 9767847"/>
                <a:gd name="connsiteY19" fmla="*/ 5760926 h 6858000"/>
                <a:gd name="connsiteX20" fmla="*/ 8352678 w 9767847"/>
                <a:gd name="connsiteY20" fmla="*/ 5521728 h 6858000"/>
                <a:gd name="connsiteX21" fmla="*/ 8451350 w 9767847"/>
                <a:gd name="connsiteY21" fmla="*/ 5469352 h 6858000"/>
                <a:gd name="connsiteX22" fmla="*/ 8548532 w 9767847"/>
                <a:gd name="connsiteY22" fmla="*/ 5417493 h 6858000"/>
                <a:gd name="connsiteX23" fmla="*/ 8729473 w 9767847"/>
                <a:gd name="connsiteY23" fmla="*/ 5314059 h 6858000"/>
                <a:gd name="connsiteX24" fmla="*/ 8770781 w 9767847"/>
                <a:gd name="connsiteY24" fmla="*/ 5287330 h 6858000"/>
                <a:gd name="connsiteX25" fmla="*/ 8790964 w 9767847"/>
                <a:gd name="connsiteY25" fmla="*/ 5273590 h 6858000"/>
                <a:gd name="connsiteX26" fmla="*/ 8810499 w 9767847"/>
                <a:gd name="connsiteY26" fmla="*/ 5259801 h 6858000"/>
                <a:gd name="connsiteX27" fmla="*/ 8883571 w 9767847"/>
                <a:gd name="connsiteY27" fmla="*/ 5202577 h 6858000"/>
                <a:gd name="connsiteX28" fmla="*/ 9006651 w 9767847"/>
                <a:gd name="connsiteY28" fmla="*/ 5074625 h 6858000"/>
                <a:gd name="connsiteX29" fmla="*/ 9033494 w 9767847"/>
                <a:gd name="connsiteY29" fmla="*/ 5038203 h 6858000"/>
                <a:gd name="connsiteX30" fmla="*/ 9040305 w 9767847"/>
                <a:gd name="connsiteY30" fmla="*/ 5028649 h 6858000"/>
                <a:gd name="connsiteX31" fmla="*/ 9046568 w 9767847"/>
                <a:gd name="connsiteY31" fmla="*/ 5019379 h 6858000"/>
                <a:gd name="connsiteX32" fmla="*/ 9058846 w 9767847"/>
                <a:gd name="connsiteY32" fmla="*/ 5000743 h 6858000"/>
                <a:gd name="connsiteX33" fmla="*/ 9104529 w 9767847"/>
                <a:gd name="connsiteY33" fmla="*/ 4922203 h 6858000"/>
                <a:gd name="connsiteX34" fmla="*/ 9181081 w 9767847"/>
                <a:gd name="connsiteY34" fmla="*/ 4748792 h 6858000"/>
                <a:gd name="connsiteX35" fmla="*/ 9240731 w 9767847"/>
                <a:gd name="connsiteY35" fmla="*/ 4561970 h 6858000"/>
                <a:gd name="connsiteX36" fmla="*/ 9265388 w 9767847"/>
                <a:gd name="connsiteY36" fmla="*/ 4465171 h 6858000"/>
                <a:gd name="connsiteX37" fmla="*/ 9276571 w 9767847"/>
                <a:gd name="connsiteY37" fmla="*/ 4416041 h 6858000"/>
                <a:gd name="connsiteX38" fmla="*/ 9281841 w 9767847"/>
                <a:gd name="connsiteY38" fmla="*/ 4391477 h 6858000"/>
                <a:gd name="connsiteX39" fmla="*/ 9286513 w 9767847"/>
                <a:gd name="connsiteY39" fmla="*/ 4368936 h 6858000"/>
                <a:gd name="connsiteX40" fmla="*/ 9296754 w 9767847"/>
                <a:gd name="connsiteY40" fmla="*/ 4316136 h 6858000"/>
                <a:gd name="connsiteX41" fmla="*/ 9301029 w 9767847"/>
                <a:gd name="connsiteY41" fmla="*/ 4293172 h 6858000"/>
                <a:gd name="connsiteX42" fmla="*/ 9302818 w 9767847"/>
                <a:gd name="connsiteY42" fmla="*/ 4282679 h 6858000"/>
                <a:gd name="connsiteX43" fmla="*/ 9304658 w 9767847"/>
                <a:gd name="connsiteY43" fmla="*/ 4270914 h 6858000"/>
                <a:gd name="connsiteX44" fmla="*/ 9312810 w 9767847"/>
                <a:gd name="connsiteY44" fmla="*/ 4220043 h 6858000"/>
                <a:gd name="connsiteX45" fmla="*/ 9316887 w 9767847"/>
                <a:gd name="connsiteY45" fmla="*/ 4194584 h 6858000"/>
                <a:gd name="connsiteX46" fmla="*/ 9318923 w 9767847"/>
                <a:gd name="connsiteY46" fmla="*/ 4181878 h 6858000"/>
                <a:gd name="connsiteX47" fmla="*/ 9320515 w 9767847"/>
                <a:gd name="connsiteY47" fmla="*/ 4168984 h 6858000"/>
                <a:gd name="connsiteX48" fmla="*/ 9332445 w 9767847"/>
                <a:gd name="connsiteY48" fmla="*/ 4069079 h 6858000"/>
                <a:gd name="connsiteX49" fmla="*/ 9336173 w 9767847"/>
                <a:gd name="connsiteY49" fmla="*/ 4022774 h 6858000"/>
                <a:gd name="connsiteX50" fmla="*/ 9340199 w 9767847"/>
                <a:gd name="connsiteY50" fmla="*/ 3969269 h 6858000"/>
                <a:gd name="connsiteX51" fmla="*/ 9347557 w 9767847"/>
                <a:gd name="connsiteY51" fmla="*/ 3770070 h 6858000"/>
                <a:gd name="connsiteX52" fmla="*/ 9346364 w 9767847"/>
                <a:gd name="connsiteY52" fmla="*/ 3669036 h 6858000"/>
                <a:gd name="connsiteX53" fmla="*/ 9344921 w 9767847"/>
                <a:gd name="connsiteY53" fmla="*/ 3619341 h 6858000"/>
                <a:gd name="connsiteX54" fmla="*/ 9344524 w 9767847"/>
                <a:gd name="connsiteY54" fmla="*/ 3607624 h 6858000"/>
                <a:gd name="connsiteX55" fmla="*/ 9343728 w 9767847"/>
                <a:gd name="connsiteY55" fmla="*/ 3594872 h 6858000"/>
                <a:gd name="connsiteX56" fmla="*/ 9342188 w 9767847"/>
                <a:gd name="connsiteY56" fmla="*/ 3569366 h 6858000"/>
                <a:gd name="connsiteX57" fmla="*/ 9339056 w 9767847"/>
                <a:gd name="connsiteY57" fmla="*/ 3518354 h 6858000"/>
                <a:gd name="connsiteX58" fmla="*/ 9334334 w 9767847"/>
                <a:gd name="connsiteY58" fmla="*/ 3467155 h 6858000"/>
                <a:gd name="connsiteX59" fmla="*/ 9329363 w 9767847"/>
                <a:gd name="connsiteY59" fmla="*/ 3415908 h 6858000"/>
                <a:gd name="connsiteX60" fmla="*/ 9328319 w 9767847"/>
                <a:gd name="connsiteY60" fmla="*/ 3404755 h 6858000"/>
                <a:gd name="connsiteX61" fmla="*/ 9327177 w 9767847"/>
                <a:gd name="connsiteY61" fmla="*/ 3394214 h 6858000"/>
                <a:gd name="connsiteX62" fmla="*/ 9324293 w 9767847"/>
                <a:gd name="connsiteY62" fmla="*/ 3370872 h 6858000"/>
                <a:gd name="connsiteX63" fmla="*/ 9320763 w 9767847"/>
                <a:gd name="connsiteY63" fmla="*/ 3344427 h 6858000"/>
                <a:gd name="connsiteX64" fmla="*/ 9317184 w 9767847"/>
                <a:gd name="connsiteY64" fmla="*/ 3315343 h 6858000"/>
                <a:gd name="connsiteX65" fmla="*/ 9311021 w 9767847"/>
                <a:gd name="connsiteY65" fmla="*/ 3270309 h 6858000"/>
                <a:gd name="connsiteX66" fmla="*/ 9302719 w 9767847"/>
                <a:gd name="connsiteY66" fmla="*/ 3219815 h 6858000"/>
                <a:gd name="connsiteX67" fmla="*/ 9293970 w 9767847"/>
                <a:gd name="connsiteY67" fmla="*/ 3169887 h 6858000"/>
                <a:gd name="connsiteX68" fmla="*/ 9252065 w 9767847"/>
                <a:gd name="connsiteY68" fmla="*/ 2971205 h 6858000"/>
                <a:gd name="connsiteX69" fmla="*/ 9227211 w 9767847"/>
                <a:gd name="connsiteY69" fmla="*/ 2872571 h 6858000"/>
                <a:gd name="connsiteX70" fmla="*/ 9220699 w 9767847"/>
                <a:gd name="connsiteY70" fmla="*/ 2848524 h 6858000"/>
                <a:gd name="connsiteX71" fmla="*/ 9213740 w 9767847"/>
                <a:gd name="connsiteY71" fmla="*/ 2824289 h 6858000"/>
                <a:gd name="connsiteX72" fmla="*/ 9199374 w 9767847"/>
                <a:gd name="connsiteY72" fmla="*/ 2775536 h 6858000"/>
                <a:gd name="connsiteX73" fmla="*/ 9061829 w 9767847"/>
                <a:gd name="connsiteY73" fmla="*/ 2389515 h 6858000"/>
                <a:gd name="connsiteX74" fmla="*/ 8978865 w 9767847"/>
                <a:gd name="connsiteY74" fmla="*/ 2200953 h 6858000"/>
                <a:gd name="connsiteX75" fmla="*/ 8956694 w 9767847"/>
                <a:gd name="connsiteY75" fmla="*/ 2154317 h 6858000"/>
                <a:gd name="connsiteX76" fmla="*/ 8934176 w 9767847"/>
                <a:gd name="connsiteY76" fmla="*/ 2108012 h 6858000"/>
                <a:gd name="connsiteX77" fmla="*/ 8887151 w 9767847"/>
                <a:gd name="connsiteY77" fmla="*/ 2015448 h 6858000"/>
                <a:gd name="connsiteX78" fmla="*/ 8787533 w 9767847"/>
                <a:gd name="connsiteY78" fmla="*/ 1832625 h 6858000"/>
                <a:gd name="connsiteX79" fmla="*/ 8761485 w 9767847"/>
                <a:gd name="connsiteY79" fmla="*/ 1787496 h 6858000"/>
                <a:gd name="connsiteX80" fmla="*/ 8734791 w 9767847"/>
                <a:gd name="connsiteY80" fmla="*/ 1741991 h 6858000"/>
                <a:gd name="connsiteX81" fmla="*/ 8680808 w 9767847"/>
                <a:gd name="connsiteY81" fmla="*/ 1652910 h 6858000"/>
                <a:gd name="connsiteX82" fmla="*/ 8567024 w 9767847"/>
                <a:gd name="connsiteY82" fmla="*/ 1477004 h 6858000"/>
                <a:gd name="connsiteX83" fmla="*/ 8537446 w 9767847"/>
                <a:gd name="connsiteY83" fmla="*/ 1433428 h 6858000"/>
                <a:gd name="connsiteX84" fmla="*/ 8507423 w 9767847"/>
                <a:gd name="connsiteY84" fmla="*/ 1389994 h 6858000"/>
                <a:gd name="connsiteX85" fmla="*/ 8446529 w 9767847"/>
                <a:gd name="connsiteY85" fmla="*/ 1304393 h 6858000"/>
                <a:gd name="connsiteX86" fmla="*/ 8319224 w 9767847"/>
                <a:gd name="connsiteY86" fmla="*/ 1135124 h 6858000"/>
                <a:gd name="connsiteX87" fmla="*/ 8286366 w 9767847"/>
                <a:gd name="connsiteY87" fmla="*/ 1093148 h 6858000"/>
                <a:gd name="connsiteX88" fmla="*/ 8270161 w 9767847"/>
                <a:gd name="connsiteY88" fmla="*/ 1072538 h 6858000"/>
                <a:gd name="connsiteX89" fmla="*/ 8253856 w 9767847"/>
                <a:gd name="connsiteY89" fmla="*/ 1052254 h 6858000"/>
                <a:gd name="connsiteX90" fmla="*/ 8186352 w 9767847"/>
                <a:gd name="connsiteY90" fmla="*/ 970373 h 6858000"/>
                <a:gd name="connsiteX91" fmla="*/ 8046768 w 9767847"/>
                <a:gd name="connsiteY91" fmla="*/ 809527 h 6858000"/>
                <a:gd name="connsiteX92" fmla="*/ 8010927 w 9767847"/>
                <a:gd name="connsiteY92" fmla="*/ 769951 h 6858000"/>
                <a:gd name="connsiteX93" fmla="*/ 7974788 w 9767847"/>
                <a:gd name="connsiteY93" fmla="*/ 730751 h 6858000"/>
                <a:gd name="connsiteX94" fmla="*/ 7901070 w 9767847"/>
                <a:gd name="connsiteY94" fmla="*/ 652823 h 6858000"/>
                <a:gd name="connsiteX95" fmla="*/ 7750054 w 9767847"/>
                <a:gd name="connsiteY95" fmla="*/ 501106 h 6858000"/>
                <a:gd name="connsiteX96" fmla="*/ 7592277 w 9767847"/>
                <a:gd name="connsiteY96" fmla="*/ 355319 h 6858000"/>
                <a:gd name="connsiteX97" fmla="*/ 7257734 w 9767847"/>
                <a:gd name="connsiteY97" fmla="*/ 81062 h 6858000"/>
                <a:gd name="connsiteX98" fmla="*/ 1892109 w 9767847"/>
                <a:gd name="connsiteY98" fmla="*/ 0 h 6858000"/>
                <a:gd name="connsiteX99" fmla="*/ 2298402 w 9767847"/>
                <a:gd name="connsiteY99" fmla="*/ 0 h 6858000"/>
                <a:gd name="connsiteX100" fmla="*/ 2135542 w 9767847"/>
                <a:gd name="connsiteY100" fmla="*/ 121879 h 6858000"/>
                <a:gd name="connsiteX101" fmla="*/ 1969576 w 9767847"/>
                <a:gd name="connsiteY101" fmla="*/ 259084 h 6858000"/>
                <a:gd name="connsiteX102" fmla="*/ 1659938 w 9767847"/>
                <a:gd name="connsiteY102" fmla="*/ 553953 h 6858000"/>
                <a:gd name="connsiteX103" fmla="*/ 729383 w 9767847"/>
                <a:gd name="connsiteY103" fmla="*/ 1940578 h 6858000"/>
                <a:gd name="connsiteX104" fmla="*/ 578465 w 9767847"/>
                <a:gd name="connsiteY104" fmla="*/ 2324905 h 6858000"/>
                <a:gd name="connsiteX105" fmla="*/ 465080 w 9767847"/>
                <a:gd name="connsiteY105" fmla="*/ 2718973 h 6858000"/>
                <a:gd name="connsiteX106" fmla="*/ 423820 w 9767847"/>
                <a:gd name="connsiteY106" fmla="*/ 2919535 h 6858000"/>
                <a:gd name="connsiteX107" fmla="*/ 392355 w 9767847"/>
                <a:gd name="connsiteY107" fmla="*/ 3122169 h 6858000"/>
                <a:gd name="connsiteX108" fmla="*/ 358801 w 9767847"/>
                <a:gd name="connsiteY108" fmla="*/ 3531013 h 6858000"/>
                <a:gd name="connsiteX109" fmla="*/ 410350 w 9767847"/>
                <a:gd name="connsiteY109" fmla="*/ 4352324 h 6858000"/>
                <a:gd name="connsiteX110" fmla="*/ 449022 w 9767847"/>
                <a:gd name="connsiteY110" fmla="*/ 4555147 h 6858000"/>
                <a:gd name="connsiteX111" fmla="*/ 498882 w 9767847"/>
                <a:gd name="connsiteY111" fmla="*/ 4756463 h 6858000"/>
                <a:gd name="connsiteX112" fmla="*/ 559775 w 9767847"/>
                <a:gd name="connsiteY112" fmla="*/ 4955755 h 6858000"/>
                <a:gd name="connsiteX113" fmla="*/ 631406 w 9767847"/>
                <a:gd name="connsiteY113" fmla="*/ 5152084 h 6858000"/>
                <a:gd name="connsiteX114" fmla="*/ 1023461 w 9767847"/>
                <a:gd name="connsiteY114" fmla="*/ 5898055 h 6858000"/>
                <a:gd name="connsiteX115" fmla="*/ 1575880 w 9767847"/>
                <a:gd name="connsiteY115" fmla="*/ 6551744 h 6858000"/>
                <a:gd name="connsiteX116" fmla="*/ 1905228 w 9767847"/>
                <a:gd name="connsiteY116" fmla="*/ 6833566 h 6858000"/>
                <a:gd name="connsiteX117" fmla="*/ 1938629 w 9767847"/>
                <a:gd name="connsiteY117" fmla="*/ 6858000 h 6858000"/>
                <a:gd name="connsiteX118" fmla="*/ 1368607 w 9767847"/>
                <a:gd name="connsiteY118" fmla="*/ 6858000 h 6858000"/>
                <a:gd name="connsiteX119" fmla="*/ 1115251 w 9767847"/>
                <a:gd name="connsiteY119" fmla="*/ 6594103 h 6858000"/>
                <a:gd name="connsiteX120" fmla="*/ 0 w 9767847"/>
                <a:gd name="connsiteY120" fmla="*/ 3653129 h 6858000"/>
                <a:gd name="connsiteX121" fmla="*/ 1777294 w 9767847"/>
                <a:gd name="connsiteY121" fmla="*/ 85415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</a:cxnLst>
              <a:rect l="l" t="t" r="r" b="b"/>
              <a:pathLst>
                <a:path w="9767847" h="6858000">
                  <a:moveTo>
                    <a:pt x="7145704" y="0"/>
                  </a:moveTo>
                  <a:lnTo>
                    <a:pt x="7875738" y="0"/>
                  </a:lnTo>
                  <a:lnTo>
                    <a:pt x="7990553" y="85415"/>
                  </a:lnTo>
                  <a:cubicBezTo>
                    <a:pt x="9075991" y="933432"/>
                    <a:pt x="9767847" y="2216793"/>
                    <a:pt x="9767847" y="3653129"/>
                  </a:cubicBezTo>
                  <a:cubicBezTo>
                    <a:pt x="9767847" y="4770280"/>
                    <a:pt x="9349317" y="5794890"/>
                    <a:pt x="8652597" y="6594103"/>
                  </a:cubicBezTo>
                  <a:lnTo>
                    <a:pt x="8399240" y="6858000"/>
                  </a:lnTo>
                  <a:lnTo>
                    <a:pt x="6766926" y="6858000"/>
                  </a:lnTo>
                  <a:lnTo>
                    <a:pt x="6804586" y="6821201"/>
                  </a:lnTo>
                  <a:lnTo>
                    <a:pt x="6881735" y="6745295"/>
                  </a:lnTo>
                  <a:cubicBezTo>
                    <a:pt x="6907435" y="6719979"/>
                    <a:pt x="6933134" y="6694896"/>
                    <a:pt x="6958883" y="6668920"/>
                  </a:cubicBezTo>
                  <a:lnTo>
                    <a:pt x="7267925" y="6359792"/>
                  </a:lnTo>
                  <a:lnTo>
                    <a:pt x="7424360" y="6204783"/>
                  </a:lnTo>
                  <a:cubicBezTo>
                    <a:pt x="7450754" y="6178900"/>
                    <a:pt x="7477598" y="6152829"/>
                    <a:pt x="7504938" y="6126806"/>
                  </a:cubicBezTo>
                  <a:lnTo>
                    <a:pt x="7546396" y="6087795"/>
                  </a:lnTo>
                  <a:cubicBezTo>
                    <a:pt x="7560264" y="6074901"/>
                    <a:pt x="7574780" y="6061630"/>
                    <a:pt x="7588002" y="6049630"/>
                  </a:cubicBezTo>
                  <a:lnTo>
                    <a:pt x="7631000" y="6010807"/>
                  </a:lnTo>
                  <a:lnTo>
                    <a:pt x="7675440" y="5972407"/>
                  </a:lnTo>
                  <a:cubicBezTo>
                    <a:pt x="7690404" y="5959796"/>
                    <a:pt x="7705564" y="5947419"/>
                    <a:pt x="7720626" y="5934949"/>
                  </a:cubicBezTo>
                  <a:cubicBezTo>
                    <a:pt x="7735738" y="5922525"/>
                    <a:pt x="7751197" y="5910619"/>
                    <a:pt x="7766458" y="5898432"/>
                  </a:cubicBezTo>
                  <a:cubicBezTo>
                    <a:pt x="7827949" y="5850290"/>
                    <a:pt x="7890979" y="5804597"/>
                    <a:pt x="7955254" y="5760926"/>
                  </a:cubicBezTo>
                  <a:cubicBezTo>
                    <a:pt x="8083800" y="5673632"/>
                    <a:pt x="8216872" y="5594434"/>
                    <a:pt x="8352678" y="5521728"/>
                  </a:cubicBezTo>
                  <a:lnTo>
                    <a:pt x="8451350" y="5469352"/>
                  </a:lnTo>
                  <a:lnTo>
                    <a:pt x="8548532" y="5417493"/>
                  </a:lnTo>
                  <a:cubicBezTo>
                    <a:pt x="8612110" y="5383188"/>
                    <a:pt x="8673251" y="5349306"/>
                    <a:pt x="8729473" y="5314059"/>
                  </a:cubicBezTo>
                  <a:cubicBezTo>
                    <a:pt x="8743591" y="5305213"/>
                    <a:pt x="8757161" y="5296459"/>
                    <a:pt x="8770781" y="5287330"/>
                  </a:cubicBezTo>
                  <a:cubicBezTo>
                    <a:pt x="8777591" y="5282765"/>
                    <a:pt x="8784451" y="5278201"/>
                    <a:pt x="8790964" y="5273590"/>
                  </a:cubicBezTo>
                  <a:cubicBezTo>
                    <a:pt x="8797574" y="5268977"/>
                    <a:pt x="8804235" y="5264412"/>
                    <a:pt x="8810499" y="5259801"/>
                  </a:cubicBezTo>
                  <a:cubicBezTo>
                    <a:pt x="8835999" y="5241401"/>
                    <a:pt x="8860407" y="5222389"/>
                    <a:pt x="8883571" y="5202577"/>
                  </a:cubicBezTo>
                  <a:cubicBezTo>
                    <a:pt x="8929900" y="5162954"/>
                    <a:pt x="8971258" y="5120413"/>
                    <a:pt x="9006651" y="5074625"/>
                  </a:cubicBezTo>
                  <a:cubicBezTo>
                    <a:pt x="9015351" y="5063426"/>
                    <a:pt x="9024398" y="5050955"/>
                    <a:pt x="9033494" y="5038203"/>
                  </a:cubicBezTo>
                  <a:lnTo>
                    <a:pt x="9040305" y="5028649"/>
                  </a:lnTo>
                  <a:lnTo>
                    <a:pt x="9046568" y="5019379"/>
                  </a:lnTo>
                  <a:cubicBezTo>
                    <a:pt x="9050743" y="5013261"/>
                    <a:pt x="9054819" y="5007050"/>
                    <a:pt x="9058846" y="5000743"/>
                  </a:cubicBezTo>
                  <a:cubicBezTo>
                    <a:pt x="9075002" y="4975615"/>
                    <a:pt x="9090212" y="4949403"/>
                    <a:pt x="9104529" y="4922203"/>
                  </a:cubicBezTo>
                  <a:cubicBezTo>
                    <a:pt x="9133211" y="4867850"/>
                    <a:pt x="9158313" y="4809545"/>
                    <a:pt x="9181081" y="4748792"/>
                  </a:cubicBezTo>
                  <a:cubicBezTo>
                    <a:pt x="9203748" y="4688276"/>
                    <a:pt x="9223383" y="4625876"/>
                    <a:pt x="9240731" y="4561970"/>
                  </a:cubicBezTo>
                  <a:cubicBezTo>
                    <a:pt x="9249481" y="4530064"/>
                    <a:pt x="9257682" y="4497782"/>
                    <a:pt x="9265388" y="4465171"/>
                  </a:cubicBezTo>
                  <a:cubicBezTo>
                    <a:pt x="9269215" y="4448842"/>
                    <a:pt x="9272943" y="4432465"/>
                    <a:pt x="9276571" y="4416041"/>
                  </a:cubicBezTo>
                  <a:lnTo>
                    <a:pt x="9281841" y="4391477"/>
                  </a:lnTo>
                  <a:lnTo>
                    <a:pt x="9286513" y="4368936"/>
                  </a:lnTo>
                  <a:lnTo>
                    <a:pt x="9296754" y="4316136"/>
                  </a:lnTo>
                  <a:lnTo>
                    <a:pt x="9301029" y="4293172"/>
                  </a:lnTo>
                  <a:lnTo>
                    <a:pt x="9302818" y="4282679"/>
                  </a:lnTo>
                  <a:lnTo>
                    <a:pt x="9304658" y="4270914"/>
                  </a:lnTo>
                  <a:lnTo>
                    <a:pt x="9312810" y="4220043"/>
                  </a:lnTo>
                  <a:lnTo>
                    <a:pt x="9316887" y="4194584"/>
                  </a:lnTo>
                  <a:lnTo>
                    <a:pt x="9318923" y="4181878"/>
                  </a:lnTo>
                  <a:cubicBezTo>
                    <a:pt x="9319570" y="4177644"/>
                    <a:pt x="9319969" y="4173267"/>
                    <a:pt x="9320515" y="4168984"/>
                  </a:cubicBezTo>
                  <a:lnTo>
                    <a:pt x="9332445" y="4069079"/>
                  </a:lnTo>
                  <a:cubicBezTo>
                    <a:pt x="9333836" y="4056468"/>
                    <a:pt x="9334880" y="4040986"/>
                    <a:pt x="9336173" y="4022774"/>
                  </a:cubicBezTo>
                  <a:lnTo>
                    <a:pt x="9340199" y="3969269"/>
                  </a:lnTo>
                  <a:cubicBezTo>
                    <a:pt x="9345071" y="3903904"/>
                    <a:pt x="9347358" y="3837081"/>
                    <a:pt x="9347557" y="3770070"/>
                  </a:cubicBezTo>
                  <a:cubicBezTo>
                    <a:pt x="9347656" y="3736518"/>
                    <a:pt x="9347209" y="3702871"/>
                    <a:pt x="9346364" y="3669036"/>
                  </a:cubicBezTo>
                  <a:lnTo>
                    <a:pt x="9344921" y="3619341"/>
                  </a:lnTo>
                  <a:lnTo>
                    <a:pt x="9344524" y="3607624"/>
                  </a:lnTo>
                  <a:lnTo>
                    <a:pt x="9343728" y="3594872"/>
                  </a:lnTo>
                  <a:lnTo>
                    <a:pt x="9342188" y="3569366"/>
                  </a:lnTo>
                  <a:lnTo>
                    <a:pt x="9339056" y="3518354"/>
                  </a:lnTo>
                  <a:cubicBezTo>
                    <a:pt x="9337914" y="3501319"/>
                    <a:pt x="9335874" y="3484236"/>
                    <a:pt x="9334334" y="3467155"/>
                  </a:cubicBezTo>
                  <a:lnTo>
                    <a:pt x="9329363" y="3415908"/>
                  </a:lnTo>
                  <a:lnTo>
                    <a:pt x="9328319" y="3404755"/>
                  </a:lnTo>
                  <a:lnTo>
                    <a:pt x="9327177" y="3394214"/>
                  </a:lnTo>
                  <a:lnTo>
                    <a:pt x="9324293" y="3370872"/>
                  </a:lnTo>
                  <a:lnTo>
                    <a:pt x="9320763" y="3344427"/>
                  </a:lnTo>
                  <a:lnTo>
                    <a:pt x="9317184" y="3315343"/>
                  </a:lnTo>
                  <a:cubicBezTo>
                    <a:pt x="9315594" y="3300991"/>
                    <a:pt x="9313506" y="3286404"/>
                    <a:pt x="9311021" y="3270309"/>
                  </a:cubicBezTo>
                  <a:lnTo>
                    <a:pt x="9302719" y="3219815"/>
                  </a:lnTo>
                  <a:cubicBezTo>
                    <a:pt x="9299936" y="3203157"/>
                    <a:pt x="9297003" y="3186498"/>
                    <a:pt x="9293970" y="3169887"/>
                  </a:cubicBezTo>
                  <a:cubicBezTo>
                    <a:pt x="9281891" y="3103393"/>
                    <a:pt x="9267674" y="3037182"/>
                    <a:pt x="9252065" y="2971205"/>
                  </a:cubicBezTo>
                  <a:cubicBezTo>
                    <a:pt x="9244261" y="2938265"/>
                    <a:pt x="9235959" y="2905371"/>
                    <a:pt x="9227211" y="2872571"/>
                  </a:cubicBezTo>
                  <a:lnTo>
                    <a:pt x="9220699" y="2848524"/>
                  </a:lnTo>
                  <a:lnTo>
                    <a:pt x="9213740" y="2824289"/>
                  </a:lnTo>
                  <a:cubicBezTo>
                    <a:pt x="9209216" y="2808147"/>
                    <a:pt x="9204345" y="2791866"/>
                    <a:pt x="9199374" y="2775536"/>
                  </a:cubicBezTo>
                  <a:cubicBezTo>
                    <a:pt x="9159855" y="2645184"/>
                    <a:pt x="9114272" y="2516197"/>
                    <a:pt x="9061829" y="2389515"/>
                  </a:cubicBezTo>
                  <a:cubicBezTo>
                    <a:pt x="9035582" y="2326175"/>
                    <a:pt x="9008043" y="2263258"/>
                    <a:pt x="8978865" y="2200953"/>
                  </a:cubicBezTo>
                  <a:lnTo>
                    <a:pt x="8956694" y="2154317"/>
                  </a:lnTo>
                  <a:lnTo>
                    <a:pt x="8934176" y="2108012"/>
                  </a:lnTo>
                  <a:cubicBezTo>
                    <a:pt x="8918915" y="2077189"/>
                    <a:pt x="8903157" y="2046130"/>
                    <a:pt x="8887151" y="2015448"/>
                  </a:cubicBezTo>
                  <a:cubicBezTo>
                    <a:pt x="8854988" y="1953989"/>
                    <a:pt x="8822082" y="1892908"/>
                    <a:pt x="8787533" y="1832625"/>
                  </a:cubicBezTo>
                  <a:lnTo>
                    <a:pt x="8761485" y="1787496"/>
                  </a:lnTo>
                  <a:lnTo>
                    <a:pt x="8734791" y="1741991"/>
                  </a:lnTo>
                  <a:cubicBezTo>
                    <a:pt x="8717047" y="1711921"/>
                    <a:pt x="8699200" y="1682461"/>
                    <a:pt x="8680808" y="1652910"/>
                  </a:cubicBezTo>
                  <a:cubicBezTo>
                    <a:pt x="8644322" y="1593756"/>
                    <a:pt x="8606194" y="1535216"/>
                    <a:pt x="8567024" y="1477004"/>
                  </a:cubicBezTo>
                  <a:lnTo>
                    <a:pt x="8537446" y="1433428"/>
                  </a:lnTo>
                  <a:lnTo>
                    <a:pt x="8507423" y="1389994"/>
                  </a:lnTo>
                  <a:cubicBezTo>
                    <a:pt x="8487390" y="1361382"/>
                    <a:pt x="8467158" y="1332817"/>
                    <a:pt x="8446529" y="1304393"/>
                  </a:cubicBezTo>
                  <a:cubicBezTo>
                    <a:pt x="8405271" y="1247595"/>
                    <a:pt x="8362718" y="1191218"/>
                    <a:pt x="8319224" y="1135124"/>
                  </a:cubicBezTo>
                  <a:lnTo>
                    <a:pt x="8286366" y="1093148"/>
                  </a:lnTo>
                  <a:lnTo>
                    <a:pt x="8270161" y="1072538"/>
                  </a:lnTo>
                  <a:lnTo>
                    <a:pt x="8253856" y="1052254"/>
                  </a:lnTo>
                  <a:cubicBezTo>
                    <a:pt x="8231636" y="1024773"/>
                    <a:pt x="8209117" y="997479"/>
                    <a:pt x="8186352" y="970373"/>
                  </a:cubicBezTo>
                  <a:cubicBezTo>
                    <a:pt x="8140917" y="916020"/>
                    <a:pt x="8094240" y="862515"/>
                    <a:pt x="8046768" y="809527"/>
                  </a:cubicBezTo>
                  <a:lnTo>
                    <a:pt x="8010927" y="769951"/>
                  </a:lnTo>
                  <a:lnTo>
                    <a:pt x="7974788" y="730751"/>
                  </a:lnTo>
                  <a:cubicBezTo>
                    <a:pt x="7950382" y="704587"/>
                    <a:pt x="7925824" y="678563"/>
                    <a:pt x="7901070" y="652823"/>
                  </a:cubicBezTo>
                  <a:cubicBezTo>
                    <a:pt x="7851510" y="601387"/>
                    <a:pt x="7801404" y="550612"/>
                    <a:pt x="7750054" y="501106"/>
                  </a:cubicBezTo>
                  <a:cubicBezTo>
                    <a:pt x="7698902" y="451742"/>
                    <a:pt x="7645913" y="403036"/>
                    <a:pt x="7592277" y="355319"/>
                  </a:cubicBezTo>
                  <a:cubicBezTo>
                    <a:pt x="7484856" y="259884"/>
                    <a:pt x="7373308" y="168402"/>
                    <a:pt x="7257734" y="81062"/>
                  </a:cubicBezTo>
                  <a:close/>
                  <a:moveTo>
                    <a:pt x="1892109" y="0"/>
                  </a:moveTo>
                  <a:lnTo>
                    <a:pt x="2298402" y="0"/>
                  </a:lnTo>
                  <a:lnTo>
                    <a:pt x="2135542" y="121879"/>
                  </a:lnTo>
                  <a:cubicBezTo>
                    <a:pt x="2078998" y="166378"/>
                    <a:pt x="2023659" y="212143"/>
                    <a:pt x="1969576" y="259084"/>
                  </a:cubicBezTo>
                  <a:cubicBezTo>
                    <a:pt x="1861309" y="352918"/>
                    <a:pt x="1758064" y="451412"/>
                    <a:pt x="1659938" y="553953"/>
                  </a:cubicBezTo>
                  <a:cubicBezTo>
                    <a:pt x="1266987" y="964444"/>
                    <a:pt x="953820" y="1435593"/>
                    <a:pt x="729383" y="1940578"/>
                  </a:cubicBezTo>
                  <a:cubicBezTo>
                    <a:pt x="673260" y="2066459"/>
                    <a:pt x="622855" y="2195070"/>
                    <a:pt x="578465" y="2324905"/>
                  </a:cubicBezTo>
                  <a:cubicBezTo>
                    <a:pt x="534125" y="2454785"/>
                    <a:pt x="496147" y="2586314"/>
                    <a:pt x="465080" y="2718973"/>
                  </a:cubicBezTo>
                  <a:cubicBezTo>
                    <a:pt x="449769" y="2785089"/>
                    <a:pt x="435850" y="2852289"/>
                    <a:pt x="423820" y="2919535"/>
                  </a:cubicBezTo>
                  <a:cubicBezTo>
                    <a:pt x="411840" y="2986829"/>
                    <a:pt x="401054" y="3054358"/>
                    <a:pt x="392355" y="3122169"/>
                  </a:cubicBezTo>
                  <a:cubicBezTo>
                    <a:pt x="374509" y="3257744"/>
                    <a:pt x="363424" y="3393978"/>
                    <a:pt x="358801" y="3531013"/>
                  </a:cubicBezTo>
                  <a:cubicBezTo>
                    <a:pt x="349009" y="3804941"/>
                    <a:pt x="366357" y="4079668"/>
                    <a:pt x="410350" y="4352324"/>
                  </a:cubicBezTo>
                  <a:cubicBezTo>
                    <a:pt x="421286" y="4420230"/>
                    <a:pt x="434209" y="4487758"/>
                    <a:pt x="449022" y="4555147"/>
                  </a:cubicBezTo>
                  <a:cubicBezTo>
                    <a:pt x="463737" y="4622534"/>
                    <a:pt x="480389" y="4689686"/>
                    <a:pt x="498882" y="4756463"/>
                  </a:cubicBezTo>
                  <a:cubicBezTo>
                    <a:pt x="517373" y="4823239"/>
                    <a:pt x="537704" y="4889733"/>
                    <a:pt x="559775" y="4955755"/>
                  </a:cubicBezTo>
                  <a:cubicBezTo>
                    <a:pt x="581946" y="5021873"/>
                    <a:pt x="605358" y="5087473"/>
                    <a:pt x="631406" y="5152084"/>
                  </a:cubicBezTo>
                  <a:cubicBezTo>
                    <a:pt x="734055" y="5411706"/>
                    <a:pt x="865188" y="5662668"/>
                    <a:pt x="1023461" y="5898055"/>
                  </a:cubicBezTo>
                  <a:cubicBezTo>
                    <a:pt x="1181487" y="6133676"/>
                    <a:pt x="1367051" y="6353345"/>
                    <a:pt x="1575880" y="6551744"/>
                  </a:cubicBezTo>
                  <a:cubicBezTo>
                    <a:pt x="1680269" y="6651014"/>
                    <a:pt x="1790338" y="6745037"/>
                    <a:pt x="1905228" y="6833566"/>
                  </a:cubicBezTo>
                  <a:lnTo>
                    <a:pt x="1938629" y="6858000"/>
                  </a:lnTo>
                  <a:lnTo>
                    <a:pt x="1368607" y="6858000"/>
                  </a:lnTo>
                  <a:lnTo>
                    <a:pt x="1115251" y="6594103"/>
                  </a:lnTo>
                  <a:cubicBezTo>
                    <a:pt x="418530" y="5794890"/>
                    <a:pt x="0" y="4770280"/>
                    <a:pt x="0" y="3653129"/>
                  </a:cubicBezTo>
                  <a:cubicBezTo>
                    <a:pt x="0" y="2216793"/>
                    <a:pt x="691856" y="933432"/>
                    <a:pt x="1777294" y="85415"/>
                  </a:cubicBezTo>
                  <a:close/>
                </a:path>
              </a:pathLst>
            </a:custGeom>
            <a:solidFill>
              <a:schemeClr val="bg1"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  <p:sp>
        <p:nvSpPr>
          <p:cNvPr id="2" name="Title 4">
            <a:extLst>
              <a:ext uri="{FF2B5EF4-FFF2-40B4-BE49-F238E27FC236}">
                <a16:creationId xmlns:a16="http://schemas.microsoft.com/office/drawing/2014/main" id="{DD81B0F2-FA93-5C64-D8B0-C21165EEBBA3}"/>
              </a:ext>
            </a:extLst>
          </p:cNvPr>
          <p:cNvSpPr txBox="1">
            <a:spLocks/>
          </p:cNvSpPr>
          <p:nvPr/>
        </p:nvSpPr>
        <p:spPr>
          <a:xfrm>
            <a:off x="3045368" y="2043663"/>
            <a:ext cx="6105194" cy="203105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200" b="0" i="0" u="none" strike="noStrike" kern="1200" cap="none" spc="300" normalizeH="0" baseline="0" noProof="0" dirty="0">
                <a:ln>
                  <a:noFill/>
                </a:ln>
                <a:solidFill>
                  <a:srgbClr val="0E2841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Microsoft 365 Copilot </a:t>
            </a:r>
            <a:r>
              <a:rPr kumimoji="0" lang="en-US" sz="5200" b="0" i="0" u="none" strike="noStrike" kern="1200" cap="none" spc="300" normalizeH="0" baseline="0" noProof="0" dirty="0" err="1">
                <a:ln>
                  <a:noFill/>
                </a:ln>
                <a:solidFill>
                  <a:srgbClr val="0E2841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en</a:t>
            </a:r>
            <a:r>
              <a:rPr kumimoji="0" lang="en-US" sz="5200" b="0" i="0" u="none" strike="noStrike" kern="1200" cap="none" spc="300" normalizeH="0" baseline="0" noProof="0" dirty="0">
                <a:ln>
                  <a:noFill/>
                </a:ln>
                <a:solidFill>
                  <a:srgbClr val="0E2841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 </a:t>
            </a:r>
            <a:r>
              <a:rPr kumimoji="0" lang="en-US" sz="5200" b="0" i="0" u="none" strike="noStrike" kern="1200" cap="none" spc="300" normalizeH="0" baseline="0" noProof="0" dirty="0" err="1">
                <a:ln>
                  <a:noFill/>
                </a:ln>
                <a:solidFill>
                  <a:srgbClr val="0E2841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acción</a:t>
            </a:r>
            <a:endParaRPr kumimoji="0" lang="en-US" sz="5200" b="0" i="0" u="none" strike="noStrike" kern="1200" cap="none" spc="300" normalizeH="0" baseline="0" noProof="0" dirty="0">
              <a:ln>
                <a:noFill/>
              </a:ln>
              <a:solidFill>
                <a:srgbClr val="0E2841"/>
              </a:solidFill>
              <a:effectLst/>
              <a:uLnTx/>
              <a:uFillTx/>
              <a:latin typeface="Aptos Display" panose="02110004020202020204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6247659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D14832-D974-8BEE-0D3A-218ECD75D7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F87F347A-EE07-6122-ACB7-DBEE476128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845820" y="716280"/>
            <a:ext cx="10510434" cy="5699760"/>
            <a:chOff x="6037045" y="1624062"/>
            <a:chExt cx="4036827" cy="4497246"/>
          </a:xfrm>
        </p:grpSpPr>
        <p:sp>
          <p:nvSpPr>
            <p:cNvPr id="5" name="Rectangle: Rounded Corners 24">
              <a:extLst>
                <a:ext uri="{FF2B5EF4-FFF2-40B4-BE49-F238E27FC236}">
                  <a16:creationId xmlns:a16="http://schemas.microsoft.com/office/drawing/2014/main" id="{D82C5B53-D2B2-06E8-AE50-C2F346E8594D}"/>
                </a:ext>
              </a:extLst>
            </p:cNvPr>
            <p:cNvSpPr/>
            <p:nvPr/>
          </p:nvSpPr>
          <p:spPr bwMode="auto">
            <a:xfrm>
              <a:off x="6037045" y="1624062"/>
              <a:ext cx="4035898" cy="4497244"/>
            </a:xfrm>
            <a:prstGeom prst="roundRect">
              <a:avLst>
                <a:gd name="adj" fmla="val 3337"/>
              </a:avLst>
            </a:prstGeom>
            <a:solidFill>
              <a:schemeClr val="bg1"/>
            </a:solidFill>
            <a:ln w="12700">
              <a:noFill/>
              <a:headEnd type="none" w="med" len="med"/>
              <a:tailEnd type="none" w="med" len="med"/>
            </a:ln>
            <a:effectLst>
              <a:outerShdw blurRad="127000" dir="2700000" algn="tl" rotWithShape="0">
                <a:srgbClr val="1E293B">
                  <a:alpha val="40000"/>
                </a:srgbClr>
              </a:outerShdw>
            </a:effectLst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32472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/>
                <a:ea typeface="Segoe UI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7CE05519-4A57-F0DE-C3D9-95637D9A5B85}"/>
                </a:ext>
              </a:extLst>
            </p:cNvPr>
            <p:cNvSpPr/>
            <p:nvPr/>
          </p:nvSpPr>
          <p:spPr bwMode="auto">
            <a:xfrm>
              <a:off x="6037974" y="1624062"/>
              <a:ext cx="4035898" cy="4497246"/>
            </a:xfrm>
            <a:prstGeom prst="roundRect">
              <a:avLst>
                <a:gd name="adj" fmla="val 3196"/>
              </a:avLst>
            </a:prstGeom>
            <a:gradFill flip="none" rotWithShape="1">
              <a:gsLst>
                <a:gs pos="0">
                  <a:srgbClr val="EC4899">
                    <a:alpha val="10000"/>
                  </a:srgbClr>
                </a:gs>
                <a:gs pos="48000">
                  <a:srgbClr val="7C3AED">
                    <a:alpha val="10000"/>
                  </a:srgbClr>
                </a:gs>
                <a:gs pos="100000">
                  <a:srgbClr val="3B82F6">
                    <a:alpha val="10000"/>
                  </a:srgbClr>
                </a:gs>
              </a:gsLst>
              <a:lin ang="2700000" scaled="1"/>
            </a:gradFill>
            <a:ln w="12700">
              <a:gradFill flip="none" rotWithShape="1">
                <a:gsLst>
                  <a:gs pos="0">
                    <a:srgbClr val="EC4899"/>
                  </a:gs>
                  <a:gs pos="48000">
                    <a:srgbClr val="7C3AED"/>
                  </a:gs>
                  <a:gs pos="100000">
                    <a:srgbClr val="3B82F6"/>
                  </a:gs>
                </a:gsLst>
                <a:lin ang="2700000" scaled="1"/>
              </a:gra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32472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/>
                <a:ea typeface="Segoe UI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05CA4ABC-8054-6F34-E4CE-33D1EADFD654}"/>
              </a:ext>
            </a:extLst>
          </p:cNvPr>
          <p:cNvSpPr txBox="1"/>
          <p:nvPr/>
        </p:nvSpPr>
        <p:spPr>
          <a:xfrm>
            <a:off x="1431210" y="3558981"/>
            <a:ext cx="4051237" cy="49244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ctr" defTabSz="932742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s-ES" sz="3200" b="1" i="0" strike="noStrike" cap="none" baseline="0">
                <a:solidFill>
                  <a:srgbClr val="1E293B"/>
                </a:solidFill>
                <a:effectLst/>
                <a:latin typeface="Segoe UI Semibold"/>
                <a:ea typeface="Segoe UI Semibold"/>
                <a:cs typeface="Segoe UI Semibold"/>
              </a:rPr>
              <a:t>Microsoft 365 Copilot</a:t>
            </a:r>
          </a:p>
        </p:txBody>
      </p:sp>
      <p:pic>
        <p:nvPicPr>
          <p:cNvPr id="10" name="Picture 9" descr="Imagen ilustrativa relacionada con Copilot Chat">
            <a:extLst>
              <a:ext uri="{FF2B5EF4-FFF2-40B4-BE49-F238E27FC236}">
                <a16:creationId xmlns:a16="http://schemas.microsoft.com/office/drawing/2014/main" id="{F8A97367-5DC4-BB96-9341-E3F6219262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1268" y="2418650"/>
            <a:ext cx="978270" cy="985924"/>
          </a:xfrm>
          <a:prstGeom prst="rect">
            <a:avLst/>
          </a:prstGeom>
        </p:spPr>
      </p:pic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D620858B-AEE9-2323-EF10-122F10E319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7011947" y="2914971"/>
            <a:ext cx="3267434" cy="3043869"/>
          </a:xfrm>
          <a:prstGeom prst="roundRect">
            <a:avLst>
              <a:gd name="adj" fmla="val 4879"/>
            </a:avLst>
          </a:prstGeom>
          <a:solidFill>
            <a:schemeClr val="bg1"/>
          </a:solidFill>
          <a:ln w="12700">
            <a:noFill/>
            <a:headEnd type="none" w="med" len="med"/>
            <a:tailEnd type="none" w="med" len="med"/>
          </a:ln>
          <a:effectLst>
            <a:outerShdw blurRad="127000" dir="2700000" algn="tl" rotWithShape="0">
              <a:srgbClr val="1E293B">
                <a:alpha val="17323"/>
              </a:srgb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32472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sz="20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Segoe UI"/>
              <a:ea typeface="Segoe UI" pitchFamily="34" charset="0"/>
              <a:cs typeface="Segoe UI" panose="020B0502040204020203" pitchFamily="34" charset="0"/>
            </a:endParaRPr>
          </a:p>
        </p:txBody>
      </p:sp>
      <p:sp>
        <p:nvSpPr>
          <p:cNvPr id="29" name="Graphic 40">
            <a:extLst>
              <a:ext uri="{FF2B5EF4-FFF2-40B4-BE49-F238E27FC236}">
                <a16:creationId xmlns:a16="http://schemas.microsoft.com/office/drawing/2014/main" id="{51A084BA-02C0-9A6D-A45C-D21BA3E7EF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487944" y="2371952"/>
            <a:ext cx="302954" cy="302954"/>
          </a:xfrm>
          <a:custGeom>
            <a:avLst/>
            <a:gdLst>
              <a:gd name="connsiteX0" fmla="*/ 95250 w 190500"/>
              <a:gd name="connsiteY0" fmla="*/ 0 h 190500"/>
              <a:gd name="connsiteX1" fmla="*/ 190500 w 190500"/>
              <a:gd name="connsiteY1" fmla="*/ 95250 h 190500"/>
              <a:gd name="connsiteX2" fmla="*/ 95250 w 190500"/>
              <a:gd name="connsiteY2" fmla="*/ 190500 h 190500"/>
              <a:gd name="connsiteX3" fmla="*/ 0 w 190500"/>
              <a:gd name="connsiteY3" fmla="*/ 95250 h 190500"/>
              <a:gd name="connsiteX4" fmla="*/ 95250 w 190500"/>
              <a:gd name="connsiteY4" fmla="*/ 0 h 190500"/>
              <a:gd name="connsiteX5" fmla="*/ 95250 w 190500"/>
              <a:gd name="connsiteY5" fmla="*/ 47625 h 190500"/>
              <a:gd name="connsiteX6" fmla="*/ 88171 w 190500"/>
              <a:gd name="connsiteY6" fmla="*/ 53799 h 190500"/>
              <a:gd name="connsiteX7" fmla="*/ 88106 w 190500"/>
              <a:gd name="connsiteY7" fmla="*/ 54769 h 190500"/>
              <a:gd name="connsiteX8" fmla="*/ 88106 w 190500"/>
              <a:gd name="connsiteY8" fmla="*/ 88106 h 190500"/>
              <a:gd name="connsiteX9" fmla="*/ 54769 w 190500"/>
              <a:gd name="connsiteY9" fmla="*/ 88106 h 190500"/>
              <a:gd name="connsiteX10" fmla="*/ 47625 w 190500"/>
              <a:gd name="connsiteY10" fmla="*/ 95250 h 190500"/>
              <a:gd name="connsiteX11" fmla="*/ 53799 w 190500"/>
              <a:gd name="connsiteY11" fmla="*/ 102329 h 190500"/>
              <a:gd name="connsiteX12" fmla="*/ 54769 w 190500"/>
              <a:gd name="connsiteY12" fmla="*/ 102394 h 190500"/>
              <a:gd name="connsiteX13" fmla="*/ 88106 w 190500"/>
              <a:gd name="connsiteY13" fmla="*/ 102394 h 190500"/>
              <a:gd name="connsiteX14" fmla="*/ 88106 w 190500"/>
              <a:gd name="connsiteY14" fmla="*/ 135731 h 190500"/>
              <a:gd name="connsiteX15" fmla="*/ 95250 w 190500"/>
              <a:gd name="connsiteY15" fmla="*/ 142875 h 190500"/>
              <a:gd name="connsiteX16" fmla="*/ 102329 w 190500"/>
              <a:gd name="connsiteY16" fmla="*/ 136701 h 190500"/>
              <a:gd name="connsiteX17" fmla="*/ 102394 w 190500"/>
              <a:gd name="connsiteY17" fmla="*/ 135731 h 190500"/>
              <a:gd name="connsiteX18" fmla="*/ 102394 w 190500"/>
              <a:gd name="connsiteY18" fmla="*/ 102394 h 190500"/>
              <a:gd name="connsiteX19" fmla="*/ 135731 w 190500"/>
              <a:gd name="connsiteY19" fmla="*/ 102394 h 190500"/>
              <a:gd name="connsiteX20" fmla="*/ 142875 w 190500"/>
              <a:gd name="connsiteY20" fmla="*/ 95250 h 190500"/>
              <a:gd name="connsiteX21" fmla="*/ 136701 w 190500"/>
              <a:gd name="connsiteY21" fmla="*/ 88171 h 190500"/>
              <a:gd name="connsiteX22" fmla="*/ 135731 w 190500"/>
              <a:gd name="connsiteY22" fmla="*/ 88106 h 190500"/>
              <a:gd name="connsiteX23" fmla="*/ 102394 w 190500"/>
              <a:gd name="connsiteY23" fmla="*/ 88106 h 190500"/>
              <a:gd name="connsiteX24" fmla="*/ 102394 w 190500"/>
              <a:gd name="connsiteY24" fmla="*/ 54769 h 190500"/>
              <a:gd name="connsiteX25" fmla="*/ 95250 w 190500"/>
              <a:gd name="connsiteY25" fmla="*/ 47625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190500" h="190500">
                <a:moveTo>
                  <a:pt x="95250" y="0"/>
                </a:moveTo>
                <a:cubicBezTo>
                  <a:pt x="147855" y="0"/>
                  <a:pt x="190500" y="42645"/>
                  <a:pt x="190500" y="95250"/>
                </a:cubicBezTo>
                <a:cubicBezTo>
                  <a:pt x="190500" y="147855"/>
                  <a:pt x="147855" y="190500"/>
                  <a:pt x="95250" y="190500"/>
                </a:cubicBezTo>
                <a:cubicBezTo>
                  <a:pt x="42645" y="190500"/>
                  <a:pt x="0" y="147855"/>
                  <a:pt x="0" y="95250"/>
                </a:cubicBezTo>
                <a:cubicBezTo>
                  <a:pt x="0" y="42645"/>
                  <a:pt x="42645" y="0"/>
                  <a:pt x="95250" y="0"/>
                </a:cubicBezTo>
                <a:close/>
                <a:moveTo>
                  <a:pt x="95250" y="47625"/>
                </a:moveTo>
                <a:cubicBezTo>
                  <a:pt x="91633" y="47625"/>
                  <a:pt x="88644" y="50312"/>
                  <a:pt x="88171" y="53799"/>
                </a:cubicBezTo>
                <a:lnTo>
                  <a:pt x="88106" y="54769"/>
                </a:lnTo>
                <a:lnTo>
                  <a:pt x="88106" y="88106"/>
                </a:lnTo>
                <a:lnTo>
                  <a:pt x="54769" y="88106"/>
                </a:lnTo>
                <a:cubicBezTo>
                  <a:pt x="50823" y="88106"/>
                  <a:pt x="47625" y="91305"/>
                  <a:pt x="47625" y="95250"/>
                </a:cubicBezTo>
                <a:cubicBezTo>
                  <a:pt x="47625" y="98867"/>
                  <a:pt x="50312" y="101856"/>
                  <a:pt x="53799" y="102329"/>
                </a:cubicBezTo>
                <a:lnTo>
                  <a:pt x="54769" y="102394"/>
                </a:lnTo>
                <a:lnTo>
                  <a:pt x="88106" y="102394"/>
                </a:lnTo>
                <a:lnTo>
                  <a:pt x="88106" y="135731"/>
                </a:lnTo>
                <a:cubicBezTo>
                  <a:pt x="88106" y="139677"/>
                  <a:pt x="91305" y="142875"/>
                  <a:pt x="95250" y="142875"/>
                </a:cubicBezTo>
                <a:cubicBezTo>
                  <a:pt x="98867" y="142875"/>
                  <a:pt x="101856" y="140187"/>
                  <a:pt x="102329" y="136701"/>
                </a:cubicBezTo>
                <a:lnTo>
                  <a:pt x="102394" y="135731"/>
                </a:lnTo>
                <a:lnTo>
                  <a:pt x="102394" y="102394"/>
                </a:lnTo>
                <a:lnTo>
                  <a:pt x="135731" y="102394"/>
                </a:lnTo>
                <a:cubicBezTo>
                  <a:pt x="139677" y="102394"/>
                  <a:pt x="142875" y="99195"/>
                  <a:pt x="142875" y="95250"/>
                </a:cubicBezTo>
                <a:cubicBezTo>
                  <a:pt x="142875" y="91633"/>
                  <a:pt x="140187" y="88644"/>
                  <a:pt x="136701" y="88171"/>
                </a:cubicBezTo>
                <a:lnTo>
                  <a:pt x="135731" y="88106"/>
                </a:lnTo>
                <a:lnTo>
                  <a:pt x="102394" y="88106"/>
                </a:lnTo>
                <a:lnTo>
                  <a:pt x="102394" y="54769"/>
                </a:lnTo>
                <a:cubicBezTo>
                  <a:pt x="102394" y="50823"/>
                  <a:pt x="99195" y="47625"/>
                  <a:pt x="95250" y="47625"/>
                </a:cubicBezTo>
                <a:close/>
              </a:path>
            </a:pathLst>
          </a:custGeom>
          <a:gradFill>
            <a:gsLst>
              <a:gs pos="0">
                <a:srgbClr val="EC4899"/>
              </a:gs>
              <a:gs pos="21000">
                <a:srgbClr val="7C3AED"/>
              </a:gs>
              <a:gs pos="100000">
                <a:srgbClr val="3B82F6"/>
              </a:gs>
            </a:gsLst>
            <a:path path="circle">
              <a:fillToRect r="100000" b="100000"/>
            </a:path>
          </a:gradFill>
          <a:ln w="19050"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32472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sz="20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Segoe UI"/>
              <a:ea typeface="+mn-ea"/>
              <a:cs typeface="Segoe UI" panose="020B0502040204020203" pitchFamily="34" charset="0"/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7329455F-F72D-AA9D-A7BA-E791AFBAFD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7000011" y="1203961"/>
            <a:ext cx="3279368" cy="931374"/>
          </a:xfrm>
          <a:prstGeom prst="roundRect">
            <a:avLst>
              <a:gd name="adj" fmla="val 10114"/>
            </a:avLst>
          </a:prstGeom>
          <a:solidFill>
            <a:schemeClr val="bg1"/>
          </a:solidFill>
          <a:ln w="12700">
            <a:noFill/>
            <a:headEnd type="none" w="med" len="med"/>
            <a:tailEnd type="none" w="med" len="med"/>
          </a:ln>
          <a:effectLst>
            <a:outerShdw blurRad="127000" dir="2700000" algn="tl" rotWithShape="0">
              <a:srgbClr val="1E293B">
                <a:alpha val="17323"/>
              </a:srgb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32472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sz="20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Segoe UI"/>
              <a:ea typeface="Segoe UI" pitchFamily="34" charset="0"/>
              <a:cs typeface="Segoe UI" panose="020B0502040204020203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54020A2-E4F0-7C1D-FA7F-7C577E1E7293}"/>
              </a:ext>
            </a:extLst>
          </p:cNvPr>
          <p:cNvSpPr txBox="1"/>
          <p:nvPr/>
        </p:nvSpPr>
        <p:spPr>
          <a:xfrm>
            <a:off x="7268154" y="1380675"/>
            <a:ext cx="1469955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ctr" defTabSz="932742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s-ES" sz="2000" b="1" i="0" strike="noStrike" cap="none" baseline="0" dirty="0" err="1">
                <a:solidFill>
                  <a:srgbClr val="1E293B"/>
                </a:solidFill>
                <a:effectLst/>
                <a:latin typeface="Segoe UI Semibold"/>
                <a:ea typeface="Segoe UI Semibold"/>
                <a:cs typeface="Segoe UI Semibold"/>
              </a:rPr>
              <a:t>Copilot</a:t>
            </a:r>
            <a:r>
              <a:rPr lang="es-ES" sz="2000" b="1" i="0" strike="noStrike" cap="none" baseline="0" dirty="0">
                <a:solidFill>
                  <a:srgbClr val="1E293B"/>
                </a:solidFill>
                <a:effectLst/>
                <a:latin typeface="Segoe UI Semibold"/>
                <a:ea typeface="Segoe UI Semibold"/>
                <a:cs typeface="Segoe UI Semibold"/>
              </a:rPr>
              <a:t> Chat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2701608-4EA6-C81E-0BA8-068F41AF746F}"/>
              </a:ext>
            </a:extLst>
          </p:cNvPr>
          <p:cNvSpPr txBox="1"/>
          <p:nvPr/>
        </p:nvSpPr>
        <p:spPr>
          <a:xfrm>
            <a:off x="7268154" y="1752029"/>
            <a:ext cx="2373065" cy="135422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R="0" lvl="0" indent="0" algn="ctr" defTabSz="932742" fontAlgn="auto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sz="1600" b="0" i="0" u="none" strike="noStrike" cap="none" spc="0" normalizeH="0" baseline="0">
                <a:ln>
                  <a:noFill/>
                </a:ln>
                <a:solidFill>
                  <a:srgbClr val="334155"/>
                </a:solidFill>
                <a:effectLst/>
                <a:uLnTx/>
                <a:uFillTx/>
                <a:latin typeface="Segoe UI Semibold" pitchFamily="2" charset="0"/>
                <a:cs typeface="Segoe UI Semibold" charset="0"/>
              </a:defRPr>
            </a:lvl1pPr>
          </a:lstStyle>
          <a:p>
            <a:pPr marL="0" marR="0" lvl="0" indent="0" algn="l" defTabSz="932742" rtl="0" eaLnBrk="1" fontAlgn="auto" latinLnBrk="0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s-ES" sz="1100" b="0" i="0" strike="noStrike" cap="none" baseline="0" dirty="0">
                <a:solidFill>
                  <a:srgbClr val="334155"/>
                </a:solidFill>
                <a:effectLst/>
                <a:latin typeface="Segoe UI"/>
                <a:ea typeface="Segoe UI"/>
                <a:cs typeface="Segoe UI"/>
              </a:rPr>
              <a:t>Chat gratuito y seguro con IA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E6710F5-E690-5DF6-2136-6E100637CD8B}"/>
              </a:ext>
            </a:extLst>
          </p:cNvPr>
          <p:cNvSpPr txBox="1"/>
          <p:nvPr/>
        </p:nvSpPr>
        <p:spPr>
          <a:xfrm>
            <a:off x="7268156" y="4509343"/>
            <a:ext cx="1371265" cy="30480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marR="0" lvl="0" indent="0" algn="ctr" defTabSz="932742" fontAlgn="auto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sz="1400">
                <a:ln w="3175">
                  <a:noFill/>
                </a:ln>
                <a:solidFill>
                  <a:sysClr val="windowText" lastClr="000000"/>
                </a:solidFill>
                <a:cs typeface="Segoe UI Semibold" charset="0"/>
              </a:defRPr>
            </a:lvl1pPr>
          </a:lstStyle>
          <a:p>
            <a:pPr marL="0" marR="0" lvl="0" indent="0" algn="l" defTabSz="932742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s-ES" sz="2000" b="1" i="0" strike="noStrike" cap="none" baseline="0">
                <a:solidFill>
                  <a:srgbClr val="1E293B"/>
                </a:solidFill>
                <a:effectLst/>
                <a:latin typeface="Segoe UI Semibold"/>
                <a:ea typeface="Segoe UI Semibold"/>
                <a:cs typeface="Segoe UI Semibold"/>
              </a:rPr>
              <a:t>Agentes 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BEBA12B-F407-7CD4-8DE5-AB78DBB5D2B3}"/>
              </a:ext>
            </a:extLst>
          </p:cNvPr>
          <p:cNvSpPr txBox="1"/>
          <p:nvPr/>
        </p:nvSpPr>
        <p:spPr>
          <a:xfrm>
            <a:off x="7268156" y="3639523"/>
            <a:ext cx="2850629" cy="78483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marR="0" lvl="0" indent="0" algn="ctr" defTabSz="932742" fontAlgn="auto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sz="1400">
                <a:ln w="3175">
                  <a:noFill/>
                </a:ln>
                <a:solidFill>
                  <a:sysClr val="windowText" lastClr="000000"/>
                </a:solidFill>
                <a:cs typeface="Segoe UI Semibold" charset="0"/>
              </a:defRPr>
            </a:lvl1pPr>
          </a:lstStyle>
          <a:p>
            <a:pPr marL="0" marR="0" lvl="0" indent="0" algn="l" defTabSz="932742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s-ES" sz="2000" b="1" i="0" strike="noStrike" cap="none" baseline="0" dirty="0" err="1">
                <a:solidFill>
                  <a:srgbClr val="1E293B"/>
                </a:solidFill>
                <a:effectLst/>
                <a:latin typeface="Segoe UI Semibold"/>
                <a:ea typeface="Segoe UI Semibold"/>
                <a:cs typeface="Segoe UI Semibold"/>
              </a:rPr>
              <a:t>Copilot</a:t>
            </a:r>
            <a:r>
              <a:rPr lang="es-ES" sz="2000" b="1" i="0" strike="noStrike" cap="none" baseline="0" dirty="0">
                <a:solidFill>
                  <a:srgbClr val="1E293B"/>
                </a:solidFill>
                <a:effectLst/>
                <a:latin typeface="Segoe UI Semibold"/>
                <a:ea typeface="Segoe UI Semibold"/>
                <a:cs typeface="Segoe UI Semibold"/>
              </a:rPr>
              <a:t> en aplicaciones de M365</a:t>
            </a:r>
            <a:br>
              <a:rPr sz="1400" dirty="0"/>
            </a:br>
            <a:r>
              <a:rPr lang="es-ES" sz="1100" b="0" i="0" strike="noStrike" cap="none" baseline="0" dirty="0" err="1">
                <a:solidFill>
                  <a:srgbClr val="1E293B"/>
                </a:solidFill>
                <a:effectLst/>
                <a:latin typeface="Segoe UI"/>
                <a:ea typeface="Segoe UI"/>
                <a:cs typeface="Segoe UI"/>
              </a:rPr>
              <a:t>Teams</a:t>
            </a:r>
            <a:r>
              <a:rPr lang="es-ES" sz="1100" b="0" i="0" strike="noStrike" cap="none" baseline="0" dirty="0">
                <a:solidFill>
                  <a:srgbClr val="1E293B"/>
                </a:solidFill>
                <a:effectLst/>
                <a:latin typeface="Segoe UI"/>
                <a:ea typeface="Segoe UI"/>
                <a:cs typeface="Segoe UI"/>
              </a:rPr>
              <a:t>, Outlook, Word, Excel, PowerPoint</a:t>
            </a:r>
            <a:endParaRPr kumimoji="0" lang="en-US" sz="1050" b="0" i="0" u="none" strike="noStrike" kern="1200" cap="none" spc="0" normalizeH="0" baseline="0" noProof="0" dirty="0">
              <a:ln w="3175"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Segoe UI"/>
              <a:ea typeface="+mn-ea"/>
              <a:cs typeface="Segoe UI Semibold" pitchFamily="2" charset="0"/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248AEAB3-68D9-2D48-E41C-306576158F92}"/>
              </a:ext>
            </a:extLst>
          </p:cNvPr>
          <p:cNvSpPr txBox="1"/>
          <p:nvPr/>
        </p:nvSpPr>
        <p:spPr>
          <a:xfrm>
            <a:off x="7268156" y="4899133"/>
            <a:ext cx="2788195" cy="60960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marR="0" lvl="0" indent="0" algn="ctr" defTabSz="932742" fontAlgn="auto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sz="1400">
                <a:ln w="3175">
                  <a:noFill/>
                </a:ln>
                <a:solidFill>
                  <a:sysClr val="windowText" lastClr="000000"/>
                </a:solidFill>
                <a:cs typeface="Segoe UI Semibold" charset="0"/>
              </a:defRPr>
            </a:lvl1pPr>
          </a:lstStyle>
          <a:p>
            <a:pPr marL="0" marR="0" lvl="0" indent="0" algn="l" defTabSz="932742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s-ES" sz="2000" b="1" i="0" strike="noStrike" cap="none" baseline="0">
                <a:solidFill>
                  <a:srgbClr val="1E293B"/>
                </a:solidFill>
                <a:effectLst/>
                <a:latin typeface="Segoe UI Semibold"/>
                <a:ea typeface="Segoe UI Semibold"/>
                <a:cs typeface="Segoe UI Semibold"/>
              </a:rPr>
              <a:t>Sistema de control de </a:t>
            </a:r>
            <a:r>
              <a:rPr lang="es-ES" sz="2000" b="1" i="0" strike="noStrike" cap="none" baseline="0" err="1">
                <a:solidFill>
                  <a:srgbClr val="1E293B"/>
                </a:solidFill>
                <a:effectLst/>
                <a:latin typeface="Segoe UI Semibold"/>
                <a:ea typeface="Segoe UI Semibold"/>
                <a:cs typeface="Segoe UI Semibold"/>
              </a:rPr>
              <a:t>Copilot</a:t>
            </a:r>
            <a:endParaRPr lang="es-ES" sz="2000" b="1" i="0" strike="noStrike" cap="none" baseline="0">
              <a:solidFill>
                <a:srgbClr val="1E293B"/>
              </a:solidFill>
              <a:effectLst/>
              <a:latin typeface="Segoe UI Semibold"/>
              <a:ea typeface="Segoe UI Semibold"/>
              <a:cs typeface="Segoe UI Semibold"/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CD594F9F-0516-57DB-7029-3077AE39211A}"/>
              </a:ext>
            </a:extLst>
          </p:cNvPr>
          <p:cNvSpPr txBox="1"/>
          <p:nvPr/>
        </p:nvSpPr>
        <p:spPr>
          <a:xfrm>
            <a:off x="7268155" y="5593725"/>
            <a:ext cx="2373065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marR="0" lvl="0" indent="0" algn="ctr" defTabSz="932742" fontAlgn="auto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sz="1400">
                <a:ln w="3175">
                  <a:noFill/>
                </a:ln>
                <a:solidFill>
                  <a:sysClr val="windowText" lastClr="000000"/>
                </a:solidFill>
                <a:cs typeface="Segoe UI Semibold" charset="0"/>
              </a:defRPr>
            </a:lvl1pPr>
          </a:lstStyle>
          <a:p>
            <a:pPr marL="0" marR="0" lvl="0" indent="0" algn="l" defTabSz="932742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s-ES" sz="2000" b="1" i="0" strike="noStrike" cap="none" baseline="0">
                <a:solidFill>
                  <a:srgbClr val="1E293B"/>
                </a:solidFill>
                <a:effectLst/>
                <a:latin typeface="Segoe UI Semibold"/>
                <a:ea typeface="Segoe UI Semibold"/>
                <a:cs typeface="Segoe UI Semibold"/>
              </a:rPr>
              <a:t>Análisis de </a:t>
            </a:r>
            <a:r>
              <a:rPr lang="es-ES" sz="2000" b="1" i="0" strike="noStrike" cap="none" baseline="0" err="1">
                <a:solidFill>
                  <a:srgbClr val="1E293B"/>
                </a:solidFill>
                <a:effectLst/>
                <a:latin typeface="Segoe UI Semibold"/>
                <a:ea typeface="Segoe UI Semibold"/>
                <a:cs typeface="Segoe UI Semibold"/>
              </a:rPr>
              <a:t>Copilot</a:t>
            </a:r>
            <a:endParaRPr lang="es-ES" sz="2000" b="1" i="0" strike="noStrike" cap="none" baseline="0">
              <a:solidFill>
                <a:srgbClr val="1E293B"/>
              </a:solidFill>
              <a:effectLst/>
              <a:latin typeface="Segoe UI Semibold"/>
              <a:ea typeface="Segoe UI Semibold"/>
              <a:cs typeface="Segoe UI Semibold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4F2E77C-E723-B686-B4C6-19D5A8FD84C6}"/>
              </a:ext>
            </a:extLst>
          </p:cNvPr>
          <p:cNvSpPr txBox="1"/>
          <p:nvPr/>
        </p:nvSpPr>
        <p:spPr>
          <a:xfrm>
            <a:off x="7268155" y="3077479"/>
            <a:ext cx="2539521" cy="47705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marR="0" lvl="0" indent="0" algn="ctr" defTabSz="932742" fontAlgn="auto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sz="1400">
                <a:ln w="3175">
                  <a:noFill/>
                </a:ln>
                <a:solidFill>
                  <a:sysClr val="windowText" lastClr="000000"/>
                </a:solidFill>
                <a:cs typeface="Segoe UI Semibold" charset="0"/>
              </a:defRPr>
            </a:lvl1pPr>
          </a:lstStyle>
          <a:p>
            <a:pPr marL="0" marR="0" lvl="0" indent="0" algn="l" defTabSz="932742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s-ES" sz="2000" b="1" i="0" strike="noStrike" cap="none" baseline="0" dirty="0">
                <a:solidFill>
                  <a:srgbClr val="1E293B"/>
                </a:solidFill>
                <a:effectLst/>
                <a:latin typeface="Segoe UI Semibold"/>
                <a:ea typeface="Segoe UI Semibold"/>
                <a:cs typeface="Segoe UI Semibold"/>
              </a:rPr>
              <a:t>M365</a:t>
            </a:r>
            <a:r>
              <a:rPr lang="es-ES" sz="2000" b="1" i="0" strike="noStrike" cap="none" dirty="0">
                <a:solidFill>
                  <a:srgbClr val="1E293B"/>
                </a:solidFill>
                <a:effectLst/>
                <a:latin typeface="Segoe UI Semibold"/>
                <a:ea typeface="Segoe UI Semibold"/>
                <a:cs typeface="Segoe UI Semibold"/>
              </a:rPr>
              <a:t> </a:t>
            </a:r>
            <a:r>
              <a:rPr lang="es-ES" sz="2000" b="1" i="0" strike="noStrike" cap="none" dirty="0" err="1">
                <a:solidFill>
                  <a:srgbClr val="1E293B"/>
                </a:solidFill>
                <a:effectLst/>
                <a:latin typeface="Segoe UI Semibold"/>
                <a:ea typeface="Segoe UI Semibold"/>
                <a:cs typeface="Segoe UI Semibold"/>
              </a:rPr>
              <a:t>Copilot</a:t>
            </a:r>
            <a:r>
              <a:rPr lang="es-ES" sz="2000" b="1" i="0" strike="noStrike" cap="none" dirty="0">
                <a:solidFill>
                  <a:srgbClr val="1E293B"/>
                </a:solidFill>
                <a:effectLst/>
                <a:latin typeface="Segoe UI Semibold"/>
                <a:ea typeface="Segoe UI Semibold"/>
                <a:cs typeface="Segoe UI Semibold"/>
              </a:rPr>
              <a:t> </a:t>
            </a:r>
            <a:r>
              <a:rPr lang="es-ES" sz="2000" b="1" i="0" strike="noStrike" cap="none" baseline="0" dirty="0">
                <a:solidFill>
                  <a:srgbClr val="1E293B"/>
                </a:solidFill>
                <a:effectLst/>
                <a:latin typeface="Segoe UI Semibold"/>
                <a:ea typeface="Segoe UI Semibold"/>
                <a:cs typeface="Segoe UI Semibold"/>
              </a:rPr>
              <a:t>Chat </a:t>
            </a:r>
            <a:br>
              <a:rPr sz="1600" dirty="0"/>
            </a:br>
            <a:r>
              <a:rPr lang="es-ES" sz="1100" b="0" i="0" strike="noStrike" cap="none" baseline="0" dirty="0">
                <a:solidFill>
                  <a:srgbClr val="1E293B"/>
                </a:solidFill>
                <a:effectLst/>
                <a:latin typeface="Segoe UI"/>
                <a:ea typeface="Segoe UI"/>
                <a:cs typeface="Segoe UI"/>
              </a:rPr>
              <a:t>Fundamentado en el trabajo</a:t>
            </a:r>
            <a:endParaRPr kumimoji="0" lang="en-US" sz="1050" b="0" i="0" u="none" strike="noStrike" kern="1200" cap="none" spc="0" normalizeH="0" baseline="0" noProof="0" dirty="0">
              <a:ln w="3175"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Segoe UI"/>
              <a:ea typeface="+mn-ea"/>
              <a:cs typeface="Segoe UI Semibold" pitchFamily="2" charset="0"/>
            </a:endParaRP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510D7A1E-A43C-2F5E-5F91-16ECD809DB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H="1">
            <a:off x="6097375" y="1264920"/>
            <a:ext cx="0" cy="4693920"/>
          </a:xfrm>
          <a:prstGeom prst="line">
            <a:avLst/>
          </a:prstGeom>
          <a:ln w="12700">
            <a:solidFill>
              <a:srgbClr val="D9D9D6"/>
            </a:soli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7" name="Picture 36" descr="Imagen ilustrativa relacionada con Copilot Chat">
            <a:extLst>
              <a:ext uri="{FF2B5EF4-FFF2-40B4-BE49-F238E27FC236}">
                <a16:creationId xmlns:a16="http://schemas.microsoft.com/office/drawing/2014/main" id="{CD772216-57C4-31AD-EDF8-6C14B7D45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0"/>
          </a:blip>
          <a:stretch>
            <a:fillRect/>
          </a:stretch>
        </p:blipFill>
        <p:spPr>
          <a:xfrm>
            <a:off x="7735165" y="1444252"/>
            <a:ext cx="437246" cy="44066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DD4B184-B33D-D275-9069-B64B1D667D83}"/>
              </a:ext>
            </a:extLst>
          </p:cNvPr>
          <p:cNvSpPr txBox="1"/>
          <p:nvPr/>
        </p:nvSpPr>
        <p:spPr>
          <a:xfrm>
            <a:off x="1401378" y="4224827"/>
            <a:ext cx="4110902" cy="17235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R="0" lvl="0" indent="0" algn="ctr" defTabSz="932742" fontAlgn="auto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sz="1600" b="0" i="0" u="none" strike="noStrike" cap="none" spc="0" normalizeH="0" baseline="0">
                <a:ln>
                  <a:noFill/>
                </a:ln>
                <a:solidFill>
                  <a:srgbClr val="334155"/>
                </a:solidFill>
                <a:effectLst/>
                <a:uLnTx/>
                <a:uFillTx/>
                <a:latin typeface="Segoe UI Semibold" pitchFamily="2" charset="0"/>
                <a:cs typeface="Segoe UI Semibold" charset="0"/>
              </a:defRPr>
            </a:lvl1pPr>
          </a:lstStyle>
          <a:p>
            <a:pPr marL="0" marR="0" lvl="0" indent="0" algn="ctr" defTabSz="932742" rtl="0" eaLnBrk="1" fontAlgn="auto" latinLnBrk="0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s-ES" sz="1400" b="0" i="0" strike="noStrike" cap="none" baseline="0">
                <a:solidFill>
                  <a:srgbClr val="334155"/>
                </a:solidFill>
                <a:effectLst/>
                <a:latin typeface="Segoe UI"/>
                <a:ea typeface="Segoe UI"/>
                <a:cs typeface="Segoe UI"/>
              </a:rPr>
              <a:t>El asistente de inteligencia artificial para el trabajo</a:t>
            </a:r>
          </a:p>
        </p:txBody>
      </p:sp>
      <p:pic>
        <p:nvPicPr>
          <p:cNvPr id="4" name="Image 0" descr="Imagen ilustrativa relacionada con Copilot Chat">
            <a:extLst>
              <a:ext uri="{FF2B5EF4-FFF2-40B4-BE49-F238E27FC236}">
                <a16:creationId xmlns:a16="http://schemas.microsoft.com/office/drawing/2014/main" id="{73CD3991-26E9-B03C-976F-DD7F57DF14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19717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:p15="http://schemas.microsoft.com/office/powerpoint/2012/main" xmlns:p14="http://schemas.microsoft.com/office/powerpoint/2010/main" xmlns:a14="http://schemas.microsoft.com/office/drawing/2010/main" xmlns:wp="http://schemas.openxmlformats.org/drawingml/2006/wordprocessingDrawing" xmlns:w="http://schemas.openxmlformats.org/wordprocessingml/2006/main" xmlns:m="http://schemas.openxmlformats.org/officeDocument/2006/math"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path" presetSubtype="0" decel="100000" fill="hold" grpId="1" nodeType="withEffect">
                                  <p:stCondLst>
                                    <p:cond delay="250"/>
                                  </p:stCondLst>
                                  <p:childTnLst>
                                    <p:animMotion origin="layout" path="M -3.75E-06 -0.03472 L -3.75E-06 -4.07407E-06" pathEditMode="relative" rAng="0" ptsTypes="AA">
                                      <p:cBhvr>
                                        <p:cTn id="9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736"/>
                                    </p:animMotion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42" presetClass="path" presetSubtype="0" decel="100000" fill="hold" grpId="1" nodeType="withEffect">
                                  <p:stCondLst>
                                    <p:cond delay="350"/>
                                  </p:stCondLst>
                                  <p:childTnLst>
                                    <p:animMotion origin="layout" path="M -4.58333E-06 -0.03472 L -4.58333E-06 -7.40741E-07" pathEditMode="relative" rAng="0" ptsTypes="AA">
                                      <p:cBhvr>
                                        <p:cTn id="14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736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42" presetClass="path" presetSubtype="0" decel="100000" fill="hold" grpId="1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1.25E-06 -0.03472 L 1.25E-06 -4.81481E-06" pathEditMode="relative" rAng="0" ptsTypes="AA">
                                      <p:cBhvr>
                                        <p:cTn id="19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736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5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42" presetClass="path" presetSubtype="0" decel="100000" fill="hold" grpId="1" nodeType="withEffect">
                                  <p:stCondLst>
                                    <p:cond delay="550"/>
                                  </p:stCondLst>
                                  <p:childTnLst>
                                    <p:animMotion origin="layout" path="M 1.25E-06 -0.03472 L 1.25E-06 -3.7037E-06" pathEditMode="relative" rAng="0" ptsTypes="AA">
                                      <p:cBhvr>
                                        <p:cTn id="24" dur="5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736"/>
                                    </p:animMotion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5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42" presetClass="path" presetSubtype="0" decel="100000" fill="hold" grpId="1" nodeType="withEffect">
                                  <p:stCondLst>
                                    <p:cond delay="650"/>
                                  </p:stCondLst>
                                  <p:childTnLst>
                                    <p:animMotion origin="layout" path="M -3.75E-06 -0.03473 L -3.75E-06 4.44444E-06" pathEditMode="relative" rAng="0" ptsTypes="AA">
                                      <p:cBhvr>
                                        <p:cTn id="29" dur="5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736"/>
                                    </p:animMotion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5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42" presetClass="path" presetSubtype="0" decel="100000" fill="hold" grpId="1" nodeType="withEffect">
                                  <p:stCondLst>
                                    <p:cond delay="750"/>
                                  </p:stCondLst>
                                  <p:childTnLst>
                                    <p:animMotion origin="layout" path="M 3.33333E-06 -0.03472 L 3.33333E-06 2.59259E-06" pathEditMode="relative" rAng="0" ptsTypes="AA">
                                      <p:cBhvr>
                                        <p:cTn id="34" dur="5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736"/>
                                    </p:animMotion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25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42" presetClass="path" presetSubtype="0" decel="100000" fill="hold" grpId="1" nodeType="withEffect">
                                  <p:stCondLst>
                                    <p:cond delay="850"/>
                                  </p:stCondLst>
                                  <p:childTnLst>
                                    <p:animMotion origin="layout" path="M 6.25E-07 -0.03472 L 6.25E-07 7.40741E-07" pathEditMode="relative" rAng="0" ptsTypes="AA">
                                      <p:cBhvr>
                                        <p:cTn id="39" dur="5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73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animBg="1"/>
      <p:bldP spid="26" grpId="1" animBg="1"/>
      <p:bldP spid="29" grpId="0" animBg="1"/>
      <p:bldP spid="29" grpId="1" animBg="1"/>
      <p:bldP spid="64" grpId="0"/>
      <p:bldP spid="64" grpId="1"/>
      <p:bldP spid="65" grpId="0"/>
      <p:bldP spid="65" grpId="1"/>
      <p:bldP spid="66" grpId="0"/>
      <p:bldP spid="66" grpId="1"/>
      <p:bldP spid="67" grpId="0"/>
      <p:bldP spid="67" grpId="1"/>
      <p:bldP spid="2" grpId="0"/>
      <p:bldP spid="2" grpId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gradFill>
            <a:gsLst>
              <a:gs pos="0">
                <a:srgbClr val="0D9488"/>
              </a:gs>
              <a:gs pos="50000">
                <a:srgbClr val="3B82F6"/>
              </a:gs>
              <a:gs pos="100000">
                <a:srgbClr val="7C3AED"/>
              </a:gs>
            </a:gsLst>
            <a:lin ang="0" scaled="1"/>
          </a:gra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3" name="Title"/>
          <p:cNvSpPr/>
          <p:nvPr/>
        </p:nvSpPr>
        <p:spPr>
          <a:xfrm>
            <a:off x="975360" y="380000"/>
            <a:ext cx="10241280" cy="72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lang="es-ES" sz="3200" b="1" dirty="0">
                <a:solidFill>
                  <a:srgbClr val="1E293B"/>
                </a:solidFill>
                <a:latin typeface="Segoe UI Semibold"/>
                <a:cs typeface="Segoe UI Semibold"/>
              </a:rPr>
              <a:t>Microsoft 365 </a:t>
            </a:r>
            <a:r>
              <a:rPr lang="es-ES" sz="3200" b="1" dirty="0" err="1">
                <a:solidFill>
                  <a:srgbClr val="1E293B"/>
                </a:solidFill>
                <a:latin typeface="Segoe UI Semibold"/>
                <a:cs typeface="Segoe UI Semibold"/>
              </a:rPr>
              <a:t>Copilot</a:t>
            </a:r>
            <a:r>
              <a:rPr lang="es-ES" sz="3200" b="1" dirty="0">
                <a:solidFill>
                  <a:srgbClr val="1E293B"/>
                </a:solidFill>
                <a:latin typeface="Segoe UI Semibold"/>
                <a:cs typeface="Segoe UI Semibold"/>
              </a:rPr>
              <a:t> </a:t>
            </a:r>
            <a:r>
              <a:rPr lang="es-ES" sz="3200" b="1" dirty="0">
                <a:gradFill>
                  <a:gsLst>
                    <a:gs pos="0">
                      <a:srgbClr val="3B82F6"/>
                    </a:gs>
                    <a:gs pos="100000">
                      <a:srgbClr val="7C3AED"/>
                    </a:gs>
                  </a:gsLst>
                  <a:lin ang="0" scaled="1"/>
                </a:gradFill>
                <a:latin typeface="Segoe UI Semibold"/>
                <a:cs typeface="Segoe UI Semibold"/>
              </a:rPr>
              <a:t>Chat</a:t>
            </a:r>
          </a:p>
        </p:txBody>
      </p:sp>
      <p:sp>
        <p:nvSpPr>
          <p:cNvPr id="4" name="Description"/>
          <p:cNvSpPr/>
          <p:nvPr/>
        </p:nvSpPr>
        <p:spPr>
          <a:xfrm>
            <a:off x="1500000" y="1130844"/>
            <a:ext cx="9192000" cy="90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lang="es-ES" sz="1600" dirty="0">
                <a:solidFill>
                  <a:srgbClr val="475569"/>
                </a:solidFill>
                <a:latin typeface="Segoe UI"/>
                <a:cs typeface="Segoe UI"/>
              </a:rPr>
              <a:t>Chat de IA generativa de Microsoft que ofrece acceso seguro a los últimos modelos LLM con controles empresariales y protección de datos.</a:t>
            </a:r>
          </a:p>
        </p:txBody>
      </p:sp>
      <p:sp>
        <p:nvSpPr>
          <p:cNvPr id="10" name="BasicCard"/>
          <p:cNvSpPr/>
          <p:nvPr/>
        </p:nvSpPr>
        <p:spPr>
          <a:xfrm>
            <a:off x="975360" y="2350000"/>
            <a:ext cx="4970000" cy="33000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9050">
            <a:solidFill>
              <a:srgbClr val="0D9488"/>
            </a:solidFill>
          </a:ln>
          <a:effectLst>
            <a:outerShdw blurRad="60000" dist="150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1" name="BasicBadge"/>
          <p:cNvSpPr/>
          <p:nvPr/>
        </p:nvSpPr>
        <p:spPr>
          <a:xfrm>
            <a:off x="1175360" y="2470000"/>
            <a:ext cx="4570000" cy="500000"/>
          </a:xfrm>
          <a:prstGeom prst="roundRect">
            <a:avLst>
              <a:gd name="adj" fmla="val 20000"/>
            </a:avLst>
          </a:prstGeom>
          <a:gradFill>
            <a:gsLst>
              <a:gs pos="0">
                <a:srgbClr val="0D9488"/>
              </a:gs>
              <a:gs pos="100000">
                <a:srgbClr val="14A8BC"/>
              </a:gs>
            </a:gsLst>
            <a:lin ang="0" scaled="1"/>
          </a:gra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s-ES" sz="1800" b="1">
                <a:solidFill>
                  <a:srgbClr val="FFFFFF"/>
                </a:solidFill>
                <a:latin typeface="Segoe UI Semibold"/>
                <a:cs typeface="Segoe UI Semibold"/>
              </a:rPr>
              <a:t>Versión básica (gratuita)</a:t>
            </a:r>
          </a:p>
        </p:txBody>
      </p:sp>
      <p:sp>
        <p:nvSpPr>
          <p:cNvPr id="12" name="BasicList"/>
          <p:cNvSpPr/>
          <p:nvPr/>
        </p:nvSpPr>
        <p:spPr>
          <a:xfrm>
            <a:off x="1275360" y="3100000"/>
            <a:ext cx="4370000" cy="245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228600" indent="-228600">
              <a:lnSpc>
                <a:spcPct val="150000"/>
              </a:lnSpc>
              <a:buFont typeface="Arial"/>
              <a:buChar char="•"/>
            </a:pPr>
            <a:r>
              <a:rPr lang="es-ES" sz="1600" dirty="0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Chat</a:t>
            </a:r>
            <a:r>
              <a:rPr lang="es-ES" sz="1600" dirty="0">
                <a:solidFill>
                  <a:srgbClr val="1E293B"/>
                </a:solidFill>
                <a:latin typeface="Segoe UI"/>
              </a:rPr>
              <a:t> web con los últimos modelos LLM</a:t>
            </a:r>
          </a:p>
          <a:p>
            <a:pPr marL="228600" indent="-228600">
              <a:lnSpc>
                <a:spcPct val="150000"/>
              </a:lnSpc>
              <a:buFont typeface="Arial"/>
              <a:buChar char="•"/>
            </a:pPr>
            <a:r>
              <a:rPr lang="es-ES" sz="1600" dirty="0">
                <a:solidFill>
                  <a:srgbClr val="1E293B"/>
                </a:solidFill>
                <a:latin typeface="Segoe UI"/>
              </a:rPr>
              <a:t>Búsqueda en la </a:t>
            </a:r>
            <a:r>
              <a:rPr lang="es-ES" sz="1600" dirty="0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web</a:t>
            </a:r>
            <a:r>
              <a:rPr lang="es-ES" sz="1600" dirty="0">
                <a:solidFill>
                  <a:srgbClr val="1E293B"/>
                </a:solidFill>
                <a:latin typeface="Segoe UI"/>
              </a:rPr>
              <a:t> y carga de </a:t>
            </a:r>
            <a:r>
              <a:rPr lang="es-ES" sz="1600" dirty="0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archivos</a:t>
            </a:r>
          </a:p>
          <a:p>
            <a:pPr marL="228600" indent="-228600">
              <a:lnSpc>
                <a:spcPct val="150000"/>
              </a:lnSpc>
              <a:buFont typeface="Arial"/>
              <a:buChar char="•"/>
            </a:pPr>
            <a:r>
              <a:rPr lang="es-ES" sz="1600" dirty="0">
                <a:solidFill>
                  <a:srgbClr val="1E293B"/>
                </a:solidFill>
                <a:latin typeface="Segoe UI"/>
              </a:rPr>
              <a:t>Generación de </a:t>
            </a:r>
            <a:r>
              <a:rPr lang="es-ES" sz="1600" dirty="0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imágenes </a:t>
            </a:r>
            <a:r>
              <a:rPr lang="es-ES" sz="1600" b="1" dirty="0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y contenido</a:t>
            </a:r>
            <a:endParaRPr lang="es-ES" sz="1600" dirty="0">
              <a:solidFill>
                <a:srgbClr val="1E293B"/>
              </a:solidFill>
              <a:latin typeface="Segoe UI Semibold" panose="020B0702040204020203" pitchFamily="34" charset="0"/>
              <a:cs typeface="Segoe UI Semibold" panose="020B0702040204020203" pitchFamily="34" charset="0"/>
            </a:endParaRPr>
          </a:p>
          <a:p>
            <a:pPr marL="228600" indent="-228600">
              <a:lnSpc>
                <a:spcPct val="150000"/>
              </a:lnSpc>
              <a:buFont typeface="Arial"/>
              <a:buChar char="•"/>
            </a:pPr>
            <a:r>
              <a:rPr lang="es-ES" sz="1600" dirty="0">
                <a:solidFill>
                  <a:srgbClr val="1E293B"/>
                </a:solidFill>
                <a:latin typeface="Segoe UI"/>
              </a:rPr>
              <a:t>Agentes de pago por uso bajo demanda</a:t>
            </a:r>
          </a:p>
          <a:p>
            <a:pPr marL="228600" indent="-228600">
              <a:lnSpc>
                <a:spcPct val="150000"/>
              </a:lnSpc>
              <a:buFont typeface="Arial"/>
              <a:buChar char="•"/>
            </a:pPr>
            <a:r>
              <a:rPr lang="es-ES" sz="1600" dirty="0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Protección de datos </a:t>
            </a:r>
            <a:r>
              <a:rPr lang="es-ES" sz="1600" dirty="0">
                <a:solidFill>
                  <a:srgbClr val="1E293B"/>
                </a:solidFill>
                <a:latin typeface="Segoe UI"/>
              </a:rPr>
              <a:t>empresariales</a:t>
            </a:r>
          </a:p>
          <a:p>
            <a:pPr marL="228600" indent="-228600">
              <a:lnSpc>
                <a:spcPct val="150000"/>
              </a:lnSpc>
              <a:buFont typeface="Arial"/>
              <a:buChar char="•"/>
            </a:pPr>
            <a:r>
              <a:rPr lang="es-ES" sz="1600" dirty="0">
                <a:solidFill>
                  <a:srgbClr val="1E293B"/>
                </a:solidFill>
                <a:latin typeface="Segoe UI"/>
              </a:rPr>
              <a:t>Controles de TI básicos</a:t>
            </a:r>
          </a:p>
        </p:txBody>
      </p:sp>
      <p:sp>
        <p:nvSpPr>
          <p:cNvPr id="20" name="LicensedCard"/>
          <p:cNvSpPr/>
          <p:nvPr/>
        </p:nvSpPr>
        <p:spPr>
          <a:xfrm>
            <a:off x="6246640" y="2350000"/>
            <a:ext cx="4970000" cy="33000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9050">
            <a:solidFill>
              <a:srgbClr val="7C3AED"/>
            </a:solidFill>
          </a:ln>
          <a:effectLst>
            <a:outerShdw blurRad="60000" dist="150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1" name="LicensedBadge"/>
          <p:cNvSpPr/>
          <p:nvPr/>
        </p:nvSpPr>
        <p:spPr>
          <a:xfrm>
            <a:off x="6446640" y="2470000"/>
            <a:ext cx="4570000" cy="500000"/>
          </a:xfrm>
          <a:prstGeom prst="roundRect">
            <a:avLst>
              <a:gd name="adj" fmla="val 20000"/>
            </a:avLst>
          </a:prstGeom>
          <a:gradFill>
            <a:gsLst>
              <a:gs pos="0">
                <a:srgbClr val="3B82F6"/>
              </a:gs>
              <a:gs pos="100000">
                <a:srgbClr val="7C3AED"/>
              </a:gs>
            </a:gsLst>
            <a:lin ang="0" scaled="1"/>
          </a:gra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s-ES" sz="1800" b="1">
                <a:solidFill>
                  <a:srgbClr val="FFFFFF"/>
                </a:solidFill>
                <a:latin typeface="Segoe UI Semibold"/>
                <a:cs typeface="Segoe UI Semibold"/>
              </a:rPr>
              <a:t>Versión con licencia (M365 Copilot)</a:t>
            </a:r>
          </a:p>
        </p:txBody>
      </p:sp>
      <p:sp>
        <p:nvSpPr>
          <p:cNvPr id="22" name="LicensedList"/>
          <p:cNvSpPr/>
          <p:nvPr/>
        </p:nvSpPr>
        <p:spPr>
          <a:xfrm>
            <a:off x="6546640" y="2992424"/>
            <a:ext cx="4370000" cy="245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228600" indent="-228600">
              <a:lnSpc>
                <a:spcPct val="150000"/>
              </a:lnSpc>
              <a:buFont typeface="Arial"/>
              <a:buChar char="•"/>
            </a:pPr>
            <a:r>
              <a:rPr lang="es-ES" sz="1600" b="1" dirty="0">
                <a:solidFill>
                  <a:srgbClr val="7C3AED"/>
                </a:solidFill>
                <a:latin typeface="Segoe UI Semibold"/>
              </a:rPr>
              <a:t>Todo lo de la versión básica</a:t>
            </a:r>
          </a:p>
          <a:p>
            <a:pPr marL="228600" indent="-228600">
              <a:lnSpc>
                <a:spcPct val="150000"/>
              </a:lnSpc>
              <a:buFont typeface="Arial"/>
              <a:buChar char="•"/>
            </a:pPr>
            <a:r>
              <a:rPr lang="es-ES" sz="1600" dirty="0">
                <a:solidFill>
                  <a:srgbClr val="1E293B"/>
                </a:solidFill>
                <a:latin typeface="Segoe UI"/>
              </a:rPr>
              <a:t>Chat fundamentado en los </a:t>
            </a:r>
            <a:r>
              <a:rPr lang="es-ES" sz="1600" dirty="0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datos de tu organización</a:t>
            </a:r>
          </a:p>
          <a:p>
            <a:pPr marL="228600" indent="-228600">
              <a:lnSpc>
                <a:spcPct val="150000"/>
              </a:lnSpc>
              <a:buFont typeface="Arial"/>
              <a:buChar char="•"/>
            </a:pPr>
            <a:r>
              <a:rPr lang="es-ES" sz="1600" dirty="0" err="1">
                <a:solidFill>
                  <a:srgbClr val="1E293B"/>
                </a:solidFill>
                <a:latin typeface="Segoe UI"/>
              </a:rPr>
              <a:t>Copilot</a:t>
            </a:r>
            <a:r>
              <a:rPr lang="es-ES" sz="1600" dirty="0">
                <a:solidFill>
                  <a:srgbClr val="1E293B"/>
                </a:solidFill>
                <a:latin typeface="Segoe UI"/>
              </a:rPr>
              <a:t> </a:t>
            </a:r>
            <a:r>
              <a:rPr lang="es-ES" sz="1600" dirty="0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integrado</a:t>
            </a:r>
            <a:r>
              <a:rPr lang="es-ES" sz="1600" dirty="0">
                <a:solidFill>
                  <a:srgbClr val="1E293B"/>
                </a:solidFill>
                <a:latin typeface="Segoe UI"/>
              </a:rPr>
              <a:t> en aplicaciones de M365: Word, Excel, PowerPoint, Outlook y </a:t>
            </a:r>
            <a:r>
              <a:rPr lang="es-ES" sz="1600" dirty="0" err="1">
                <a:solidFill>
                  <a:srgbClr val="1E293B"/>
                </a:solidFill>
                <a:latin typeface="Segoe UI"/>
              </a:rPr>
              <a:t>Teams</a:t>
            </a:r>
            <a:endParaRPr lang="es-ES" sz="1600" dirty="0">
              <a:solidFill>
                <a:srgbClr val="1E293B"/>
              </a:solidFill>
              <a:latin typeface="Segoe UI"/>
            </a:endParaRPr>
          </a:p>
          <a:p>
            <a:pPr marL="228600" indent="-228600">
              <a:lnSpc>
                <a:spcPct val="150000"/>
              </a:lnSpc>
              <a:buFont typeface="Arial"/>
              <a:buChar char="•"/>
            </a:pPr>
            <a:r>
              <a:rPr lang="es-ES" sz="1600" dirty="0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Agentes</a:t>
            </a:r>
            <a:r>
              <a:rPr lang="es-ES" sz="1600" dirty="0">
                <a:solidFill>
                  <a:srgbClr val="1E293B"/>
                </a:solidFill>
                <a:latin typeface="Segoe UI"/>
              </a:rPr>
              <a:t> sin pago por consumo</a:t>
            </a:r>
          </a:p>
          <a:p>
            <a:pPr marL="228600" indent="-228600">
              <a:lnSpc>
                <a:spcPct val="150000"/>
              </a:lnSpc>
              <a:buFont typeface="Arial"/>
              <a:buChar char="•"/>
            </a:pPr>
            <a:r>
              <a:rPr lang="es-ES" sz="1600" dirty="0">
                <a:solidFill>
                  <a:srgbClr val="1E293B"/>
                </a:solidFill>
                <a:latin typeface="Segoe UI"/>
              </a:rPr>
              <a:t>Administración y análisis avanzados</a:t>
            </a:r>
          </a:p>
        </p:txBody>
      </p:sp>
      <p:sp>
        <p:nvSpPr>
          <p:cNvPr id="30" name="SecurityNote"/>
          <p:cNvSpPr/>
          <p:nvPr/>
        </p:nvSpPr>
        <p:spPr>
          <a:xfrm>
            <a:off x="975360" y="5950000"/>
            <a:ext cx="10241280" cy="680000"/>
          </a:xfrm>
          <a:prstGeom prst="roundRect">
            <a:avLst>
              <a:gd name="adj" fmla="val 16000"/>
            </a:avLst>
          </a:prstGeom>
          <a:solidFill>
            <a:srgbClr val="FEF3C7"/>
          </a:solidFill>
          <a:ln w="12700">
            <a:noFill/>
          </a:ln>
        </p:spPr>
        <p:txBody>
          <a:bodyPr wrap="square" lIns="228600" tIns="0" rIns="228600" bIns="0" anchor="ctr"/>
          <a:lstStyle/>
          <a:p>
            <a:pPr algn="ctr"/>
            <a:r>
              <a:rPr lang="es-ES" sz="1400" b="1">
                <a:solidFill>
                  <a:srgbClr val="92400E"/>
                </a:solidFill>
                <a:latin typeface="Segoe UI Semibold"/>
                <a:cs typeface="Segoe UI Semibold"/>
              </a:rPr>
              <a:t>⚠ Nota: </a:t>
            </a:r>
            <a:r>
              <a:rPr lang="es-ES" sz="1400">
                <a:solidFill>
                  <a:srgbClr val="92400E"/>
                </a:solidFill>
                <a:latin typeface="Segoe UI"/>
                <a:cs typeface="Segoe UI"/>
              </a:rPr>
              <a:t>algunas funcionalidades pueden estar restringidas según la política de seguridad de tu organización.</a:t>
            </a:r>
          </a:p>
        </p:txBody>
      </p:sp>
      <p:pic>
        <p:nvPicPr>
          <p:cNvPr id="5" name="Picture 4" descr="Imagen ilustrativa relacionada con Microsoft 365 Copilot Chat">
            <a:extLst>
              <a:ext uri="{FF2B5EF4-FFF2-40B4-BE49-F238E27FC236}">
                <a16:creationId xmlns:a16="http://schemas.microsoft.com/office/drawing/2014/main" id="{919D2ACC-27C3-122C-F797-16EFD6387E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3690" y="301116"/>
            <a:ext cx="755934" cy="76184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975360" y="54864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3200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Acceso a M365 </a:t>
            </a:r>
            <a:r>
              <a:rPr lang="es-ES" sz="3200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Copilot</a:t>
            </a:r>
            <a:r>
              <a:rPr lang="es-ES" sz="3200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Chat</a:t>
            </a:r>
            <a:endParaRPr lang="es-ES" sz="3200" dirty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4" name="Title 1"/>
          <p:cNvSpPr/>
          <p:nvPr/>
        </p:nvSpPr>
        <p:spPr>
          <a:xfrm>
            <a:off x="663361" y="1700000"/>
            <a:ext cx="5200000" cy="5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s-ES" sz="2000" b="1" dirty="0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Explorador web</a:t>
            </a:r>
            <a:endParaRPr lang="es-ES" sz="2000" dirty="0"/>
          </a:p>
        </p:txBody>
      </p:sp>
      <p:sp>
        <p:nvSpPr>
          <p:cNvPr id="5" name="Body 1"/>
          <p:cNvSpPr/>
          <p:nvPr/>
        </p:nvSpPr>
        <p:spPr>
          <a:xfrm>
            <a:off x="663361" y="2200000"/>
            <a:ext cx="5200000" cy="6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s-ES" sz="1600" dirty="0">
                <a:solidFill>
                  <a:srgbClr val="33415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Ve a </a:t>
            </a:r>
            <a:r>
              <a:rPr lang="es-ES" sz="1600" u="sng" dirty="0">
                <a:solidFill>
                  <a:srgbClr val="7C3AED"/>
                </a:solidFill>
                <a:latin typeface="Segoe UI" panose="020B0502040204020203" pitchFamily="34" charset="0"/>
                <a:cs typeface="Segoe UI" panose="020B0502040204020203" pitchFamily="34" charset="0"/>
                <a:hlinkClick r:id="rId3"/>
              </a:rPr>
              <a:t>m365.cloud.Microsoft</a:t>
            </a:r>
            <a:endParaRPr lang="es-ES" sz="1600" dirty="0"/>
          </a:p>
        </p:txBody>
      </p:sp>
      <p:sp>
        <p:nvSpPr>
          <p:cNvPr id="60" name="Web Card"/>
          <p:cNvSpPr/>
          <p:nvPr/>
        </p:nvSpPr>
        <p:spPr>
          <a:xfrm>
            <a:off x="963361" y="3050000"/>
            <a:ext cx="4600000" cy="25000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</p:spPr>
        <p:txBody>
          <a:bodyPr wrap="square" lIns="0" tIns="0" rIns="0" bIns="0" rtlCol="0" anchor="ctr"/>
          <a:lstStyle/>
          <a:p>
            <a:pPr algn="ctr"/>
            <a:endParaRPr lang="es-ES"/>
          </a:p>
        </p:txBody>
      </p:sp>
      <p:pic>
        <p:nvPicPr>
          <p:cNvPr id="6" name="Image Web" descr="Imagen ilustrativa relacionada con Acceso a Copilot Cha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31461" y="3300000"/>
            <a:ext cx="2263800" cy="1400000"/>
          </a:xfrm>
          <a:prstGeom prst="roundRect">
            <a:avLst>
              <a:gd name="adj" fmla="val 6000"/>
            </a:avLst>
          </a:prstGeom>
          <a:ln w="9525">
            <a:solidFill>
              <a:srgbClr val="E2E8F0"/>
            </a:solidFill>
          </a:ln>
        </p:spPr>
      </p:pic>
      <p:sp>
        <p:nvSpPr>
          <p:cNvPr id="62" name="Web Label"/>
          <p:cNvSpPr/>
          <p:nvPr/>
        </p:nvSpPr>
        <p:spPr>
          <a:xfrm>
            <a:off x="963361" y="4700000"/>
            <a:ext cx="4600000" cy="8000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algn="ctr"/>
            <a:r>
              <a:rPr lang="es-ES" sz="1400" b="1" dirty="0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Microsoft 365 web</a:t>
            </a:r>
          </a:p>
          <a:p>
            <a:pPr algn="ctr"/>
            <a:r>
              <a:rPr lang="es-ES" sz="1200" dirty="0">
                <a:solidFill>
                  <a:srgbClr val="64748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Cualquier navegador</a:t>
            </a:r>
            <a:endParaRPr lang="es-ES" sz="1200" dirty="0"/>
          </a:p>
        </p:txBody>
      </p:sp>
      <p:sp>
        <p:nvSpPr>
          <p:cNvPr id="8" name="Title 2"/>
          <p:cNvSpPr/>
          <p:nvPr/>
        </p:nvSpPr>
        <p:spPr>
          <a:xfrm>
            <a:off x="6328639" y="1700000"/>
            <a:ext cx="5200000" cy="5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s-ES" sz="2000" b="1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Navegador Microsoft Edge</a:t>
            </a:r>
            <a:endParaRPr lang="es-ES" sz="2000"/>
          </a:p>
        </p:txBody>
      </p:sp>
      <p:sp>
        <p:nvSpPr>
          <p:cNvPr id="9" name="Body 2"/>
          <p:cNvSpPr/>
          <p:nvPr/>
        </p:nvSpPr>
        <p:spPr>
          <a:xfrm>
            <a:off x="6328639" y="2200000"/>
            <a:ext cx="5200000" cy="6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s-ES" sz="1600" dirty="0">
                <a:solidFill>
                  <a:srgbClr val="33415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Selecciona el icono de </a:t>
            </a:r>
            <a:r>
              <a:rPr lang="es-ES" sz="1600" dirty="0" err="1">
                <a:solidFill>
                  <a:srgbClr val="33415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Copilot</a:t>
            </a:r>
            <a:r>
              <a:rPr lang="es-ES" sz="1600" dirty="0">
                <a:solidFill>
                  <a:srgbClr val="33415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en la esquina superior derecha de la barra del navegador Edge</a:t>
            </a:r>
            <a:endParaRPr lang="es-ES" sz="1600" dirty="0"/>
          </a:p>
        </p:txBody>
      </p:sp>
      <p:sp>
        <p:nvSpPr>
          <p:cNvPr id="61" name="Edge Card"/>
          <p:cNvSpPr/>
          <p:nvPr/>
        </p:nvSpPr>
        <p:spPr>
          <a:xfrm>
            <a:off x="6628639" y="3050000"/>
            <a:ext cx="4600000" cy="25000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</p:spPr>
        <p:txBody>
          <a:bodyPr wrap="square" lIns="0" tIns="0" rIns="0" bIns="0" rtlCol="0" anchor="ctr"/>
          <a:lstStyle/>
          <a:p>
            <a:pPr algn="ctr"/>
            <a:endParaRPr lang="es-ES"/>
          </a:p>
        </p:txBody>
      </p:sp>
      <p:pic>
        <p:nvPicPr>
          <p:cNvPr id="10" name="Image Edge" descr="Imagen ilustrativa relacionada con Acceso a Copilot Chat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24039" y="3275931"/>
            <a:ext cx="2209200" cy="1400000"/>
          </a:xfrm>
          <a:prstGeom prst="roundRect">
            <a:avLst>
              <a:gd name="adj" fmla="val 6000"/>
            </a:avLst>
          </a:prstGeom>
          <a:ln w="9525">
            <a:solidFill>
              <a:srgbClr val="E2E8F0"/>
            </a:solidFill>
          </a:ln>
        </p:spPr>
      </p:pic>
      <p:sp>
        <p:nvSpPr>
          <p:cNvPr id="63" name="Edge Label"/>
          <p:cNvSpPr/>
          <p:nvPr/>
        </p:nvSpPr>
        <p:spPr>
          <a:xfrm>
            <a:off x="6628639" y="4700000"/>
            <a:ext cx="4600000" cy="8000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algn="ctr"/>
            <a:r>
              <a:rPr lang="es-ES" sz="1400" b="1" dirty="0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Microsoft Edge</a:t>
            </a:r>
          </a:p>
          <a:p>
            <a:pPr algn="ctr"/>
            <a:r>
              <a:rPr lang="es-ES" sz="1200" dirty="0" err="1">
                <a:solidFill>
                  <a:srgbClr val="64748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Copilot</a:t>
            </a:r>
            <a:r>
              <a:rPr lang="es-ES" sz="1200" dirty="0">
                <a:solidFill>
                  <a:srgbClr val="64748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integrado</a:t>
            </a:r>
            <a:endParaRPr lang="es-ES" sz="1200" dirty="0"/>
          </a:p>
        </p:txBody>
      </p:sp>
      <p:sp>
        <p:nvSpPr>
          <p:cNvPr id="30" name="Info Bar"/>
          <p:cNvSpPr/>
          <p:nvPr/>
        </p:nvSpPr>
        <p:spPr>
          <a:xfrm>
            <a:off x="1036800" y="5751861"/>
            <a:ext cx="10241280" cy="600000"/>
          </a:xfrm>
          <a:prstGeom prst="roundRect">
            <a:avLst>
              <a:gd name="adj" fmla="val 14000"/>
            </a:avLst>
          </a:prstGeom>
          <a:gradFill>
            <a:gsLst>
              <a:gs pos="0">
                <a:srgbClr val="5B21B6"/>
              </a:gs>
              <a:gs pos="100000">
                <a:srgbClr val="7C3AED"/>
              </a:gs>
            </a:gsLst>
            <a:lin ang="0" scaled="1"/>
          </a:gradFill>
          <a:ln/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 wrap="square" lIns="0" tIns="0" rIns="0" bIns="0" rtlCol="0" anchor="ctr"/>
          <a:lstStyle/>
          <a:p>
            <a:endParaRPr lang="es-ES"/>
          </a:p>
        </p:txBody>
      </p:sp>
      <p:sp>
        <p:nvSpPr>
          <p:cNvPr id="31" name="Info Icon BG"/>
          <p:cNvSpPr/>
          <p:nvPr/>
        </p:nvSpPr>
        <p:spPr>
          <a:xfrm>
            <a:off x="1199120" y="5824347"/>
            <a:ext cx="400000" cy="400000"/>
          </a:xfrm>
          <a:prstGeom prst="ellipse">
            <a:avLst/>
          </a:prstGeom>
          <a:solidFill>
            <a:srgbClr val="FFFFFF">
              <a:alpha val="25000"/>
            </a:srgbClr>
          </a:solidFill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</a:t>
            </a:r>
            <a:endParaRPr lang="en-US" sz="1600"/>
          </a:p>
        </p:txBody>
      </p:sp>
      <p:sp>
        <p:nvSpPr>
          <p:cNvPr id="32" name="Info Text"/>
          <p:cNvSpPr/>
          <p:nvPr/>
        </p:nvSpPr>
        <p:spPr>
          <a:xfrm>
            <a:off x="1761440" y="5751861"/>
            <a:ext cx="9516640" cy="6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600" b="1" dirty="0">
                <a:solidFill>
                  <a:srgbClr val="FFFFFF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Consejo</a:t>
            </a:r>
            <a:r>
              <a:rPr lang="es-ES" sz="1600" dirty="0">
                <a:solidFill>
                  <a:srgbClr val="E8DA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 —  La experiencia es la misma en todas las plataformas. Inicia sesión con tu cuenta profesional.</a:t>
            </a:r>
            <a:endParaRPr lang="es-ES" sz="1600" dirty="0"/>
          </a:p>
        </p:txBody>
      </p:sp>
      <p:pic>
        <p:nvPicPr>
          <p:cNvPr id="3" name="Image 0" descr="Imagen ilustrativa relacionada con Acceso a Copilot Chat">
            <a:extLst>
              <a:ext uri="{FF2B5EF4-FFF2-40B4-BE49-F238E27FC236}">
                <a16:creationId xmlns:a16="http://schemas.microsoft.com/office/drawing/2014/main" id="{3993C855-4B6A-B3E2-77FE-CEF5AF53D2F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7374"/>
            <a:ext cx="12192000" cy="73152"/>
          </a:xfrm>
          <a:prstGeom prst="rect">
            <a:avLst/>
          </a:prstGeom>
        </p:spPr>
      </p:pic>
      <p:pic>
        <p:nvPicPr>
          <p:cNvPr id="7" name="Image 0" descr="Imagen ilustrativa relacionada con Acceso a Copilot Chat">
            <a:extLst>
              <a:ext uri="{FF2B5EF4-FFF2-40B4-BE49-F238E27FC236}">
                <a16:creationId xmlns:a16="http://schemas.microsoft.com/office/drawing/2014/main" id="{ABDDAE4F-BA37-2C4E-F9EA-36E267A3130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7374"/>
            <a:ext cx="12192000" cy="73152"/>
          </a:xfrm>
          <a:prstGeom prst="rect">
            <a:avLst/>
          </a:prstGeom>
        </p:spPr>
      </p:pic>
      <p:sp>
        <p:nvSpPr>
          <p:cNvPr id="11" name="Subtitle">
            <a:extLst>
              <a:ext uri="{FF2B5EF4-FFF2-40B4-BE49-F238E27FC236}">
                <a16:creationId xmlns:a16="http://schemas.microsoft.com/office/drawing/2014/main" id="{45FE1003-7AFA-59C9-3FF7-BB709EE1FCA3}"/>
              </a:ext>
            </a:extLst>
          </p:cNvPr>
          <p:cNvSpPr/>
          <p:nvPr/>
        </p:nvSpPr>
        <p:spPr>
          <a:xfrm>
            <a:off x="975360" y="1150000"/>
            <a:ext cx="10241280" cy="3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1800" dirty="0">
                <a:solidFill>
                  <a:srgbClr val="33415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Aplicación de web y de Microsoft Edge</a:t>
            </a:r>
            <a:endParaRPr lang="es-ES" sz="1800" dirty="0"/>
          </a:p>
        </p:txBody>
      </p:sp>
    </p:spTree>
    <p:extLst>
      <p:ext uri="{BB962C8B-B14F-4D97-AF65-F5344CB8AC3E}">
        <p14:creationId xmlns:p14="http://schemas.microsoft.com/office/powerpoint/2010/main" val="2759257776"/>
      </p:ext>
    </p:extLst>
  </p:cSld>
  <p:clrMapOvr>
    <a:masterClrMapping/>
  </p:clrMapOvr>
  <p:transition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975360" y="54864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3200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Acceso a M365 </a:t>
            </a:r>
            <a:r>
              <a:rPr lang="es-ES" sz="3200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Copilot</a:t>
            </a:r>
            <a:r>
              <a:rPr lang="es-ES" sz="3200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Chat</a:t>
            </a:r>
            <a:endParaRPr lang="es-ES" sz="3200" dirty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3" name="Subtitle"/>
          <p:cNvSpPr/>
          <p:nvPr/>
        </p:nvSpPr>
        <p:spPr>
          <a:xfrm>
            <a:off x="975360" y="1150000"/>
            <a:ext cx="10241280" cy="3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1800" dirty="0">
                <a:solidFill>
                  <a:srgbClr val="33415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Aplicación de escritorio y móvil</a:t>
            </a:r>
            <a:endParaRPr lang="es-ES" sz="1800" dirty="0"/>
          </a:p>
        </p:txBody>
      </p:sp>
      <p:sp>
        <p:nvSpPr>
          <p:cNvPr id="4" name="Title 1"/>
          <p:cNvSpPr/>
          <p:nvPr/>
        </p:nvSpPr>
        <p:spPr>
          <a:xfrm>
            <a:off x="663361" y="1700000"/>
            <a:ext cx="5200000" cy="5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s-ES" sz="2000" b="1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Aplicación de escritorio</a:t>
            </a:r>
            <a:endParaRPr lang="es-ES" sz="2000"/>
          </a:p>
        </p:txBody>
      </p:sp>
      <p:sp>
        <p:nvSpPr>
          <p:cNvPr id="5" name="Body 1"/>
          <p:cNvSpPr/>
          <p:nvPr/>
        </p:nvSpPr>
        <p:spPr>
          <a:xfrm>
            <a:off x="663361" y="2200000"/>
            <a:ext cx="520000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s-ES" sz="1400">
                <a:solidFill>
                  <a:srgbClr val="33415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Disponible como aplicación de escritorio en Windows y macOS a través de Microsoft Teams o la aplicación Microsoft 365.</a:t>
            </a:r>
            <a:endParaRPr lang="es-ES" sz="1400"/>
          </a:p>
        </p:txBody>
      </p:sp>
      <p:sp>
        <p:nvSpPr>
          <p:cNvPr id="50" name="Desktop Card"/>
          <p:cNvSpPr/>
          <p:nvPr/>
        </p:nvSpPr>
        <p:spPr>
          <a:xfrm>
            <a:off x="963361" y="3050000"/>
            <a:ext cx="4600000" cy="25000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</p:spPr>
        <p:txBody>
          <a:bodyPr wrap="square" lIns="0" tIns="0" rIns="0" bIns="0" rtlCol="0" anchor="ctr"/>
          <a:lstStyle/>
          <a:p>
            <a:pPr algn="ctr"/>
            <a:endParaRPr lang="es-ES"/>
          </a:p>
        </p:txBody>
      </p:sp>
      <p:sp>
        <p:nvSpPr>
          <p:cNvPr id="51" name="Monitor Screen"/>
          <p:cNvSpPr/>
          <p:nvPr/>
        </p:nvSpPr>
        <p:spPr>
          <a:xfrm>
            <a:off x="2363361" y="3250000"/>
            <a:ext cx="1800000" cy="110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7C3AED"/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es-ES" sz="1200">
                <a:solidFill>
                  <a:srgbClr val="7C3AED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Copilot</a:t>
            </a:r>
            <a:endParaRPr lang="es-ES" sz="1200"/>
          </a:p>
        </p:txBody>
      </p:sp>
      <p:sp>
        <p:nvSpPr>
          <p:cNvPr id="56" name="Monitor Stand"/>
          <p:cNvSpPr/>
          <p:nvPr/>
        </p:nvSpPr>
        <p:spPr>
          <a:xfrm>
            <a:off x="3063361" y="4350000"/>
            <a:ext cx="400000" cy="150000"/>
          </a:xfrm>
          <a:prstGeom prst="trapezoid">
            <a:avLst>
              <a:gd name="adj" fmla="val 35000"/>
            </a:avLst>
          </a:prstGeom>
          <a:solidFill>
            <a:srgbClr val="7C3AED"/>
          </a:solidFill>
          <a:ln>
            <a:noFill/>
          </a:ln>
        </p:spPr>
        <p:txBody>
          <a:bodyPr rtlCol="0" anchor="ctr"/>
          <a:lstStyle/>
          <a:p>
            <a:endParaRPr lang="es-ES"/>
          </a:p>
        </p:txBody>
      </p:sp>
      <p:sp>
        <p:nvSpPr>
          <p:cNvPr id="52" name="Desktop Label"/>
          <p:cNvSpPr/>
          <p:nvPr/>
        </p:nvSpPr>
        <p:spPr>
          <a:xfrm>
            <a:off x="963361" y="4550000"/>
            <a:ext cx="4600000" cy="8000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algn="ctr"/>
            <a:endParaRPr lang="es-ES" sz="1200" dirty="0"/>
          </a:p>
        </p:txBody>
      </p:sp>
      <p:sp>
        <p:nvSpPr>
          <p:cNvPr id="8" name="Title 2"/>
          <p:cNvSpPr/>
          <p:nvPr/>
        </p:nvSpPr>
        <p:spPr>
          <a:xfrm>
            <a:off x="6403720" y="1700000"/>
            <a:ext cx="5200000" cy="5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s-ES" sz="2000" b="1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Aplicación móvil</a:t>
            </a:r>
            <a:endParaRPr lang="es-ES" sz="2000"/>
          </a:p>
        </p:txBody>
      </p:sp>
      <p:sp>
        <p:nvSpPr>
          <p:cNvPr id="9" name="Body 2"/>
          <p:cNvSpPr/>
          <p:nvPr/>
        </p:nvSpPr>
        <p:spPr>
          <a:xfrm>
            <a:off x="6403720" y="2200000"/>
            <a:ext cx="520000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s-ES" sz="1400">
                <a:solidFill>
                  <a:srgbClr val="33415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Accede desde tu dispositivo iOS o Android descargando la aplicación Microsoft 365 Copilot desde la tienda de aplicaciones.</a:t>
            </a:r>
            <a:endParaRPr lang="es-ES" sz="1400"/>
          </a:p>
        </p:txBody>
      </p:sp>
      <p:sp>
        <p:nvSpPr>
          <p:cNvPr id="53" name="Mobile Card"/>
          <p:cNvSpPr/>
          <p:nvPr/>
        </p:nvSpPr>
        <p:spPr>
          <a:xfrm>
            <a:off x="6703720" y="3050000"/>
            <a:ext cx="4600000" cy="25000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</p:spPr>
        <p:txBody>
          <a:bodyPr wrap="square" lIns="0" tIns="0" rIns="0" bIns="0" rtlCol="0" anchor="ctr"/>
          <a:lstStyle/>
          <a:p>
            <a:pPr algn="ctr"/>
            <a:endParaRPr lang="es-ES"/>
          </a:p>
        </p:txBody>
      </p:sp>
      <p:sp>
        <p:nvSpPr>
          <p:cNvPr id="54" name="Phone Shape"/>
          <p:cNvSpPr/>
          <p:nvPr/>
        </p:nvSpPr>
        <p:spPr>
          <a:xfrm>
            <a:off x="8542355" y="3233994"/>
            <a:ext cx="755326" cy="1301861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7C3AED"/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es-ES" sz="900">
                <a:solidFill>
                  <a:srgbClr val="7C3AED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Copilot</a:t>
            </a:r>
            <a:endParaRPr lang="es-ES" sz="900"/>
          </a:p>
        </p:txBody>
      </p:sp>
      <p:sp>
        <p:nvSpPr>
          <p:cNvPr id="55" name="Mobile Label"/>
          <p:cNvSpPr/>
          <p:nvPr/>
        </p:nvSpPr>
        <p:spPr>
          <a:xfrm>
            <a:off x="6703720" y="4550000"/>
            <a:ext cx="4600000" cy="8000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algn="ctr"/>
            <a:endParaRPr lang="es-ES" sz="1200" dirty="0"/>
          </a:p>
        </p:txBody>
      </p:sp>
      <p:sp>
        <p:nvSpPr>
          <p:cNvPr id="30" name="Info Bar"/>
          <p:cNvSpPr/>
          <p:nvPr/>
        </p:nvSpPr>
        <p:spPr>
          <a:xfrm>
            <a:off x="1036800" y="5751861"/>
            <a:ext cx="10241280" cy="600000"/>
          </a:xfrm>
          <a:prstGeom prst="roundRect">
            <a:avLst>
              <a:gd name="adj" fmla="val 14000"/>
            </a:avLst>
          </a:prstGeom>
          <a:gradFill>
            <a:gsLst>
              <a:gs pos="0">
                <a:srgbClr val="5B21B6"/>
              </a:gs>
              <a:gs pos="100000">
                <a:srgbClr val="7C3AED"/>
              </a:gs>
            </a:gsLst>
            <a:lin ang="0" scaled="1"/>
          </a:gradFill>
          <a:ln/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 wrap="square" lIns="0" tIns="0" rIns="0" bIns="0" rtlCol="0" anchor="ctr"/>
          <a:lstStyle/>
          <a:p>
            <a:endParaRPr lang="es-ES"/>
          </a:p>
        </p:txBody>
      </p:sp>
      <p:sp>
        <p:nvSpPr>
          <p:cNvPr id="31" name="Info Icon BG"/>
          <p:cNvSpPr/>
          <p:nvPr/>
        </p:nvSpPr>
        <p:spPr>
          <a:xfrm>
            <a:off x="1199120" y="5824347"/>
            <a:ext cx="400000" cy="400000"/>
          </a:xfrm>
          <a:prstGeom prst="ellipse">
            <a:avLst/>
          </a:prstGeom>
          <a:solidFill>
            <a:srgbClr val="FFFFFF">
              <a:alpha val="25000"/>
            </a:srgbClr>
          </a:solidFill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</a:t>
            </a:r>
            <a:endParaRPr lang="en-US" sz="1600"/>
          </a:p>
        </p:txBody>
      </p:sp>
      <p:sp>
        <p:nvSpPr>
          <p:cNvPr id="32" name="Info Text"/>
          <p:cNvSpPr/>
          <p:nvPr/>
        </p:nvSpPr>
        <p:spPr>
          <a:xfrm>
            <a:off x="1761440" y="5751861"/>
            <a:ext cx="9516640" cy="6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600" b="1" dirty="0">
                <a:solidFill>
                  <a:srgbClr val="FFFFFF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Consejo</a:t>
            </a:r>
            <a:r>
              <a:rPr lang="es-ES" sz="1600" dirty="0">
                <a:solidFill>
                  <a:srgbClr val="E8DA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 —  La experiencia es la misma en todas las plataformas. Inicia sesión con tu cuenta profesional.</a:t>
            </a:r>
            <a:endParaRPr lang="es-ES" sz="1600" dirty="0"/>
          </a:p>
        </p:txBody>
      </p:sp>
      <p:pic>
        <p:nvPicPr>
          <p:cNvPr id="6" name="Image 0" descr="Imagen ilustrativa relacionada con Acceso a Copilot Chat">
            <a:extLst>
              <a:ext uri="{FF2B5EF4-FFF2-40B4-BE49-F238E27FC236}">
                <a16:creationId xmlns:a16="http://schemas.microsoft.com/office/drawing/2014/main" id="{2DA95334-BEE4-1B65-AE7E-DF7E32F3DF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  <p:pic>
        <p:nvPicPr>
          <p:cNvPr id="7" name="Picture 6" descr="Imagen ilustrativa relacionada con Acceso a Copilot Chat">
            <a:extLst>
              <a:ext uri="{FF2B5EF4-FFF2-40B4-BE49-F238E27FC236}">
                <a16:creationId xmlns:a16="http://schemas.microsoft.com/office/drawing/2014/main" id="{E71EC5A6-59D8-DE82-A39A-DCD5A095CA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3238" y="3250001"/>
            <a:ext cx="1800000" cy="1120500"/>
          </a:xfrm>
          <a:prstGeom prst="rect">
            <a:avLst/>
          </a:prstGeom>
        </p:spPr>
      </p:pic>
      <p:pic>
        <p:nvPicPr>
          <p:cNvPr id="10" name="Picture 9" descr="Imagen ilustrativa relacionada con Acceso a Copilot Chat">
            <a:extLst>
              <a:ext uri="{FF2B5EF4-FFF2-40B4-BE49-F238E27FC236}">
                <a16:creationId xmlns:a16="http://schemas.microsoft.com/office/drawing/2014/main" id="{F308B52A-EE45-57C3-3436-1C8B4E8E197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42355" y="3250000"/>
            <a:ext cx="755326" cy="1285855"/>
          </a:xfrm>
          <a:prstGeom prst="rect">
            <a:avLst/>
          </a:prstGeom>
        </p:spPr>
      </p:pic>
      <p:sp>
        <p:nvSpPr>
          <p:cNvPr id="11" name="Web Label">
            <a:extLst>
              <a:ext uri="{FF2B5EF4-FFF2-40B4-BE49-F238E27FC236}">
                <a16:creationId xmlns:a16="http://schemas.microsoft.com/office/drawing/2014/main" id="{93C295C1-A230-DC9C-9B2E-77F36177F1A3}"/>
              </a:ext>
            </a:extLst>
          </p:cNvPr>
          <p:cNvSpPr/>
          <p:nvPr/>
        </p:nvSpPr>
        <p:spPr>
          <a:xfrm>
            <a:off x="963361" y="4700000"/>
            <a:ext cx="4600000" cy="8000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algn="ctr"/>
            <a:r>
              <a:rPr lang="es-ES" sz="1400" b="1" dirty="0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Microsoft </a:t>
            </a:r>
            <a:r>
              <a:rPr lang="es-ES" sz="1400" b="1" dirty="0" err="1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Teams</a:t>
            </a:r>
            <a:r>
              <a:rPr lang="es-ES" sz="1400" b="1" dirty="0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 / Microsoft 365</a:t>
            </a:r>
          </a:p>
          <a:p>
            <a:pPr algn="ctr"/>
            <a:r>
              <a:rPr lang="es-ES" sz="1200" dirty="0">
                <a:solidFill>
                  <a:srgbClr val="64748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Windows y macOS</a:t>
            </a:r>
            <a:endParaRPr lang="es-ES" sz="1200" dirty="0"/>
          </a:p>
        </p:txBody>
      </p:sp>
      <p:sp>
        <p:nvSpPr>
          <p:cNvPr id="13" name="Edge Label">
            <a:extLst>
              <a:ext uri="{FF2B5EF4-FFF2-40B4-BE49-F238E27FC236}">
                <a16:creationId xmlns:a16="http://schemas.microsoft.com/office/drawing/2014/main" id="{1B88F26C-BCD8-8D6D-928B-22ED4DC2672C}"/>
              </a:ext>
            </a:extLst>
          </p:cNvPr>
          <p:cNvSpPr/>
          <p:nvPr/>
        </p:nvSpPr>
        <p:spPr>
          <a:xfrm>
            <a:off x="6628639" y="4700000"/>
            <a:ext cx="4600000" cy="8000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algn="ctr"/>
            <a:r>
              <a:rPr lang="es-ES" sz="1400" b="1" dirty="0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Microsoft 365 </a:t>
            </a:r>
            <a:r>
              <a:rPr lang="es-ES" sz="1400" b="1" dirty="0" err="1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Copilot</a:t>
            </a:r>
            <a:r>
              <a:rPr lang="es-ES" sz="1400" b="1" dirty="0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 App</a:t>
            </a:r>
          </a:p>
          <a:p>
            <a:pPr algn="ctr"/>
            <a:r>
              <a:rPr lang="es-ES" sz="1200" dirty="0">
                <a:solidFill>
                  <a:srgbClr val="64748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iOS y Android</a:t>
            </a:r>
            <a:endParaRPr lang="es-ES" sz="1200" dirty="0"/>
          </a:p>
        </p:txBody>
      </p:sp>
    </p:spTree>
    <p:extLst>
      <p:ext uri="{BB962C8B-B14F-4D97-AF65-F5344CB8AC3E}">
        <p14:creationId xmlns:p14="http://schemas.microsoft.com/office/powerpoint/2010/main" val="3847291056"/>
      </p:ext>
    </p:extLst>
  </p:cSld>
  <p:clrMapOvr>
    <a:masterClrMapping/>
  </p:clrMapOvr>
  <p:transition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10B4A978-9B96-34EA-1E87-8FC0EDC1A8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473763" y="1321273"/>
            <a:ext cx="11244474" cy="4988087"/>
          </a:xfrm>
          <a:prstGeom prst="roundRect">
            <a:avLst>
              <a:gd name="adj" fmla="val 4127"/>
            </a:avLst>
          </a:prstGeom>
          <a:solidFill>
            <a:srgbClr val="FFFFFF">
              <a:alpha val="74118"/>
            </a:srgbClr>
          </a:solidFill>
          <a:ln w="9525" cap="flat" cmpd="sng" algn="ctr">
            <a:solidFill>
              <a:srgbClr val="1E293B"/>
            </a:solidFill>
            <a:prstDash val="solid"/>
          </a:ln>
          <a:effectLst>
            <a:outerShdw blurRad="343645" dist="295501" dir="2700000" algn="tl" rotWithShape="0">
              <a:srgbClr val="EC4899">
                <a:alpha val="15816"/>
              </a:srgbClr>
            </a:outerShdw>
          </a:effectLst>
        </p:spPr>
        <p:txBody>
          <a:bodyPr rot="0" spcFirstLastPara="0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defTabSz="932472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ffectLst/>
              <a:uLnTx/>
              <a:uFillTx/>
              <a:latin typeface="Segoe UI"/>
              <a:ea typeface="+mn-ea"/>
              <a:cs typeface="Segoe UI" pitchFamily="34" charset="0"/>
            </a:endParaRPr>
          </a:p>
        </p:txBody>
      </p:sp>
      <p:sp>
        <p:nvSpPr>
          <p:cNvPr id="7" name="Title">
            <a:extLst>
              <a:ext uri="{FF2B5EF4-FFF2-40B4-BE49-F238E27FC236}">
                <a16:creationId xmlns:a16="http://schemas.microsoft.com/office/drawing/2014/main" id="{4E477027-6336-AF1E-6BBE-09193B056A23}"/>
              </a:ext>
            </a:extLst>
          </p:cNvPr>
          <p:cNvSpPr/>
          <p:nvPr/>
        </p:nvSpPr>
        <p:spPr>
          <a:xfrm>
            <a:off x="975360" y="54864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3200" b="0" i="0" strike="noStrike" cap="none" baseline="0" dirty="0">
                <a:solidFill>
                  <a:srgbClr val="1E293B"/>
                </a:solidFill>
                <a:effectLst/>
                <a:latin typeface="Segoe UI Semibold"/>
                <a:ea typeface="Segoe UI Semibold"/>
                <a:cs typeface="Segoe UI Semibold"/>
              </a:rPr>
              <a:t>Interfaz de Microsoft 365 </a:t>
            </a:r>
            <a:r>
              <a:rPr lang="es-ES" sz="3200" b="0" i="0" strike="noStrike" cap="none" baseline="0" dirty="0" err="1">
                <a:solidFill>
                  <a:srgbClr val="1E293B"/>
                </a:solidFill>
                <a:effectLst/>
                <a:latin typeface="Segoe UI Semibold"/>
                <a:ea typeface="Segoe UI Semibold"/>
                <a:cs typeface="Segoe UI Semibold"/>
              </a:rPr>
              <a:t>Copilot</a:t>
            </a:r>
            <a:r>
              <a:rPr lang="es-ES" sz="3200" b="0" i="0" strike="noStrike" cap="none" baseline="0" dirty="0">
                <a:solidFill>
                  <a:srgbClr val="1E293B"/>
                </a:solidFill>
                <a:effectLst/>
                <a:latin typeface="Segoe UI Semibold"/>
                <a:ea typeface="Segoe UI Semibold"/>
                <a:cs typeface="Segoe UI Semibold"/>
              </a:rPr>
              <a:t> Chat</a:t>
            </a:r>
            <a:endParaRPr lang="es-ES" sz="3200" dirty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pic>
        <p:nvPicPr>
          <p:cNvPr id="8" name="Image 0" descr="Imagen ilustrativa relacionada con Interfaz de Microsoft 365 Copilot Chat">
            <a:extLst>
              <a:ext uri="{FF2B5EF4-FFF2-40B4-BE49-F238E27FC236}">
                <a16:creationId xmlns:a16="http://schemas.microsoft.com/office/drawing/2014/main" id="{D722FD3E-781C-C7E4-1EA6-9A0CEC336D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  <p:pic>
        <p:nvPicPr>
          <p:cNvPr id="11" name="Picture 10" descr="Imagen ilustrativa relacionada con Interfaz de Microsoft 365 Copilot Chat">
            <a:extLst>
              <a:ext uri="{FF2B5EF4-FFF2-40B4-BE49-F238E27FC236}">
                <a16:creationId xmlns:a16="http://schemas.microsoft.com/office/drawing/2014/main" id="{EC15567B-0075-B566-428C-59784E1B685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3178529" y="1686064"/>
            <a:ext cx="5727140" cy="3245542"/>
          </a:xfrm>
          <a:prstGeom prst="rect">
            <a:avLst/>
          </a:prstGeom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C3E9D6D-F3A0-BD89-B8F4-3EF81DFCA5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H="1" flipV="1">
            <a:off x="8583084" y="2094314"/>
            <a:ext cx="1017905" cy="258794"/>
          </a:xfrm>
          <a:prstGeom prst="straightConnector1">
            <a:avLst/>
          </a:prstGeom>
          <a:noFill/>
          <a:ln w="9525" cap="flat" cmpd="sng" algn="ctr">
            <a:solidFill>
              <a:srgbClr val="3B82F6"/>
            </a:solidFill>
            <a:prstDash val="solid"/>
            <a:headEnd type="none" w="lg" len="med"/>
            <a:tailEnd type="triangle"/>
          </a:ln>
          <a:effectLst/>
        </p:spPr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734BE6EB-68C4-57B3-1D2D-BA0DF215D2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H="1" flipV="1">
            <a:off x="8205017" y="3560849"/>
            <a:ext cx="1395972" cy="791963"/>
          </a:xfrm>
          <a:prstGeom prst="straightConnector1">
            <a:avLst/>
          </a:prstGeom>
          <a:noFill/>
          <a:ln w="9525" cap="flat" cmpd="sng" algn="ctr">
            <a:solidFill>
              <a:srgbClr val="3B82F6"/>
            </a:solidFill>
            <a:prstDash val="solid"/>
            <a:headEnd type="none" w="lg" len="med"/>
            <a:tailEnd type="triangle"/>
          </a:ln>
          <a:effectLst/>
        </p:spPr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430BF0D-724A-D5FD-E1C2-3094934642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H="1">
            <a:off x="8290267" y="3288712"/>
            <a:ext cx="1310722" cy="0"/>
          </a:xfrm>
          <a:prstGeom prst="straightConnector1">
            <a:avLst/>
          </a:prstGeom>
          <a:noFill/>
          <a:ln w="9525" cap="flat" cmpd="sng" algn="ctr">
            <a:solidFill>
              <a:srgbClr val="3B82F6"/>
            </a:solidFill>
            <a:prstDash val="solid"/>
            <a:headEnd type="none" w="lg" len="med"/>
            <a:tailEnd type="triangle"/>
          </a:ln>
          <a:effectLst/>
        </p:spPr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DF1E82A-67F2-2A91-DF5B-F220195617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H="1" flipV="1">
            <a:off x="8071020" y="4352812"/>
            <a:ext cx="0" cy="935604"/>
          </a:xfrm>
          <a:prstGeom prst="straightConnector1">
            <a:avLst/>
          </a:prstGeom>
          <a:noFill/>
          <a:ln w="9525" cap="flat" cmpd="sng" algn="ctr">
            <a:solidFill>
              <a:srgbClr val="3B82F6"/>
            </a:solidFill>
            <a:prstDash val="solid"/>
            <a:headEnd type="none" w="lg" len="med"/>
            <a:tailEnd type="triangle"/>
          </a:ln>
          <a:effectLst/>
        </p:spPr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7AD3E193-EA0C-A17D-92DC-BEF4F35CC3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H="1" flipV="1">
            <a:off x="5377991" y="4233421"/>
            <a:ext cx="0" cy="1054995"/>
          </a:xfrm>
          <a:prstGeom prst="straightConnector1">
            <a:avLst/>
          </a:prstGeom>
          <a:noFill/>
          <a:ln w="9525" cap="flat" cmpd="sng" algn="ctr">
            <a:solidFill>
              <a:srgbClr val="3B82F6"/>
            </a:solidFill>
            <a:prstDash val="solid"/>
            <a:headEnd type="none" w="lg" len="med"/>
            <a:tailEnd type="triangle"/>
          </a:ln>
          <a:effectLst/>
        </p:spPr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254738E7-B7A3-D81B-0014-5DFB33D7BD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V="1">
            <a:off x="2587636" y="3577542"/>
            <a:ext cx="2388426" cy="1183376"/>
          </a:xfrm>
          <a:prstGeom prst="straightConnector1">
            <a:avLst/>
          </a:prstGeom>
          <a:noFill/>
          <a:ln w="9525" cap="flat" cmpd="sng" algn="ctr">
            <a:solidFill>
              <a:srgbClr val="3B82F6"/>
            </a:solidFill>
            <a:prstDash val="solid"/>
            <a:headEnd type="none" w="lg" len="med"/>
            <a:tailEnd type="triangle"/>
          </a:ln>
          <a:effectLst/>
        </p:spPr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A370259D-B036-7E91-7725-A46A292010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V="1">
            <a:off x="2681272" y="2478807"/>
            <a:ext cx="634321" cy="357185"/>
          </a:xfrm>
          <a:prstGeom prst="straightConnector1">
            <a:avLst/>
          </a:prstGeom>
          <a:noFill/>
          <a:ln w="9525" cap="flat" cmpd="sng" algn="ctr">
            <a:solidFill>
              <a:srgbClr val="3B82F6"/>
            </a:solidFill>
            <a:prstDash val="solid"/>
            <a:headEnd type="none" w="lg" len="med"/>
            <a:tailEnd type="triangle"/>
          </a:ln>
          <a:effectLst/>
        </p:spPr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237D86F-D9F6-EA34-363F-B4542D835B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2756892" y="2323356"/>
            <a:ext cx="558701" cy="0"/>
          </a:xfrm>
          <a:prstGeom prst="straightConnector1">
            <a:avLst/>
          </a:prstGeom>
          <a:noFill/>
          <a:ln w="9525" cap="flat" cmpd="sng" algn="ctr">
            <a:solidFill>
              <a:srgbClr val="3B82F6"/>
            </a:solidFill>
            <a:prstDash val="solid"/>
            <a:headEnd type="none" w="lg" len="med"/>
            <a:tailEnd type="triangle"/>
          </a:ln>
          <a:effectLst/>
        </p:spPr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8E841DF2-FF68-C942-5E99-90E30E6B17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V="1">
            <a:off x="2587636" y="2645057"/>
            <a:ext cx="751636" cy="761797"/>
          </a:xfrm>
          <a:prstGeom prst="straightConnector1">
            <a:avLst/>
          </a:prstGeom>
          <a:noFill/>
          <a:ln w="9525" cap="flat" cmpd="sng" algn="ctr">
            <a:solidFill>
              <a:srgbClr val="3B82F6"/>
            </a:solidFill>
            <a:prstDash val="solid"/>
            <a:headEnd type="none" w="lg" len="med"/>
            <a:tailEnd type="triangle"/>
          </a:ln>
          <a:effectLst/>
        </p:spPr>
      </p:cxnSp>
      <p:grpSp>
        <p:nvGrpSpPr>
          <p:cNvPr id="21" name="Group 20" descr="Microsoft 365 Copilot Chat app interface with callouts explaining each feature of the app.">
            <a:extLst>
              <a:ext uri="{FF2B5EF4-FFF2-40B4-BE49-F238E27FC236}">
                <a16:creationId xmlns:a16="http://schemas.microsoft.com/office/drawing/2014/main" id="{CBCB0190-3E82-211D-284F-4C9E0738219B}"/>
              </a:ext>
            </a:extLst>
          </p:cNvPr>
          <p:cNvGrpSpPr/>
          <p:nvPr/>
        </p:nvGrpSpPr>
        <p:grpSpPr>
          <a:xfrm>
            <a:off x="661788" y="1686064"/>
            <a:ext cx="11056449" cy="4448739"/>
            <a:chOff x="409651" y="2240687"/>
            <a:chExt cx="11056449" cy="4023384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AAE2DCC0-2D76-BF3E-2935-487C34B796AA}"/>
                </a:ext>
              </a:extLst>
            </p:cNvPr>
            <p:cNvSpPr txBox="1"/>
            <p:nvPr/>
          </p:nvSpPr>
          <p:spPr>
            <a:xfrm>
              <a:off x="9461697" y="2595997"/>
              <a:ext cx="1939764" cy="765461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marL="0" marR="0" lvl="0" indent="0" algn="l" defTabSz="914367" rtl="0" eaLnBrk="1" fontAlgn="auto" latinLnBrk="0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  <a:defRPr/>
              </a:pPr>
              <a:r>
                <a:rPr lang="es-ES" sz="1100" b="0" i="0" strike="noStrike" cap="none" baseline="0">
                  <a:solidFill>
                    <a:srgbClr val="1E293B"/>
                  </a:solidFill>
                  <a:effectLst/>
                  <a:latin typeface="Segoe UI Semibold"/>
                  <a:ea typeface="Segoe UI Semibold"/>
                  <a:cs typeface="Segoe UI Semibold"/>
                </a:rPr>
                <a:t>Botón para iniciar </a:t>
              </a:r>
              <a:br>
                <a:rPr lang="es-ES" sz="1100" b="0" i="0" strike="noStrike" cap="none" baseline="0">
                  <a:solidFill>
                    <a:srgbClr val="1E293B"/>
                  </a:solidFill>
                  <a:effectLst/>
                  <a:latin typeface="Segoe UI Semibold"/>
                  <a:ea typeface="Segoe UI Semibold"/>
                  <a:cs typeface="Segoe UI Semibold"/>
                </a:rPr>
              </a:br>
              <a:r>
                <a:rPr lang="es-ES" sz="1100" b="0" i="0" strike="noStrike" cap="none" baseline="0">
                  <a:solidFill>
                    <a:srgbClr val="1E293B"/>
                  </a:solidFill>
                  <a:effectLst/>
                  <a:latin typeface="Segoe UI Semibold"/>
                  <a:ea typeface="Segoe UI Semibold"/>
                  <a:cs typeface="Segoe UI Semibold"/>
                </a:rPr>
                <a:t>un nuevo chat</a:t>
              </a:r>
            </a:p>
            <a:p>
              <a:pPr marL="0" marR="0" lvl="0" indent="0" algn="l" defTabSz="914367" rtl="0" eaLnBrk="1" fontAlgn="auto" latinLnBrk="0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  <a:defRPr/>
              </a:pPr>
              <a:r>
                <a:rPr lang="es-ES" sz="1100" b="0" i="0" strike="noStrike" cap="none" baseline="0">
                  <a:solidFill>
                    <a:srgbClr val="1E293B"/>
                  </a:solidFill>
                  <a:effectLst/>
                  <a:latin typeface="Segoe UI"/>
                  <a:ea typeface="Segoe UI"/>
                  <a:cs typeface="Segoe UI"/>
                </a:rPr>
                <a:t>Borrar el chat anterior e iniciar una nueva conversación.</a:t>
              </a:r>
            </a:p>
            <a:p>
              <a:pPr marL="0" marR="0" lvl="0" indent="0" algn="l" defTabSz="914367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defRPr/>
              </a:pPr>
              <a:endParaRPr kumimoji="0" lang="en-US" sz="1100" b="0" i="0" u="none" strike="noStrike" kern="1200" cap="none" spc="0" normalizeH="0" baseline="0" noProof="0">
                <a:ln>
                  <a:noFill/>
                </a:ln>
                <a:gradFill>
                  <a:gsLst>
                    <a:gs pos="2917">
                      <a:srgbClr val="1E293B"/>
                    </a:gs>
                    <a:gs pos="30000">
                      <a:srgbClr val="1E293B"/>
                    </a:gs>
                  </a:gsLst>
                  <a:lin ang="5400000" scaled="0"/>
                </a:gradFill>
                <a:effectLst/>
                <a:uLnTx/>
                <a:uFillTx/>
                <a:latin typeface="Segoe UI Semibold"/>
                <a:ea typeface="+mn-ea"/>
                <a:cs typeface="Segoe UI Semibold" charset="0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D1AE6027-8EC1-2DCC-9956-10936B63BD13}"/>
                </a:ext>
              </a:extLst>
            </p:cNvPr>
            <p:cNvSpPr txBox="1"/>
            <p:nvPr/>
          </p:nvSpPr>
          <p:spPr>
            <a:xfrm>
              <a:off x="7109204" y="5498610"/>
              <a:ext cx="2653235" cy="765461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marL="0" marR="0" lvl="0" indent="0" algn="l" defTabSz="914367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defRPr/>
              </a:pPr>
              <a:r>
                <a:rPr lang="es-ES" sz="1100" b="0" i="0" strike="noStrike" cap="none" baseline="0">
                  <a:solidFill>
                    <a:srgbClr val="1E293B"/>
                  </a:solidFill>
                  <a:effectLst/>
                  <a:latin typeface="Segoe UI Semibold"/>
                  <a:ea typeface="Segoe UI Semibold"/>
                  <a:cs typeface="Segoe UI Semibold"/>
                </a:rPr>
                <a:t>Galería de indicaciones de </a:t>
              </a:r>
              <a:r>
                <a:rPr lang="es-ES" sz="1100" b="0" i="0" strike="noStrike" cap="none" baseline="0" err="1">
                  <a:solidFill>
                    <a:srgbClr val="1E293B"/>
                  </a:solidFill>
                  <a:effectLst/>
                  <a:latin typeface="Segoe UI Semibold"/>
                  <a:ea typeface="Segoe UI Semibold"/>
                  <a:cs typeface="Segoe UI Semibold"/>
                </a:rPr>
                <a:t>Copilot</a:t>
              </a:r>
              <a:br>
                <a:rPr sz="1100"/>
              </a:br>
              <a:r>
                <a:rPr lang="es-ES" sz="1100" b="0" i="0" strike="noStrike" cap="none" baseline="0">
                  <a:gradFill>
                    <a:gsLst>
                      <a:gs pos="2917">
                        <a:srgbClr val="1E293B"/>
                      </a:gs>
                      <a:gs pos="30000">
                        <a:srgbClr val="1E293B"/>
                      </a:gs>
                    </a:gsLst>
                    <a:lin ang="5400000"/>
                    <a:tileRect l="-100000" t="-100000"/>
                  </a:gradFill>
                  <a:effectLst/>
                  <a:latin typeface="Segoe UI"/>
                  <a:ea typeface="Segoe UI"/>
                  <a:cs typeface="Segoe UI"/>
                </a:rPr>
                <a:t>Expandir las indicaciones sugeridas para ver la Galería de indicaciones completa, como las indicaciones guardadas y las indicaciones de su equipo.</a:t>
              </a:r>
              <a:endParaRPr kumimoji="0" lang="en-US" sz="1100" b="0" i="0" u="none" strike="noStrike" kern="1200" cap="none" spc="0" normalizeH="0" baseline="0" noProof="0">
                <a:ln>
                  <a:noFill/>
                </a:ln>
                <a:gradFill>
                  <a:gsLst>
                    <a:gs pos="2917">
                      <a:srgbClr val="1E293B"/>
                    </a:gs>
                    <a:gs pos="30000">
                      <a:srgbClr val="1E293B"/>
                    </a:gs>
                  </a:gsLst>
                  <a:lin ang="5400000" scaled="0"/>
                </a:gradFill>
                <a:effectLst/>
                <a:uLnTx/>
                <a:uFillTx/>
                <a:latin typeface="Segoe UI Semibold"/>
                <a:ea typeface="+mn-ea"/>
                <a:cs typeface="Segoe UI" charset="0"/>
              </a:endParaRP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74B8D1AD-FD3E-8572-C913-1B254EA57B01}"/>
                </a:ext>
              </a:extLst>
            </p:cNvPr>
            <p:cNvSpPr txBox="1"/>
            <p:nvPr/>
          </p:nvSpPr>
          <p:spPr>
            <a:xfrm>
              <a:off x="9461696" y="3382222"/>
              <a:ext cx="1746557" cy="306184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marL="0" marR="0" lvl="0" indent="0" algn="l" defTabSz="914367" rtl="0" eaLnBrk="1" fontAlgn="auto" latinLnBrk="0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  <a:defRPr/>
              </a:pPr>
              <a:r>
                <a:rPr lang="es-ES" sz="1100" b="0" i="0" strike="noStrike" cap="none" baseline="0">
                  <a:solidFill>
                    <a:srgbClr val="1E293B"/>
                  </a:solidFill>
                  <a:effectLst/>
                  <a:latin typeface="Segoe UI Semibold"/>
                  <a:ea typeface="Segoe UI Semibold"/>
                  <a:cs typeface="Segoe UI Semibold"/>
                </a:rPr>
                <a:t>Cuadro de indicaciones</a:t>
              </a:r>
            </a:p>
            <a:p>
              <a:pPr marL="0" marR="0" lvl="0" indent="0" algn="l" defTabSz="914367" rtl="0" eaLnBrk="1" fontAlgn="auto" latinLnBrk="0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  <a:defRPr/>
              </a:pPr>
              <a:r>
                <a:rPr lang="es-ES" sz="1100" b="0" i="0" strike="noStrike" cap="none" baseline="0">
                  <a:gradFill>
                    <a:gsLst>
                      <a:gs pos="2917">
                        <a:srgbClr val="1E293B"/>
                      </a:gs>
                      <a:gs pos="30000">
                        <a:srgbClr val="1E293B"/>
                      </a:gs>
                    </a:gsLst>
                    <a:lin ang="5400000"/>
                    <a:tileRect l="-100000" t="-100000"/>
                  </a:gradFill>
                  <a:effectLst/>
                  <a:latin typeface="Segoe UI"/>
                  <a:ea typeface="Segoe UI"/>
                  <a:cs typeface="Segoe UI"/>
                </a:rPr>
                <a:t>Iniciar la conversación aquí.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C5F5A301-9BC2-0E80-F810-40CF6D6DE5AE}"/>
                </a:ext>
              </a:extLst>
            </p:cNvPr>
            <p:cNvSpPr txBox="1"/>
            <p:nvPr/>
          </p:nvSpPr>
          <p:spPr>
            <a:xfrm>
              <a:off x="4498881" y="5565820"/>
              <a:ext cx="2278993" cy="459276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marL="0" marR="0" lvl="0" indent="0" algn="l" defTabSz="914367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defRPr/>
              </a:pPr>
              <a:r>
                <a:rPr lang="es-ES" sz="1100" b="0" i="0" strike="noStrike" cap="none" baseline="0">
                  <a:solidFill>
                    <a:srgbClr val="1E293B"/>
                  </a:solidFill>
                  <a:effectLst/>
                  <a:latin typeface="Segoe UI Semibold"/>
                  <a:ea typeface="Segoe UI Semibold"/>
                  <a:cs typeface="Segoe UI Semibold"/>
                </a:rPr>
                <a:t>Indicaciones sugeridas</a:t>
              </a:r>
              <a:br>
                <a:rPr sz="1100"/>
              </a:br>
              <a:r>
                <a:rPr lang="es-ES" sz="1100" b="0" i="0" strike="noStrike" cap="none" baseline="0">
                  <a:gradFill>
                    <a:gsLst>
                      <a:gs pos="2917">
                        <a:srgbClr val="1E293B"/>
                      </a:gs>
                      <a:gs pos="30000">
                        <a:srgbClr val="1E293B"/>
                      </a:gs>
                    </a:gsLst>
                    <a:lin ang="5400000"/>
                    <a:tileRect l="-100000" t="-100000"/>
                  </a:gradFill>
                  <a:effectLst/>
                  <a:latin typeface="Segoe UI"/>
                  <a:ea typeface="Segoe UI"/>
                  <a:cs typeface="Segoe UI"/>
                </a:rPr>
                <a:t>Comenzar con las sugerencias de indicaciones personalizadas.</a:t>
              </a:r>
              <a:endParaRPr kumimoji="0" lang="en-US" sz="1100" b="0" i="0" u="none" strike="noStrike" kern="1200" cap="none" spc="0" normalizeH="0" baseline="0" noProof="0">
                <a:ln>
                  <a:noFill/>
                </a:ln>
                <a:gradFill>
                  <a:gsLst>
                    <a:gs pos="2917">
                      <a:srgbClr val="1E293B"/>
                    </a:gs>
                    <a:gs pos="30000">
                      <a:srgbClr val="1E293B"/>
                    </a:gs>
                  </a:gsLst>
                  <a:lin ang="5400000" scaled="0"/>
                </a:gradFill>
                <a:effectLst/>
                <a:uLnTx/>
                <a:uFillTx/>
                <a:latin typeface="Segoe UI Semibold"/>
                <a:ea typeface="+mn-ea"/>
                <a:cs typeface="Segoe UI" charset="0"/>
              </a:endParaRP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3E6206D6-DD83-81C8-8EF2-3E4AA2870184}"/>
                </a:ext>
              </a:extLst>
            </p:cNvPr>
            <p:cNvSpPr txBox="1"/>
            <p:nvPr/>
          </p:nvSpPr>
          <p:spPr>
            <a:xfrm>
              <a:off x="409651" y="2240687"/>
              <a:ext cx="2274265" cy="765461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marL="0" marR="0" lvl="0" indent="0" algn="l" defTabSz="914367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defRPr/>
              </a:pPr>
              <a:r>
                <a:rPr lang="es-ES" sz="1100" b="0" i="0" strike="noStrike" cap="none" baseline="0">
                  <a:solidFill>
                    <a:srgbClr val="1E293B"/>
                  </a:solidFill>
                  <a:effectLst/>
                  <a:latin typeface="Segoe UI Semibold"/>
                  <a:ea typeface="Segoe UI Semibold"/>
                  <a:cs typeface="Segoe UI Semibold"/>
                </a:rPr>
                <a:t>Agentes</a:t>
              </a:r>
              <a:br>
                <a:rPr sz="1100"/>
              </a:br>
              <a:r>
                <a:rPr lang="es-ES" sz="1100" b="0" i="0" strike="noStrike" cap="none" baseline="0">
                  <a:gradFill>
                    <a:gsLst>
                      <a:gs pos="2917">
                        <a:srgbClr val="1E293B"/>
                      </a:gs>
                      <a:gs pos="30000">
                        <a:srgbClr val="1E293B"/>
                      </a:gs>
                    </a:gsLst>
                    <a:lin ang="5400000"/>
                    <a:tileRect l="-100000" t="-100000"/>
                  </a:gradFill>
                  <a:effectLst/>
                  <a:latin typeface="Segoe UI"/>
                  <a:ea typeface="Segoe UI"/>
                  <a:cs typeface="Segoe UI"/>
                </a:rPr>
                <a:t>Elegir un agente de la lista para chatear con él o expandir el menú de agentes para buscar o crear agentes.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92EBDB23-7EC3-65B9-ABC9-3D9B21559226}"/>
                </a:ext>
              </a:extLst>
            </p:cNvPr>
            <p:cNvSpPr txBox="1"/>
            <p:nvPr/>
          </p:nvSpPr>
          <p:spPr>
            <a:xfrm>
              <a:off x="409651" y="3096002"/>
              <a:ext cx="2084791" cy="306184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marL="0" marR="0" lvl="0" indent="0" algn="l" defTabSz="914367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defRPr/>
              </a:pPr>
              <a:r>
                <a:rPr lang="es-ES" sz="1100" b="0" i="0" strike="noStrike" cap="none" baseline="0">
                  <a:solidFill>
                    <a:srgbClr val="1E293B"/>
                  </a:solidFill>
                  <a:effectLst/>
                  <a:latin typeface="Segoe UI Semibold"/>
                  <a:ea typeface="Segoe UI Semibold"/>
                  <a:cs typeface="Segoe UI Semibold"/>
                </a:rPr>
                <a:t>Historial de chats</a:t>
              </a:r>
              <a:br>
                <a:rPr sz="1100"/>
              </a:br>
              <a:r>
                <a:rPr lang="es-ES" sz="1100" b="0" i="0" strike="noStrike" cap="none" baseline="0">
                  <a:gradFill>
                    <a:gsLst>
                      <a:gs pos="2917">
                        <a:srgbClr val="1E293B"/>
                      </a:gs>
                      <a:gs pos="30000">
                        <a:srgbClr val="1E293B"/>
                      </a:gs>
                    </a:gsLst>
                    <a:lin ang="5400000"/>
                    <a:tileRect l="-100000" t="-100000"/>
                  </a:gradFill>
                  <a:effectLst/>
                  <a:latin typeface="Segoe UI"/>
                  <a:ea typeface="Segoe UI"/>
                  <a:cs typeface="Segoe UI"/>
                </a:rPr>
                <a:t>Ver las conversaciones anteriores.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8E47DD8B-7B3F-1C8F-B1A8-F098FA40F08F}"/>
                </a:ext>
              </a:extLst>
            </p:cNvPr>
            <p:cNvSpPr txBox="1"/>
            <p:nvPr/>
          </p:nvSpPr>
          <p:spPr>
            <a:xfrm>
              <a:off x="409652" y="4811397"/>
              <a:ext cx="2084790" cy="612368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lvl="0">
                <a:spcAft>
                  <a:spcPts val="600"/>
                </a:spcAft>
                <a:defRPr/>
              </a:pPr>
              <a:r>
                <a:rPr lang="es-ES" sz="1100" b="0" i="0" strike="noStrike" cap="none" baseline="0">
                  <a:solidFill>
                    <a:srgbClr val="1E293B"/>
                  </a:solidFill>
                  <a:effectLst/>
                  <a:latin typeface="Segoe UI Semibold"/>
                  <a:ea typeface="Segoe UI Semibold"/>
                  <a:cs typeface="Segoe UI Semibold"/>
                </a:rPr>
                <a:t>Agregar contenido</a:t>
              </a:r>
              <a:br>
                <a:rPr sz="1100"/>
              </a:br>
              <a:r>
                <a:rPr lang="es-ES" sz="1100" b="0" i="0" strike="noStrike" cap="none" baseline="0">
                  <a:gradFill>
                    <a:gsLst>
                      <a:gs pos="2917">
                        <a:srgbClr val="1E293B"/>
                      </a:gs>
                      <a:gs pos="30000">
                        <a:srgbClr val="1E293B"/>
                      </a:gs>
                    </a:gsLst>
                    <a:lin ang="5400000"/>
                    <a:tileRect l="-100000" t="-100000"/>
                  </a:gradFill>
                  <a:effectLst/>
                  <a:latin typeface="Segoe UI"/>
                  <a:ea typeface="Segoe UI"/>
                  <a:cs typeface="Segoe UI"/>
                </a:rPr>
                <a:t>Expándelo para añadir archivos </a:t>
              </a:r>
              <a:br>
                <a:rPr lang="es-ES" sz="1100" b="0" i="0" strike="noStrike" cap="none" baseline="0">
                  <a:gradFill>
                    <a:gsLst>
                      <a:gs pos="2917">
                        <a:srgbClr val="1E293B"/>
                      </a:gs>
                      <a:gs pos="30000">
                        <a:srgbClr val="1E293B"/>
                      </a:gs>
                    </a:gsLst>
                    <a:lin ang="5400000"/>
                    <a:tileRect l="-100000" t="-100000"/>
                  </a:gradFill>
                  <a:effectLst/>
                  <a:latin typeface="Segoe UI"/>
                  <a:ea typeface="Segoe UI"/>
                  <a:cs typeface="Segoe UI"/>
                </a:rPr>
              </a:br>
              <a:r>
                <a:rPr lang="es-ES" sz="1100" b="0" i="0" strike="noStrike" cap="none" baseline="0">
                  <a:gradFill>
                    <a:gsLst>
                      <a:gs pos="2917">
                        <a:srgbClr val="1E293B"/>
                      </a:gs>
                      <a:gs pos="30000">
                        <a:srgbClr val="1E293B"/>
                      </a:gs>
                    </a:gsLst>
                    <a:lin ang="5400000"/>
                    <a:tileRect l="-100000" t="-100000"/>
                  </a:gradFill>
                  <a:effectLst/>
                  <a:latin typeface="Segoe UI"/>
                  <a:ea typeface="Segoe UI"/>
                  <a:cs typeface="Segoe UI"/>
                </a:rPr>
                <a:t>o imágenes de referencia a la indicación de </a:t>
              </a:r>
              <a:r>
                <a:rPr lang="es-ES" sz="1100" b="0" i="0" strike="noStrike" cap="none" baseline="0" err="1">
                  <a:gradFill>
                    <a:gsLst>
                      <a:gs pos="2917">
                        <a:srgbClr val="1E293B"/>
                      </a:gs>
                      <a:gs pos="30000">
                        <a:srgbClr val="1E293B"/>
                      </a:gs>
                    </a:gsLst>
                    <a:lin ang="5400000"/>
                    <a:tileRect l="-100000" t="-100000"/>
                  </a:gradFill>
                  <a:effectLst/>
                  <a:latin typeface="Segoe UI"/>
                  <a:ea typeface="Segoe UI"/>
                  <a:cs typeface="Segoe UI"/>
                </a:rPr>
                <a:t>Copilot</a:t>
              </a:r>
              <a:r>
                <a:rPr lang="es-ES" sz="1100" b="0" i="0" strike="noStrike" cap="none" baseline="0">
                  <a:gradFill>
                    <a:gsLst>
                      <a:gs pos="2917">
                        <a:srgbClr val="1E293B"/>
                      </a:gs>
                      <a:gs pos="30000">
                        <a:srgbClr val="1E293B"/>
                      </a:gs>
                    </a:gsLst>
                    <a:lin ang="5400000"/>
                    <a:tileRect l="-100000" t="-100000"/>
                  </a:gradFill>
                  <a:effectLst/>
                  <a:latin typeface="Segoe UI"/>
                  <a:ea typeface="Segoe UI"/>
                  <a:cs typeface="Segoe UI"/>
                </a:rPr>
                <a:t>.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2C2C3201-6958-6AB7-865F-CE0BE7B7D113}"/>
                </a:ext>
              </a:extLst>
            </p:cNvPr>
            <p:cNvSpPr txBox="1"/>
            <p:nvPr/>
          </p:nvSpPr>
          <p:spPr>
            <a:xfrm>
              <a:off x="9462905" y="4438335"/>
              <a:ext cx="2003195" cy="612368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marL="0" marR="0" lvl="0" indent="0" algn="l" defTabSz="914367" rtl="0" eaLnBrk="1" fontAlgn="auto" latinLnBrk="0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  <a:defRPr/>
              </a:pPr>
              <a:r>
                <a:rPr lang="es-ES" sz="1100" b="0" i="0" strike="noStrike" cap="none" baseline="0">
                  <a:solidFill>
                    <a:srgbClr val="1E293B"/>
                  </a:solidFill>
                  <a:effectLst/>
                  <a:latin typeface="Segoe UI Semibold"/>
                  <a:ea typeface="Segoe UI Semibold"/>
                  <a:cs typeface="Segoe UI Semibold"/>
                </a:rPr>
                <a:t>Dictado</a:t>
              </a:r>
              <a:endParaRPr kumimoji="0" lang="en-US" sz="1100" b="0" i="0" u="none" strike="noStrike" kern="1200" cap="none" spc="0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Segoe UI Semibold"/>
                <a:ea typeface="+mn-ea"/>
                <a:cs typeface="Segoe UI Semibold" charset="0"/>
              </a:endParaRPr>
            </a:p>
            <a:p>
              <a:pPr marL="0" marR="0" lvl="0" indent="0" algn="l" defTabSz="914367" rtl="0" eaLnBrk="1" fontAlgn="auto" latinLnBrk="0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  <a:defRPr/>
              </a:pPr>
              <a:r>
                <a:rPr lang="es-ES" sz="1100" b="0" i="0" strike="noStrike" cap="none" baseline="0">
                  <a:solidFill>
                    <a:srgbClr val="1E293B"/>
                  </a:solidFill>
                  <a:effectLst/>
                  <a:latin typeface="Segoe UI"/>
                  <a:ea typeface="Segoe UI"/>
                  <a:cs typeface="Segoe UI"/>
                </a:rPr>
                <a:t>Usa el dictado si prefieres hablar en lugar de escribir </a:t>
              </a:r>
              <a:br>
                <a:rPr lang="es-ES" sz="1100" b="0" i="0" strike="noStrike" cap="none" baseline="0">
                  <a:solidFill>
                    <a:srgbClr val="1E293B"/>
                  </a:solidFill>
                  <a:effectLst/>
                  <a:latin typeface="Segoe UI"/>
                  <a:ea typeface="Segoe UI"/>
                  <a:cs typeface="Segoe UI"/>
                </a:rPr>
              </a:br>
              <a:r>
                <a:rPr lang="es-ES" sz="1100" b="0" i="0" strike="noStrike" cap="none" baseline="0">
                  <a:solidFill>
                    <a:srgbClr val="1E293B"/>
                  </a:solidFill>
                  <a:effectLst/>
                  <a:latin typeface="Segoe UI"/>
                  <a:ea typeface="Segoe UI"/>
                  <a:cs typeface="Segoe UI"/>
                </a:rPr>
                <a:t>al chatear con </a:t>
              </a:r>
              <a:r>
                <a:rPr lang="es-ES" sz="1100" b="0" i="0" strike="noStrike" cap="none" baseline="0" err="1">
                  <a:solidFill>
                    <a:srgbClr val="1E293B"/>
                  </a:solidFill>
                  <a:effectLst/>
                  <a:latin typeface="Segoe UI"/>
                  <a:ea typeface="Segoe UI"/>
                  <a:cs typeface="Segoe UI"/>
                </a:rPr>
                <a:t>Copilot</a:t>
              </a:r>
              <a:r>
                <a:rPr lang="es-ES" sz="1100" b="0" i="0" strike="noStrike" cap="none" baseline="0">
                  <a:solidFill>
                    <a:srgbClr val="1E293B"/>
                  </a:solidFill>
                  <a:effectLst/>
                  <a:latin typeface="Segoe UI"/>
                  <a:ea typeface="Segoe UI"/>
                  <a:cs typeface="Segoe UI"/>
                </a:rPr>
                <a:t>.</a:t>
              </a:r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4CC5F7C3-EEFB-83C7-4AC8-696EDDE2D20B}"/>
              </a:ext>
            </a:extLst>
          </p:cNvPr>
          <p:cNvSpPr txBox="1"/>
          <p:nvPr/>
        </p:nvSpPr>
        <p:spPr>
          <a:xfrm>
            <a:off x="661788" y="3215199"/>
            <a:ext cx="2084791" cy="50783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l" defTabSz="914367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defRPr/>
            </a:pPr>
            <a:r>
              <a:rPr lang="es-ES" sz="1100" b="0" i="0" strike="noStrike" cap="none" baseline="0">
                <a:solidFill>
                  <a:srgbClr val="1E293B"/>
                </a:solidFill>
                <a:effectLst/>
                <a:latin typeface="Segoe UI Semibold"/>
                <a:ea typeface="Segoe UI Semibold"/>
                <a:cs typeface="Segoe UI Semibold"/>
              </a:rPr>
              <a:t>Páginas de </a:t>
            </a:r>
            <a:r>
              <a:rPr lang="es-ES" sz="1100" b="0" i="0" strike="noStrike" cap="none" baseline="0" err="1">
                <a:solidFill>
                  <a:srgbClr val="1E293B"/>
                </a:solidFill>
                <a:effectLst/>
                <a:latin typeface="Segoe UI Semibold"/>
                <a:ea typeface="Segoe UI Semibold"/>
                <a:cs typeface="Segoe UI Semibold"/>
              </a:rPr>
              <a:t>Copilot</a:t>
            </a:r>
            <a:r>
              <a:rPr lang="es-ES" sz="1100" b="0" i="0" strike="noStrike" cap="none" baseline="0">
                <a:solidFill>
                  <a:srgbClr val="1E293B"/>
                </a:solidFill>
                <a:effectLst/>
                <a:latin typeface="Segoe UI Semibold"/>
                <a:ea typeface="Segoe UI Semibold"/>
                <a:cs typeface="Segoe UI Semibold"/>
              </a:rPr>
              <a:t> Chat</a:t>
            </a:r>
            <a:br>
              <a:rPr sz="1100" dirty="0"/>
            </a:br>
            <a:r>
              <a:rPr lang="es-ES" sz="1100" b="0" i="0" strike="noStrike" cap="none" baseline="0">
                <a:gradFill>
                  <a:gsLst>
                    <a:gs pos="2917">
                      <a:srgbClr val="1E293B"/>
                    </a:gs>
                    <a:gs pos="30000">
                      <a:srgbClr val="1E293B"/>
                    </a:gs>
                  </a:gsLst>
                  <a:lin ang="5400000"/>
                  <a:tileRect l="-100000" t="-100000"/>
                </a:gradFill>
                <a:effectLst/>
                <a:latin typeface="Segoe UI"/>
                <a:ea typeface="Segoe UI"/>
                <a:cs typeface="Segoe UI"/>
              </a:rPr>
              <a:t>Consulta las páginas que has creado.</a:t>
            </a:r>
          </a:p>
        </p:txBody>
      </p:sp>
    </p:spTree>
    <p:extLst>
      <p:ext uri="{BB962C8B-B14F-4D97-AF65-F5344CB8AC3E}">
        <p14:creationId xmlns:p14="http://schemas.microsoft.com/office/powerpoint/2010/main" val="136650873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 t="-39000" b="-39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B026D47-943D-0BE6-77DC-55570E95E9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agen ilustrativa relacionada con Laboratorio: Primeros pasos con Microsoft 365 Copilot Chat">
            <a:extLst>
              <a:ext uri="{FF2B5EF4-FFF2-40B4-BE49-F238E27FC236}">
                <a16:creationId xmlns:a16="http://schemas.microsoft.com/office/drawing/2014/main" id="{285D6108-E8E5-6AF3-F4EF-E0ECB127F2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5360" y="670560"/>
            <a:ext cx="548640" cy="54864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75B8D716-C146-288D-E33A-6162A5CDF56F}"/>
              </a:ext>
            </a:extLst>
          </p:cNvPr>
          <p:cNvSpPr/>
          <p:nvPr/>
        </p:nvSpPr>
        <p:spPr>
          <a:xfrm>
            <a:off x="1767840" y="609600"/>
            <a:ext cx="944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rgbClr val="7C3AED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Laboratorio: </a:t>
            </a:r>
            <a:r>
              <a:rPr lang="es-ES" sz="3200" b="1" dirty="0">
                <a:solidFill>
                  <a:srgbClr val="7C3AED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Primeros pasos con Microsoft 365 </a:t>
            </a:r>
            <a:r>
              <a:rPr lang="es-ES" sz="3200" b="1" dirty="0" err="1">
                <a:solidFill>
                  <a:srgbClr val="7C3AED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Copilot</a:t>
            </a:r>
            <a:r>
              <a:rPr lang="es-ES" sz="3200" b="1" dirty="0">
                <a:solidFill>
                  <a:srgbClr val="7C3AED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Chat</a:t>
            </a:r>
            <a:endParaRPr lang="en-US" sz="3200" dirty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682460D6-AE43-FB10-EAF3-DAF711339515}"/>
              </a:ext>
            </a:extLst>
          </p:cNvPr>
          <p:cNvSpPr/>
          <p:nvPr/>
        </p:nvSpPr>
        <p:spPr>
          <a:xfrm>
            <a:off x="975360" y="1584960"/>
            <a:ext cx="10241280" cy="463296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400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E1A89A68-C845-31FF-D785-75AC984FA2CD}"/>
              </a:ext>
            </a:extLst>
          </p:cNvPr>
          <p:cNvSpPr/>
          <p:nvPr/>
        </p:nvSpPr>
        <p:spPr>
          <a:xfrm>
            <a:off x="1463040" y="1950720"/>
            <a:ext cx="9753600" cy="390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spcAft>
                <a:spcPts val="1600"/>
              </a:spcAft>
            </a:pPr>
            <a:r>
              <a:rPr lang="es-ES" sz="20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Imagina que tu manager te ha pedido que lideres la planificación de una próxima Cumbre de Innovación para Clientes. Utilizarás el chat de Microsoft 365 </a:t>
            </a:r>
            <a:r>
              <a:rPr lang="es-ES" sz="2000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Copilot</a:t>
            </a:r>
            <a:r>
              <a:rPr lang="es-ES" sz="20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 para recopilar información, generar ideas, visualizar el cronograma, redactar un documento de planificación, resumirlo y colaborar con tus compañeros de trabajo.</a:t>
            </a:r>
          </a:p>
          <a:p>
            <a:pPr>
              <a:spcAft>
                <a:spcPts val="1600"/>
              </a:spcAft>
            </a:pPr>
            <a:r>
              <a:rPr lang="es-ES" sz="2000" dirty="0">
                <a:solidFill>
                  <a:srgbClr val="334155"/>
                </a:solidFill>
                <a:latin typeface="Segoe UI Semibold" panose="020B0702040204020203" pitchFamily="34" charset="0"/>
                <a:ea typeface="Segoe UI" pitchFamily="34" charset="-122"/>
                <a:cs typeface="Segoe UI Semibold" panose="020B0702040204020203" pitchFamily="34" charset="0"/>
              </a:rPr>
              <a:t>Tiempo estimado: </a:t>
            </a:r>
            <a:r>
              <a:rPr lang="es-ES" sz="20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30 minutos</a:t>
            </a:r>
          </a:p>
          <a:p>
            <a:pPr>
              <a:spcAft>
                <a:spcPts val="1600"/>
              </a:spcAft>
            </a:pPr>
            <a:endParaRPr lang="es-ES" sz="2000" dirty="0">
              <a:solidFill>
                <a:srgbClr val="334155"/>
              </a:solidFill>
              <a:latin typeface="Segoe UI Semibold" panose="020B0702040204020203" pitchFamily="34" charset="0"/>
              <a:ea typeface="Segoe UI" pitchFamily="34" charset="-122"/>
              <a:cs typeface="Segoe UI Semibold" panose="020B0702040204020203" pitchFamily="34" charset="0"/>
            </a:endParaRPr>
          </a:p>
          <a:p>
            <a:pPr>
              <a:spcAft>
                <a:spcPts val="1600"/>
              </a:spcAft>
            </a:pPr>
            <a:r>
              <a:rPr lang="es-ES" sz="20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Sigue el ejercicio en:</a:t>
            </a:r>
          </a:p>
          <a:p>
            <a:pPr>
              <a:spcAft>
                <a:spcPts val="1600"/>
              </a:spcAft>
            </a:pPr>
            <a:r>
              <a:rPr lang="es-ES" sz="2000" dirty="0">
                <a:solidFill>
                  <a:srgbClr val="334155"/>
                </a:solidFill>
                <a:latin typeface="Segoe UI Semibold" panose="020B0702040204020203" pitchFamily="34" charset="0"/>
                <a:ea typeface="Segoe UI" pitchFamily="34" charset="-122"/>
                <a:cs typeface="Segoe UI Semibold" panose="020B0702040204020203" pitchFamily="34" charset="0"/>
                <a:hlinkClick r:id="rId5"/>
              </a:rPr>
              <a:t>Primeros pasos con Microsoft 365 </a:t>
            </a:r>
            <a:r>
              <a:rPr lang="es-ES" sz="2000" dirty="0" err="1">
                <a:solidFill>
                  <a:srgbClr val="334155"/>
                </a:solidFill>
                <a:latin typeface="Segoe UI Semibold" panose="020B0702040204020203" pitchFamily="34" charset="0"/>
                <a:ea typeface="Segoe UI" pitchFamily="34" charset="-122"/>
                <a:cs typeface="Segoe UI Semibold" panose="020B0702040204020203" pitchFamily="34" charset="0"/>
                <a:hlinkClick r:id="rId5"/>
              </a:rPr>
              <a:t>Copilot</a:t>
            </a:r>
            <a:r>
              <a:rPr lang="es-ES" sz="2000" dirty="0">
                <a:solidFill>
                  <a:srgbClr val="334155"/>
                </a:solidFill>
                <a:latin typeface="Segoe UI Semibold" panose="020B0702040204020203" pitchFamily="34" charset="0"/>
                <a:ea typeface="Segoe UI" pitchFamily="34" charset="-122"/>
                <a:cs typeface="Segoe UI Semibold" panose="020B0702040204020203" pitchFamily="34" charset="0"/>
                <a:hlinkClick r:id="rId5"/>
              </a:rPr>
              <a:t> Chat</a:t>
            </a:r>
            <a:r>
              <a:rPr lang="es-ES" sz="2000" dirty="0">
                <a:solidFill>
                  <a:srgbClr val="334155"/>
                </a:solidFill>
                <a:latin typeface="Segoe UI Semibold" panose="020B0702040204020203" pitchFamily="34" charset="0"/>
                <a:ea typeface="Segoe UI" pitchFamily="34" charset="-122"/>
                <a:cs typeface="Segoe UI Semibold" panose="020B0702040204020203" pitchFamily="34" charset="0"/>
              </a:rPr>
              <a:t> </a:t>
            </a:r>
            <a:endParaRPr lang="es-ES" sz="2000" dirty="0">
              <a:solidFill>
                <a:srgbClr val="334155"/>
              </a:solidFill>
              <a:latin typeface="Segoe UI" panose="020B0502040204020203" pitchFamily="34" charset="0"/>
              <a:ea typeface="Segoe UI" pitchFamily="34" charset="-122"/>
              <a:cs typeface="Segoe UI" panose="020B0502040204020203" pitchFamily="34" charset="0"/>
            </a:endParaRPr>
          </a:p>
        </p:txBody>
      </p:sp>
      <p:pic>
        <p:nvPicPr>
          <p:cNvPr id="6" name="Image 0" descr="Imagen ilustrativa relacionada con Laboratorio: Primeros pasos con Microsoft 365 Copilot Chat">
            <a:extLst>
              <a:ext uri="{FF2B5EF4-FFF2-40B4-BE49-F238E27FC236}">
                <a16:creationId xmlns:a16="http://schemas.microsoft.com/office/drawing/2014/main" id="{4A6A433E-44E9-1173-1992-E41F1041641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945497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gradFill>
            <a:gsLst>
              <a:gs pos="0">
                <a:srgbClr val="0D9488"/>
              </a:gs>
              <a:gs pos="50000">
                <a:srgbClr val="3B82F6"/>
              </a:gs>
              <a:gs pos="100000">
                <a:srgbClr val="7C3AED"/>
              </a:gs>
            </a:gsLst>
            <a:lin ang="0" scaled="1"/>
          </a:gra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3" name="Title"/>
          <p:cNvSpPr/>
          <p:nvPr/>
        </p:nvSpPr>
        <p:spPr>
          <a:xfrm>
            <a:off x="975360" y="380000"/>
            <a:ext cx="10241280" cy="72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lang="es-ES" sz="3200" b="1" dirty="0">
                <a:solidFill>
                  <a:srgbClr val="1E293B"/>
                </a:solidFill>
                <a:latin typeface="Segoe UI Semibold"/>
                <a:cs typeface="Segoe UI Semibold"/>
              </a:rPr>
              <a:t>Capacidades exclusivas </a:t>
            </a:r>
            <a:r>
              <a:rPr lang="es-ES" sz="3200" b="1" dirty="0" err="1">
                <a:latin typeface="Segoe UI Semibold"/>
                <a:cs typeface="Segoe UI Semibold"/>
              </a:rPr>
              <a:t>Copilot</a:t>
            </a:r>
            <a:r>
              <a:rPr lang="es-ES" sz="3200" b="1" dirty="0">
                <a:latin typeface="Segoe UI Semibold"/>
                <a:cs typeface="Segoe UI Semibold"/>
              </a:rPr>
              <a:t> Chat </a:t>
            </a:r>
            <a:r>
              <a:rPr lang="es-ES" sz="3200" b="1" dirty="0">
                <a:gradFill>
                  <a:gsLst>
                    <a:gs pos="0">
                      <a:srgbClr val="3B82F6"/>
                    </a:gs>
                    <a:gs pos="100000">
                      <a:srgbClr val="7C3AED"/>
                    </a:gs>
                  </a:gsLst>
                  <a:lin ang="0" scaled="1"/>
                </a:gradFill>
                <a:latin typeface="Segoe UI Semibold"/>
                <a:cs typeface="Segoe UI Semibold"/>
              </a:rPr>
              <a:t>premium</a:t>
            </a:r>
          </a:p>
        </p:txBody>
      </p:sp>
      <p:sp>
        <p:nvSpPr>
          <p:cNvPr id="4" name="Description"/>
          <p:cNvSpPr/>
          <p:nvPr/>
        </p:nvSpPr>
        <p:spPr>
          <a:xfrm>
            <a:off x="1500000" y="1130844"/>
            <a:ext cx="9192000" cy="90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lang="es-ES" sz="1600">
                <a:solidFill>
                  <a:srgbClr val="475569"/>
                </a:solidFill>
                <a:latin typeface="Segoe UI"/>
                <a:cs typeface="Segoe UI"/>
              </a:rPr>
              <a:t>Funcionalidades reservadas a los usuarios con licencia Microsoft 365 Copilot: agentes avanzados sin pago por uso y Work mode fundamentado en los datos de tu organización.</a:t>
            </a:r>
          </a:p>
        </p:txBody>
      </p:sp>
      <p:sp>
        <p:nvSpPr>
          <p:cNvPr id="10" name="BasicCard"/>
          <p:cNvSpPr/>
          <p:nvPr/>
        </p:nvSpPr>
        <p:spPr>
          <a:xfrm>
            <a:off x="986553" y="2165583"/>
            <a:ext cx="4970000" cy="33000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9050">
            <a:solidFill>
              <a:srgbClr val="0D9488"/>
            </a:solidFill>
          </a:ln>
          <a:effectLst>
            <a:outerShdw blurRad="60000" dist="150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1" name="BasicBadge"/>
          <p:cNvSpPr/>
          <p:nvPr/>
        </p:nvSpPr>
        <p:spPr>
          <a:xfrm>
            <a:off x="1186553" y="2285583"/>
            <a:ext cx="4570000" cy="500000"/>
          </a:xfrm>
          <a:prstGeom prst="roundRect">
            <a:avLst>
              <a:gd name="adj" fmla="val 20000"/>
            </a:avLst>
          </a:prstGeom>
          <a:gradFill>
            <a:gsLst>
              <a:gs pos="0">
                <a:srgbClr val="0D9488"/>
              </a:gs>
              <a:gs pos="100000">
                <a:srgbClr val="14A8BC"/>
              </a:gs>
            </a:gsLst>
            <a:lin ang="0" scaled="1"/>
          </a:gra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s-ES" sz="1800" b="1" dirty="0">
                <a:solidFill>
                  <a:srgbClr val="FFFFFF"/>
                </a:solidFill>
                <a:latin typeface="Segoe UI Semibold"/>
                <a:cs typeface="Segoe UI Semibold"/>
              </a:rPr>
              <a:t>Agentes</a:t>
            </a:r>
          </a:p>
        </p:txBody>
      </p:sp>
      <p:sp>
        <p:nvSpPr>
          <p:cNvPr id="12" name="BasicList"/>
          <p:cNvSpPr/>
          <p:nvPr/>
        </p:nvSpPr>
        <p:spPr>
          <a:xfrm>
            <a:off x="1286553" y="2915583"/>
            <a:ext cx="4370000" cy="245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228600" indent="-228600">
              <a:lnSpc>
                <a:spcPct val="135000"/>
              </a:lnSpc>
              <a:buFont typeface="Arial"/>
              <a:buChar char="•"/>
            </a:pPr>
            <a:r>
              <a:rPr lang="es-ES" sz="1500" dirty="0">
                <a:solidFill>
                  <a:srgbClr val="109C9C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Asistentes especializados </a:t>
            </a:r>
            <a:r>
              <a:rPr lang="es-ES" sz="1500" dirty="0">
                <a:latin typeface="Segoe UI" panose="020B0502040204020203" pitchFamily="34" charset="0"/>
                <a:cs typeface="Segoe UI" panose="020B0502040204020203" pitchFamily="34" charset="0"/>
              </a:rPr>
              <a:t>que combinan el LLM con instrucciones, conocimiento y acciones para resolver tareas concretas dentro de </a:t>
            </a:r>
            <a:r>
              <a:rPr lang="es-ES" sz="1500" dirty="0" err="1">
                <a:latin typeface="Segoe UI" panose="020B0502040204020203" pitchFamily="34" charset="0"/>
                <a:cs typeface="Segoe UI" panose="020B0502040204020203" pitchFamily="34" charset="0"/>
              </a:rPr>
              <a:t>Copilot</a:t>
            </a:r>
            <a:r>
              <a:rPr lang="es-ES" sz="1500" dirty="0">
                <a:latin typeface="Segoe UI" panose="020B0502040204020203" pitchFamily="34" charset="0"/>
                <a:cs typeface="Segoe UI" panose="020B0502040204020203" pitchFamily="34" charset="0"/>
              </a:rPr>
              <a:t> Chat.</a:t>
            </a:r>
            <a:endParaRPr lang="es-ES" sz="1500" b="1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228600" indent="-228600">
              <a:lnSpc>
                <a:spcPct val="150000"/>
              </a:lnSpc>
              <a:buFont typeface="Arial"/>
              <a:buChar char="•"/>
            </a:pPr>
            <a:r>
              <a:rPr lang="es-ES" sz="1500" dirty="0">
                <a:latin typeface="Segoe UI Semibold" panose="020B0702040204020203" pitchFamily="34" charset="0"/>
                <a:cs typeface="Segoe UI Semibold" panose="020B0702040204020203" pitchFamily="34" charset="0"/>
              </a:rPr>
              <a:t>Marketplace</a:t>
            </a:r>
            <a:r>
              <a:rPr lang="es-ES" sz="1500" dirty="0">
                <a:latin typeface="Segoe UI" panose="020B0502040204020203" pitchFamily="34" charset="0"/>
                <a:cs typeface="Segoe UI" panose="020B0502040204020203" pitchFamily="34" charset="0"/>
              </a:rPr>
              <a:t> de agentes de Microsoft</a:t>
            </a:r>
          </a:p>
          <a:p>
            <a:pPr marL="228600" indent="-228600">
              <a:lnSpc>
                <a:spcPct val="150000"/>
              </a:lnSpc>
              <a:buFont typeface="Arial"/>
              <a:buChar char="•"/>
            </a:pPr>
            <a:r>
              <a:rPr lang="es-ES" sz="1500" dirty="0">
                <a:latin typeface="Segoe UI Semibold" panose="020B0702040204020203" pitchFamily="34" charset="0"/>
                <a:cs typeface="Segoe UI Semibold" panose="020B0702040204020203" pitchFamily="34" charset="0"/>
              </a:rPr>
              <a:t>Agentes propios </a:t>
            </a:r>
            <a:r>
              <a:rPr lang="es-ES" sz="1500" dirty="0">
                <a:latin typeface="Segoe UI" panose="020B0502040204020203" pitchFamily="34" charset="0"/>
                <a:cs typeface="Segoe UI" panose="020B0502040204020203" pitchFamily="34" charset="0"/>
              </a:rPr>
              <a:t>creados con </a:t>
            </a:r>
            <a:r>
              <a:rPr lang="es-ES" sz="1500" dirty="0" err="1">
                <a:latin typeface="Segoe UI" panose="020B0502040204020203" pitchFamily="34" charset="0"/>
                <a:cs typeface="Segoe UI" panose="020B0502040204020203" pitchFamily="34" charset="0"/>
              </a:rPr>
              <a:t>Copilot</a:t>
            </a:r>
            <a:r>
              <a:rPr lang="es-ES" sz="1500" dirty="0">
                <a:latin typeface="Segoe UI" panose="020B0502040204020203" pitchFamily="34" charset="0"/>
                <a:cs typeface="Segoe UI" panose="020B0502040204020203" pitchFamily="34" charset="0"/>
              </a:rPr>
              <a:t> Studio</a:t>
            </a:r>
          </a:p>
          <a:p>
            <a:pPr marL="228600" indent="-228600">
              <a:lnSpc>
                <a:spcPct val="150000"/>
              </a:lnSpc>
              <a:buFont typeface="Arial"/>
              <a:buChar char="•"/>
            </a:pPr>
            <a:r>
              <a:rPr lang="es-ES" sz="1500" dirty="0">
                <a:latin typeface="Segoe UI Semibold" panose="020B0702040204020203" pitchFamily="34" charset="0"/>
                <a:cs typeface="Segoe UI Semibold" panose="020B0702040204020203" pitchFamily="34" charset="0"/>
              </a:rPr>
              <a:t>Agentes corporativos </a:t>
            </a:r>
            <a:r>
              <a:rPr lang="es-ES" sz="1500" dirty="0">
                <a:latin typeface="Segoe UI" panose="020B0502040204020203" pitchFamily="34" charset="0"/>
                <a:cs typeface="Segoe UI" panose="020B0502040204020203" pitchFamily="34" charset="0"/>
              </a:rPr>
              <a:t>publicados por TI</a:t>
            </a:r>
          </a:p>
        </p:txBody>
      </p:sp>
      <p:sp>
        <p:nvSpPr>
          <p:cNvPr id="20" name="LicensedCard"/>
          <p:cNvSpPr/>
          <p:nvPr/>
        </p:nvSpPr>
        <p:spPr>
          <a:xfrm>
            <a:off x="6257833" y="2165583"/>
            <a:ext cx="4970000" cy="33000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9050">
            <a:solidFill>
              <a:srgbClr val="7C3AED"/>
            </a:solidFill>
          </a:ln>
          <a:effectLst>
            <a:outerShdw blurRad="60000" dist="150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1" name="LicensedBadge"/>
          <p:cNvSpPr/>
          <p:nvPr/>
        </p:nvSpPr>
        <p:spPr>
          <a:xfrm>
            <a:off x="6457833" y="2285583"/>
            <a:ext cx="4570000" cy="500000"/>
          </a:xfrm>
          <a:prstGeom prst="roundRect">
            <a:avLst>
              <a:gd name="adj" fmla="val 20000"/>
            </a:avLst>
          </a:prstGeom>
          <a:gradFill>
            <a:gsLst>
              <a:gs pos="0">
                <a:srgbClr val="3B82F6"/>
              </a:gs>
              <a:gs pos="100000">
                <a:srgbClr val="7C3AED"/>
              </a:gs>
            </a:gsLst>
            <a:lin ang="0" scaled="1"/>
          </a:gra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s-ES" sz="1800" b="1">
                <a:solidFill>
                  <a:srgbClr val="FFFFFF"/>
                </a:solidFill>
                <a:latin typeface="Segoe UI Semibold"/>
                <a:cs typeface="Segoe UI Semibold"/>
              </a:rPr>
              <a:t>Work mode</a:t>
            </a:r>
          </a:p>
        </p:txBody>
      </p:sp>
      <p:sp>
        <p:nvSpPr>
          <p:cNvPr id="22" name="LicensedList"/>
          <p:cNvSpPr/>
          <p:nvPr/>
        </p:nvSpPr>
        <p:spPr>
          <a:xfrm>
            <a:off x="6557833" y="2915583"/>
            <a:ext cx="4370000" cy="2342424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228600" indent="-228600">
              <a:lnSpc>
                <a:spcPct val="135000"/>
              </a:lnSpc>
              <a:buFont typeface="Arial"/>
              <a:buChar char="•"/>
            </a:pPr>
            <a:r>
              <a:rPr lang="es-ES" sz="1500" dirty="0">
                <a:solidFill>
                  <a:srgbClr val="1E293B"/>
                </a:solidFill>
                <a:latin typeface="Segoe UI"/>
              </a:rPr>
              <a:t>Chat fundamentado en los datos de tu </a:t>
            </a:r>
            <a:r>
              <a:rPr lang="es-ES" sz="1500" b="1" dirty="0">
                <a:solidFill>
                  <a:srgbClr val="7C3AED"/>
                </a:solidFill>
                <a:latin typeface="Segoe UI Semibold"/>
              </a:rPr>
              <a:t>organización</a:t>
            </a:r>
            <a:endParaRPr lang="es-ES" sz="1500" dirty="0">
              <a:solidFill>
                <a:srgbClr val="1E293B"/>
              </a:solidFill>
              <a:latin typeface="Segoe UI"/>
            </a:endParaRPr>
          </a:p>
          <a:p>
            <a:pPr marL="228600" indent="-228600">
              <a:lnSpc>
                <a:spcPct val="135000"/>
              </a:lnSpc>
              <a:buFont typeface="Arial"/>
              <a:buChar char="•"/>
            </a:pPr>
            <a:r>
              <a:rPr lang="es-ES" sz="1500" dirty="0">
                <a:solidFill>
                  <a:srgbClr val="1E293B"/>
                </a:solidFill>
                <a:latin typeface="Segoe UI"/>
              </a:rPr>
              <a:t>Acceso a correos, archivos, chats y reuniones vía </a:t>
            </a:r>
            <a:r>
              <a:rPr lang="es-ES" sz="1500" b="1" dirty="0">
                <a:solidFill>
                  <a:srgbClr val="1E293B"/>
                </a:solidFill>
                <a:latin typeface="Segoe UI Semibold"/>
              </a:rPr>
              <a:t>Microsoft Graph</a:t>
            </a:r>
          </a:p>
          <a:p>
            <a:pPr marL="228600" indent="-228600">
              <a:lnSpc>
                <a:spcPct val="135000"/>
              </a:lnSpc>
              <a:buFont typeface="Arial"/>
              <a:buChar char="•"/>
            </a:pPr>
            <a:r>
              <a:rPr lang="es-ES" sz="1500" b="1" dirty="0">
                <a:solidFill>
                  <a:srgbClr val="1E293B"/>
                </a:solidFill>
                <a:latin typeface="Segoe UI Semibold"/>
              </a:rPr>
              <a:t>Cuadernos </a:t>
            </a:r>
            <a:r>
              <a:rPr lang="es-ES" sz="1500" b="1">
                <a:solidFill>
                  <a:srgbClr val="1E293B"/>
                </a:solidFill>
                <a:latin typeface="Segoe UI Semibold"/>
              </a:rPr>
              <a:t>(Notebooks) </a:t>
            </a:r>
            <a:r>
              <a:rPr lang="es-ES" sz="1500" b="1" dirty="0">
                <a:solidFill>
                  <a:srgbClr val="1E293B"/>
                </a:solidFill>
                <a:latin typeface="Segoe UI Semibold"/>
              </a:rPr>
              <a:t>de </a:t>
            </a:r>
            <a:r>
              <a:rPr lang="es-ES" sz="1500" b="1" dirty="0" err="1">
                <a:solidFill>
                  <a:srgbClr val="1E293B"/>
                </a:solidFill>
                <a:latin typeface="Segoe UI Semibold"/>
              </a:rPr>
              <a:t>Copilot</a:t>
            </a:r>
            <a:r>
              <a:rPr lang="es-ES" sz="1500" b="1" dirty="0">
                <a:solidFill>
                  <a:srgbClr val="1E293B"/>
                </a:solidFill>
                <a:latin typeface="Segoe UI Semibold"/>
              </a:rPr>
              <a:t> </a:t>
            </a:r>
            <a:r>
              <a:rPr lang="es-ES" sz="1500" dirty="0">
                <a:solidFill>
                  <a:srgbClr val="1E293B"/>
                </a:solidFill>
                <a:latin typeface="Segoe UI"/>
              </a:rPr>
              <a:t>para colaborar en tiempo real</a:t>
            </a:r>
          </a:p>
          <a:p>
            <a:pPr marL="228600" indent="-228600">
              <a:lnSpc>
                <a:spcPct val="135000"/>
              </a:lnSpc>
              <a:buFont typeface="Arial"/>
              <a:buChar char="•"/>
            </a:pPr>
            <a:r>
              <a:rPr lang="es-ES" sz="1500" dirty="0" err="1">
                <a:solidFill>
                  <a:srgbClr val="1E293B"/>
                </a:solidFill>
                <a:latin typeface="Segoe UI"/>
              </a:rPr>
              <a:t>Copilot</a:t>
            </a:r>
            <a:r>
              <a:rPr lang="es-ES" sz="1500" dirty="0">
                <a:solidFill>
                  <a:srgbClr val="1E293B"/>
                </a:solidFill>
                <a:latin typeface="Segoe UI"/>
              </a:rPr>
              <a:t> en </a:t>
            </a:r>
            <a:r>
              <a:rPr lang="es-ES" sz="1500" b="1" dirty="0">
                <a:solidFill>
                  <a:srgbClr val="1E293B"/>
                </a:solidFill>
                <a:latin typeface="Segoe UI Semibold"/>
              </a:rPr>
              <a:t>Word, Excel, PowerPoint y Outlook</a:t>
            </a:r>
          </a:p>
        </p:txBody>
      </p:sp>
      <p:sp>
        <p:nvSpPr>
          <p:cNvPr id="30" name="SecurityNote"/>
          <p:cNvSpPr/>
          <p:nvPr/>
        </p:nvSpPr>
        <p:spPr>
          <a:xfrm>
            <a:off x="975360" y="5950000"/>
            <a:ext cx="10241280" cy="680000"/>
          </a:xfrm>
          <a:prstGeom prst="roundRect">
            <a:avLst>
              <a:gd name="adj" fmla="val 16000"/>
            </a:avLst>
          </a:prstGeom>
          <a:solidFill>
            <a:srgbClr val="FEF3C7"/>
          </a:solidFill>
          <a:ln w="12700">
            <a:noFill/>
          </a:ln>
        </p:spPr>
        <p:txBody>
          <a:bodyPr wrap="square" lIns="228600" tIns="0" rIns="228600" bIns="0" anchor="ctr"/>
          <a:lstStyle/>
          <a:p>
            <a:pPr algn="ctr"/>
            <a:r>
              <a:rPr lang="es-ES" sz="1400" b="1" dirty="0">
                <a:solidFill>
                  <a:srgbClr val="92400E"/>
                </a:solidFill>
                <a:latin typeface="Segoe UI Semibold"/>
                <a:cs typeface="Segoe UI Semibold"/>
              </a:rPr>
              <a:t>💡 Recuerda: </a:t>
            </a:r>
            <a:r>
              <a:rPr lang="es-ES" sz="1400" dirty="0">
                <a:solidFill>
                  <a:srgbClr val="92400E"/>
                </a:solidFill>
                <a:latin typeface="Segoe UI"/>
                <a:cs typeface="Segoe UI"/>
              </a:rPr>
              <a:t>todas estas capacidades requieren licencia Microsoft </a:t>
            </a:r>
            <a:r>
              <a:rPr lang="es-ES" sz="1400">
                <a:solidFill>
                  <a:srgbClr val="92400E"/>
                </a:solidFill>
                <a:latin typeface="Segoe UI"/>
                <a:cs typeface="Segoe UI"/>
              </a:rPr>
              <a:t>365 Copilot </a:t>
            </a:r>
            <a:r>
              <a:rPr lang="es-ES" sz="1400" dirty="0">
                <a:solidFill>
                  <a:srgbClr val="92400E"/>
                </a:solidFill>
                <a:latin typeface="Segoe UI"/>
                <a:cs typeface="Segoe UI"/>
              </a:rPr>
              <a:t>y respetan los permisos existentes de cada usuario en Microsoft Graph.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F5F3FF"/>
            </a:gs>
            <a:gs pos="100000">
              <a:srgbClr val="ECFEFF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TopStripe" descr="Franja decorativa superio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  <p:sp>
        <p:nvSpPr>
          <p:cNvPr id="9" name="Title"/>
          <p:cNvSpPr/>
          <p:nvPr/>
        </p:nvSpPr>
        <p:spPr>
          <a:xfrm>
            <a:off x="487680" y="380000"/>
            <a:ext cx="1121664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3600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Resumen — M365 Copilot en acción</a:t>
            </a:r>
          </a:p>
        </p:txBody>
      </p:sp>
      <p:sp>
        <p:nvSpPr>
          <p:cNvPr id="20" name="CardConclusiones"/>
          <p:cNvSpPr>
            <a:spLocks/>
          </p:cNvSpPr>
          <p:nvPr/>
        </p:nvSpPr>
        <p:spPr>
          <a:xfrm>
            <a:off x="487680" y="1180000"/>
            <a:ext cx="11216640" cy="118000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CCFBF1"/>
              </a:gs>
              <a:gs pos="100000">
                <a:srgbClr val="EDE9FE"/>
              </a:gs>
            </a:gsLst>
            <a:lin ang="0" scaled="1"/>
          </a:gradFill>
          <a:ln w="0">
            <a:noFill/>
          </a:ln>
          <a:effectLst>
            <a:outerShdw blurRad="80000" dist="20000" dir="5400000" algn="t" rotWithShape="0">
              <a:srgbClr val="0D9488">
                <a:alpha val="1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1" name="AccentBarConclusiones"/>
          <p:cNvSpPr>
            <a:spLocks/>
          </p:cNvSpPr>
          <p:nvPr/>
        </p:nvSpPr>
        <p:spPr>
          <a:xfrm>
            <a:off x="487680" y="1180000"/>
            <a:ext cx="120000" cy="1180000"/>
          </a:xfrm>
          <a:prstGeom prst="rect">
            <a:avLst/>
          </a:prstGeom>
          <a:gradFill rotWithShape="1">
            <a:gsLst>
              <a:gs pos="0">
                <a:srgbClr val="0D9488"/>
              </a:gs>
              <a:gs pos="100000">
                <a:srgbClr val="7C3AED"/>
              </a:gs>
            </a:gsLst>
            <a:lin ang="5400000" scaled="1"/>
          </a:gra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22" name="ConclusionesText"/>
          <p:cNvSpPr txBox="1">
            <a:spLocks/>
          </p:cNvSpPr>
          <p:nvPr/>
        </p:nvSpPr>
        <p:spPr>
          <a:xfrm>
            <a:off x="780000" y="1240000"/>
            <a:ext cx="10800000" cy="106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spcAft>
                <a:spcPts val="200"/>
              </a:spcAft>
              <a:buNone/>
            </a:pPr>
            <a:r>
              <a:rPr lang="es-ES" sz="1600" b="1" dirty="0">
                <a:solidFill>
                  <a:srgbClr val="0D9488"/>
                </a:solidFill>
                <a:latin typeface="Segoe UI Semibold"/>
                <a:ea typeface="Segoe UI Semibold"/>
                <a:cs typeface="Segoe UI Semibold"/>
              </a:rPr>
              <a:t>Conclusiones clave</a:t>
            </a:r>
          </a:p>
          <a:p>
            <a:pPr>
              <a:spcBef>
                <a:spcPts val="200"/>
              </a:spcBef>
            </a:pPr>
            <a:r>
              <a:rPr lang="es-ES" sz="1400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Microsoft 365 </a:t>
            </a:r>
            <a:r>
              <a:rPr lang="es-ES" sz="1400" dirty="0" err="1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Copilot</a:t>
            </a:r>
            <a:r>
              <a:rPr lang="es-ES" sz="1400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 es la vía segura y productiva frente a la IA en la sombra: el ecosistema Chat + Agentes cubre la mayoría de los casos profesionales con garantías de privacidad.</a:t>
            </a:r>
          </a:p>
        </p:txBody>
      </p:sp>
      <p:sp>
        <p:nvSpPr>
          <p:cNvPr id="30" name="CardVisto"/>
          <p:cNvSpPr/>
          <p:nvPr/>
        </p:nvSpPr>
        <p:spPr>
          <a:xfrm>
            <a:off x="487680" y="2480000"/>
            <a:ext cx="11216640" cy="22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0">
            <a:noFill/>
          </a:ln>
          <a:effectLst>
            <a:outerShdw blurRad="80000" dist="20000" dir="5400000" algn="t" rotWithShape="0">
              <a:srgbClr val="334155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1" name="VistoText"/>
          <p:cNvSpPr txBox="1"/>
          <p:nvPr/>
        </p:nvSpPr>
        <p:spPr>
          <a:xfrm>
            <a:off x="780000" y="2570000"/>
            <a:ext cx="10800000" cy="205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spcAft>
                <a:spcPts val="300"/>
              </a:spcAft>
              <a:buNone/>
            </a:pPr>
            <a:r>
              <a:rPr lang="es-ES" sz="1600" b="1" dirty="0">
                <a:solidFill>
                  <a:srgbClr val="1E293B"/>
                </a:solidFill>
                <a:latin typeface="Segoe UI Semibold"/>
                <a:ea typeface="Segoe UI Semibold"/>
                <a:cs typeface="Segoe UI Semibold"/>
              </a:rPr>
              <a:t>Lo que hemos visto</a:t>
            </a:r>
          </a:p>
          <a:p>
            <a:pPr marL="285750" indent="-285750">
              <a:spcBef>
                <a:spcPts val="15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</a:rPr>
              <a:t>Ecosistema Microsoft 365 </a:t>
            </a:r>
            <a:r>
              <a:rPr lang="es-ES" sz="1300" dirty="0" err="1">
                <a:solidFill>
                  <a:srgbClr val="334155"/>
                </a:solidFill>
                <a:latin typeface="Segoe UI"/>
              </a:rPr>
              <a:t>Copilot</a:t>
            </a:r>
            <a:r>
              <a:rPr lang="es-ES" sz="1300" dirty="0">
                <a:solidFill>
                  <a:srgbClr val="334155"/>
                </a:solidFill>
                <a:latin typeface="Segoe UI"/>
              </a:rPr>
              <a:t>: Chat, agentes y aplicaciones</a:t>
            </a:r>
          </a:p>
          <a:p>
            <a:pPr marL="285750" indent="-285750">
              <a:spcBef>
                <a:spcPts val="10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</a:rPr>
              <a:t>IA en la sombra: riesgos de usar herramientas no corporativas</a:t>
            </a:r>
          </a:p>
          <a:p>
            <a:pPr marL="285750" indent="-285750">
              <a:spcBef>
                <a:spcPts val="10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</a:rPr>
              <a:t>Versión básica gratuita frente a licencia M365 </a:t>
            </a:r>
            <a:r>
              <a:rPr lang="es-ES" sz="1300" dirty="0" err="1">
                <a:solidFill>
                  <a:srgbClr val="334155"/>
                </a:solidFill>
                <a:latin typeface="Segoe UI"/>
              </a:rPr>
              <a:t>Copilot</a:t>
            </a:r>
            <a:r>
              <a:rPr lang="es-ES" sz="1300" dirty="0">
                <a:solidFill>
                  <a:srgbClr val="334155"/>
                </a:solidFill>
                <a:latin typeface="Segoe UI"/>
              </a:rPr>
              <a:t> Chat</a:t>
            </a:r>
          </a:p>
          <a:p>
            <a:pPr marL="285750" indent="-285750">
              <a:spcBef>
                <a:spcPts val="10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</a:rPr>
              <a:t>Acceso desde navegador, escritorio y aplicación móvil</a:t>
            </a:r>
          </a:p>
          <a:p>
            <a:pPr marL="285750" indent="-285750">
              <a:spcBef>
                <a:spcPts val="10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</a:rPr>
              <a:t>Interfaz, capacidades exclusivas premium y laboratorio práctico</a:t>
            </a:r>
          </a:p>
        </p:txBody>
      </p:sp>
      <p:sp>
        <p:nvSpPr>
          <p:cNvPr id="40" name="CardRecursos"/>
          <p:cNvSpPr/>
          <p:nvPr/>
        </p:nvSpPr>
        <p:spPr>
          <a:xfrm>
            <a:off x="487680" y="4820000"/>
            <a:ext cx="11216640" cy="1820000"/>
          </a:xfrm>
          <a:prstGeom prst="roundRect">
            <a:avLst>
              <a:gd name="adj" fmla="val 6000"/>
            </a:avLst>
          </a:prstGeom>
          <a:solidFill>
            <a:srgbClr val="1E1B4B"/>
          </a:solidFill>
          <a:ln w="0">
            <a:noFill/>
          </a:ln>
          <a:effectLst>
            <a:outerShdw blurRad="80000" dist="20000" dir="5400000" algn="t" rotWithShape="0">
              <a:srgbClr val="7C3AED">
                <a:alpha val="2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41" name="RecursosText"/>
          <p:cNvSpPr txBox="1"/>
          <p:nvPr/>
        </p:nvSpPr>
        <p:spPr>
          <a:xfrm>
            <a:off x="780000" y="4910000"/>
            <a:ext cx="10800000" cy="165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spcAft>
                <a:spcPts val="300"/>
              </a:spcAft>
              <a:buNone/>
            </a:pPr>
            <a:r>
              <a:rPr lang="es-ES" sz="1600" b="1" dirty="0">
                <a:solidFill>
                  <a:srgbClr val="C4B5FD"/>
                </a:solidFill>
                <a:latin typeface="Segoe UI Semibold"/>
                <a:ea typeface="Segoe UI Semibold"/>
                <a:cs typeface="Segoe UI Semibold"/>
              </a:rPr>
              <a:t>Recursos recomendados</a:t>
            </a:r>
          </a:p>
          <a:p>
            <a:pPr marL="285750" indent="-285750">
              <a:spcBef>
                <a:spcPts val="150"/>
              </a:spcBef>
              <a:spcAft>
                <a:spcPts val="120"/>
              </a:spcAft>
              <a:buClr>
                <a:srgbClr val="14B8A6"/>
              </a:buClr>
              <a:buFont typeface="Arial" panose="020B0604020202020204" pitchFamily="34" charset="0"/>
              <a:buChar char="▸"/>
            </a:pPr>
            <a:r>
              <a:rPr lang="es-ES" sz="1300" b="1" dirty="0">
                <a:solidFill>
                  <a:srgbClr val="F8FAFC"/>
                </a:solidFill>
                <a:latin typeface="Segoe UI"/>
              </a:rPr>
              <a:t>Microsoft 365 </a:t>
            </a: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Copilot</a:t>
            </a:r>
            <a:r>
              <a:rPr lang="es-ES" sz="1300" b="1" dirty="0">
                <a:solidFill>
                  <a:srgbClr val="F8FAFC"/>
                </a:solidFill>
                <a:latin typeface="Segoe UI"/>
              </a:rPr>
              <a:t> — Página oficial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  ·  microsoft.com/microsoft-365/</a:t>
            </a:r>
            <a:r>
              <a:rPr lang="es-ES" sz="1300" dirty="0" err="1">
                <a:solidFill>
                  <a:srgbClr val="CBD5E1"/>
                </a:solidFill>
                <a:latin typeface="Segoe UI"/>
              </a:rPr>
              <a:t>copilot</a:t>
            </a:r>
            <a:endParaRPr lang="es-ES" sz="1300" dirty="0">
              <a:solidFill>
                <a:srgbClr val="CBD5E1"/>
              </a:solidFill>
              <a:latin typeface="Segoe UI"/>
            </a:endParaRPr>
          </a:p>
          <a:p>
            <a:pPr marL="285750" indent="-285750">
              <a:spcBef>
                <a:spcPts val="120"/>
              </a:spcBef>
              <a:spcAft>
                <a:spcPts val="120"/>
              </a:spcAft>
              <a:buClr>
                <a:srgbClr val="14B8A6"/>
              </a:buClr>
              <a:buFont typeface="Arial" panose="020B0604020202020204" pitchFamily="34" charset="0"/>
              <a:buChar char="▸"/>
            </a:pPr>
            <a:r>
              <a:rPr lang="es-ES" sz="1300" b="1" dirty="0">
                <a:solidFill>
                  <a:srgbClr val="F8FAFC"/>
                </a:solidFill>
                <a:latin typeface="Segoe UI"/>
              </a:rPr>
              <a:t>Adopción de </a:t>
            </a: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Copilot</a:t>
            </a:r>
            <a:r>
              <a:rPr lang="es-ES" sz="1300" b="1" dirty="0">
                <a:solidFill>
                  <a:srgbClr val="F8FAFC"/>
                </a:solidFill>
                <a:latin typeface="Segoe UI"/>
              </a:rPr>
              <a:t> — Centro de recursos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  ·  adoption.microsoft.com/</a:t>
            </a:r>
            <a:r>
              <a:rPr lang="es-ES" sz="1300" dirty="0" err="1">
                <a:solidFill>
                  <a:srgbClr val="CBD5E1"/>
                </a:solidFill>
                <a:latin typeface="Segoe UI"/>
              </a:rPr>
              <a:t>copilot</a:t>
            </a:r>
            <a:endParaRPr lang="es-ES" sz="1300" dirty="0">
              <a:solidFill>
                <a:srgbClr val="CBD5E1"/>
              </a:solidFill>
              <a:latin typeface="Segoe UI"/>
            </a:endParaRPr>
          </a:p>
          <a:p>
            <a:pPr marL="285750" indent="-285750">
              <a:spcBef>
                <a:spcPts val="120"/>
              </a:spcBef>
              <a:spcAft>
                <a:spcPts val="120"/>
              </a:spcAft>
              <a:buClr>
                <a:srgbClr val="14B8A6"/>
              </a:buClr>
              <a:buFont typeface="Arial" panose="020B0604020202020204" pitchFamily="34" charset="0"/>
              <a:buChar char="▸"/>
            </a:pP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Copilot</a:t>
            </a:r>
            <a:r>
              <a:rPr lang="es-ES" sz="1300" b="1" dirty="0">
                <a:solidFill>
                  <a:srgbClr val="F8FAFC"/>
                </a:solidFill>
                <a:latin typeface="Segoe UI"/>
              </a:rPr>
              <a:t> Lab — Primeros pasos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  ·  </a:t>
            </a:r>
            <a:r>
              <a:rPr lang="es-ES" sz="1300" dirty="0" err="1">
                <a:solidFill>
                  <a:srgbClr val="CBD5E1"/>
                </a:solidFill>
                <a:latin typeface="Segoe UI"/>
              </a:rPr>
              <a:t>copilot.cloud.microsoft</a:t>
            </a:r>
            <a:endParaRPr lang="es-ES" sz="1300" dirty="0">
              <a:solidFill>
                <a:srgbClr val="CBD5E1"/>
              </a:solidFill>
              <a:latin typeface="Segoe UI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0CD052-71A3-3D8F-0FDA-D9E99E8D5F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3" name="Rectangle 52">
            <a:extLst>
              <a:ext uri="{FF2B5EF4-FFF2-40B4-BE49-F238E27FC236}">
                <a16:creationId xmlns:a16="http://schemas.microsoft.com/office/drawing/2014/main" id="{4DFC4742-F0F7-9045-9084-6295603326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E5D1B8BC-599D-4FC2-EECD-9AD04A8757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35A78998-5AC9-AC84-9794-958AE82E29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303402" y="3985"/>
            <a:ext cx="9772765" cy="6858000"/>
            <a:chOff x="1303402" y="36937"/>
            <a:chExt cx="9772765" cy="6858000"/>
          </a:xfrm>
        </p:grpSpPr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02CE2937-B10C-B80B-B933-158C8B12D8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560551" y="36937"/>
              <a:ext cx="9313016" cy="6858000"/>
            </a:xfrm>
            <a:custGeom>
              <a:avLst/>
              <a:gdLst>
                <a:gd name="connsiteX0" fmla="*/ 6993556 w 9313016"/>
                <a:gd name="connsiteY0" fmla="*/ 0 h 6858000"/>
                <a:gd name="connsiteX1" fmla="*/ 7358516 w 9313016"/>
                <a:gd name="connsiteY1" fmla="*/ 0 h 6858000"/>
                <a:gd name="connsiteX2" fmla="*/ 7475006 w 9313016"/>
                <a:gd name="connsiteY2" fmla="*/ 82722 h 6858000"/>
                <a:gd name="connsiteX3" fmla="*/ 7816357 w 9313016"/>
                <a:gd name="connsiteY3" fmla="*/ 358482 h 6858000"/>
                <a:gd name="connsiteX4" fmla="*/ 8421752 w 9313016"/>
                <a:gd name="connsiteY4" fmla="*/ 995405 h 6858000"/>
                <a:gd name="connsiteX5" fmla="*/ 8897059 w 9313016"/>
                <a:gd name="connsiteY5" fmla="*/ 1737211 h 6858000"/>
                <a:gd name="connsiteX6" fmla="*/ 9206633 w 9313016"/>
                <a:gd name="connsiteY6" fmla="*/ 2564460 h 6858000"/>
                <a:gd name="connsiteX7" fmla="*/ 9286787 w 9313016"/>
                <a:gd name="connsiteY7" fmla="*/ 3000164 h 6858000"/>
                <a:gd name="connsiteX8" fmla="*/ 9312914 w 9313016"/>
                <a:gd name="connsiteY8" fmla="*/ 3442493 h 6858000"/>
                <a:gd name="connsiteX9" fmla="*/ 9190562 w 9313016"/>
                <a:gd name="connsiteY9" fmla="*/ 4316686 h 6858000"/>
                <a:gd name="connsiteX10" fmla="*/ 9043416 w 9313016"/>
                <a:gd name="connsiteY10" fmla="*/ 4734917 h 6858000"/>
                <a:gd name="connsiteX11" fmla="*/ 8809657 w 9313016"/>
                <a:gd name="connsiteY11" fmla="*/ 5128718 h 6858000"/>
                <a:gd name="connsiteX12" fmla="*/ 8645997 w 9313016"/>
                <a:gd name="connsiteY12" fmla="*/ 5297441 h 6858000"/>
                <a:gd name="connsiteX13" fmla="*/ 8457787 w 9313016"/>
                <a:gd name="connsiteY13" fmla="*/ 5433763 h 6858000"/>
                <a:gd name="connsiteX14" fmla="*/ 8260803 w 9313016"/>
                <a:gd name="connsiteY14" fmla="*/ 5541237 h 6858000"/>
                <a:gd name="connsiteX15" fmla="*/ 8066136 w 9313016"/>
                <a:gd name="connsiteY15" fmla="*/ 5635704 h 6858000"/>
                <a:gd name="connsiteX16" fmla="*/ 7698638 w 9313016"/>
                <a:gd name="connsiteY16" fmla="*/ 5837163 h 6858000"/>
                <a:gd name="connsiteX17" fmla="*/ 7370135 w 9313016"/>
                <a:gd name="connsiteY17" fmla="*/ 6090081 h 6858000"/>
                <a:gd name="connsiteX18" fmla="*/ 7218897 w 9313016"/>
                <a:gd name="connsiteY18" fmla="*/ 6235860 h 6858000"/>
                <a:gd name="connsiteX19" fmla="*/ 7070665 w 9313016"/>
                <a:gd name="connsiteY19" fmla="*/ 6387205 h 6858000"/>
                <a:gd name="connsiteX20" fmla="*/ 6779035 w 9313016"/>
                <a:gd name="connsiteY20" fmla="*/ 6697100 h 6858000"/>
                <a:gd name="connsiteX21" fmla="*/ 6631837 w 9313016"/>
                <a:gd name="connsiteY21" fmla="*/ 6852239 h 6858000"/>
                <a:gd name="connsiteX22" fmla="*/ 6626221 w 9313016"/>
                <a:gd name="connsiteY22" fmla="*/ 6858000 h 6858000"/>
                <a:gd name="connsiteX23" fmla="*/ 6424725 w 9313016"/>
                <a:gd name="connsiteY23" fmla="*/ 6858000 h 6858000"/>
                <a:gd name="connsiteX24" fmla="*/ 6527382 w 9313016"/>
                <a:gd name="connsiteY24" fmla="*/ 6756333 h 6858000"/>
                <a:gd name="connsiteX25" fmla="*/ 6674233 w 9313016"/>
                <a:gd name="connsiteY25" fmla="*/ 6603450 h 6858000"/>
                <a:gd name="connsiteX26" fmla="*/ 6965813 w 9313016"/>
                <a:gd name="connsiteY26" fmla="*/ 6292932 h 6858000"/>
                <a:gd name="connsiteX27" fmla="*/ 7112961 w 9313016"/>
                <a:gd name="connsiteY27" fmla="*/ 6137505 h 6858000"/>
                <a:gd name="connsiteX28" fmla="*/ 7264790 w 9313016"/>
                <a:gd name="connsiteY28" fmla="*/ 5983710 h 6858000"/>
                <a:gd name="connsiteX29" fmla="*/ 7974595 w 9313016"/>
                <a:gd name="connsiteY29" fmla="*/ 5470773 h 6858000"/>
                <a:gd name="connsiteX30" fmla="*/ 8331591 w 9313016"/>
                <a:gd name="connsiteY30" fmla="*/ 5254048 h 6858000"/>
                <a:gd name="connsiteX31" fmla="*/ 8599807 w 9313016"/>
                <a:gd name="connsiteY31" fmla="*/ 4980010 h 6858000"/>
                <a:gd name="connsiteX32" fmla="*/ 8766474 w 9313016"/>
                <a:gd name="connsiteY32" fmla="*/ 4631524 h 6858000"/>
                <a:gd name="connsiteX33" fmla="*/ 8865755 w 9313016"/>
                <a:gd name="connsiteY33" fmla="*/ 4244445 h 6858000"/>
                <a:gd name="connsiteX34" fmla="*/ 8882911 w 9313016"/>
                <a:gd name="connsiteY34" fmla="*/ 4145659 h 6858000"/>
                <a:gd name="connsiteX35" fmla="*/ 8897403 w 9313016"/>
                <a:gd name="connsiteY35" fmla="*/ 4046633 h 6858000"/>
                <a:gd name="connsiteX36" fmla="*/ 8908298 w 9313016"/>
                <a:gd name="connsiteY36" fmla="*/ 3947271 h 6858000"/>
                <a:gd name="connsiteX37" fmla="*/ 8916184 w 9313016"/>
                <a:gd name="connsiteY37" fmla="*/ 3847765 h 6858000"/>
                <a:gd name="connsiteX38" fmla="*/ 8920670 w 9313016"/>
                <a:gd name="connsiteY38" fmla="*/ 3449597 h 6858000"/>
                <a:gd name="connsiteX39" fmla="*/ 8914607 w 9313016"/>
                <a:gd name="connsiteY39" fmla="*/ 3350283 h 6858000"/>
                <a:gd name="connsiteX40" fmla="*/ 8905340 w 9313016"/>
                <a:gd name="connsiteY40" fmla="*/ 3251209 h 6858000"/>
                <a:gd name="connsiteX41" fmla="*/ 8893854 w 9313016"/>
                <a:gd name="connsiteY41" fmla="*/ 3152376 h 6858000"/>
                <a:gd name="connsiteX42" fmla="*/ 8879706 w 9313016"/>
                <a:gd name="connsiteY42" fmla="*/ 3053878 h 6858000"/>
                <a:gd name="connsiteX43" fmla="*/ 8797531 w 9313016"/>
                <a:gd name="connsiteY43" fmla="*/ 2663966 h 6858000"/>
                <a:gd name="connsiteX44" fmla="*/ 8520442 w 9313016"/>
                <a:gd name="connsiteY44" fmla="*/ 1911983 h 6858000"/>
                <a:gd name="connsiteX45" fmla="*/ 8332626 w 9313016"/>
                <a:gd name="connsiteY45" fmla="*/ 1553608 h 6858000"/>
                <a:gd name="connsiteX46" fmla="*/ 8116317 w 9313016"/>
                <a:gd name="connsiteY46" fmla="*/ 1208529 h 6858000"/>
                <a:gd name="connsiteX47" fmla="*/ 7873293 w 9313016"/>
                <a:gd name="connsiteY47" fmla="*/ 878284 h 6858000"/>
                <a:gd name="connsiteX48" fmla="*/ 7604337 w 9313016"/>
                <a:gd name="connsiteY48" fmla="*/ 565125 h 6858000"/>
                <a:gd name="connsiteX49" fmla="*/ 7311128 w 9313016"/>
                <a:gd name="connsiteY49" fmla="*/ 270591 h 6858000"/>
                <a:gd name="connsiteX50" fmla="*/ 1752019 w 9313016"/>
                <a:gd name="connsiteY50" fmla="*/ 0 h 6858000"/>
                <a:gd name="connsiteX51" fmla="*/ 2155804 w 9313016"/>
                <a:gd name="connsiteY51" fmla="*/ 0 h 6858000"/>
                <a:gd name="connsiteX52" fmla="*/ 2103975 w 9313016"/>
                <a:gd name="connsiteY52" fmla="*/ 40789 h 6858000"/>
                <a:gd name="connsiteX53" fmla="*/ 1656310 w 9313016"/>
                <a:gd name="connsiteY53" fmla="*/ 470035 h 6858000"/>
                <a:gd name="connsiteX54" fmla="*/ 806013 w 9313016"/>
                <a:gd name="connsiteY54" fmla="*/ 1841133 h 6858000"/>
                <a:gd name="connsiteX55" fmla="*/ 580685 w 9313016"/>
                <a:gd name="connsiteY55" fmla="*/ 2606364 h 6858000"/>
                <a:gd name="connsiteX56" fmla="*/ 503489 w 9313016"/>
                <a:gd name="connsiteY56" fmla="*/ 3397276 h 6858000"/>
                <a:gd name="connsiteX57" fmla="*/ 570135 w 9313016"/>
                <a:gd name="connsiteY57" fmla="*/ 4188235 h 6858000"/>
                <a:gd name="connsiteX58" fmla="*/ 783387 w 9313016"/>
                <a:gd name="connsiteY58" fmla="*/ 4953850 h 6858000"/>
                <a:gd name="connsiteX59" fmla="*/ 1628014 w 9313016"/>
                <a:gd name="connsiteY59" fmla="*/ 6308245 h 6858000"/>
                <a:gd name="connsiteX60" fmla="*/ 2235998 w 9313016"/>
                <a:gd name="connsiteY60" fmla="*/ 6844829 h 6858000"/>
                <a:gd name="connsiteX61" fmla="*/ 2255028 w 9313016"/>
                <a:gd name="connsiteY61" fmla="*/ 6858000 h 6858000"/>
                <a:gd name="connsiteX62" fmla="*/ 1578787 w 9313016"/>
                <a:gd name="connsiteY62" fmla="*/ 6858000 h 6858000"/>
                <a:gd name="connsiteX63" fmla="*/ 1465153 w 9313016"/>
                <a:gd name="connsiteY63" fmla="*/ 6759050 h 6858000"/>
                <a:gd name="connsiteX64" fmla="*/ 1303650 w 9313016"/>
                <a:gd name="connsiteY64" fmla="*/ 6604267 h 6858000"/>
                <a:gd name="connsiteX65" fmla="*/ 323708 w 9313016"/>
                <a:gd name="connsiteY65" fmla="*/ 5126365 h 6858000"/>
                <a:gd name="connsiteX66" fmla="*/ 872 w 9313016"/>
                <a:gd name="connsiteY66" fmla="*/ 3391228 h 6858000"/>
                <a:gd name="connsiteX67" fmla="*/ 105428 w 9313016"/>
                <a:gd name="connsiteY67" fmla="*/ 2511899 h 6858000"/>
                <a:gd name="connsiteX68" fmla="*/ 384933 w 9313016"/>
                <a:gd name="connsiteY68" fmla="*/ 1670971 h 6858000"/>
                <a:gd name="connsiteX69" fmla="*/ 1433593 w 9313016"/>
                <a:gd name="connsiteY69" fmla="*/ 256095 h 6858000"/>
                <a:gd name="connsiteX70" fmla="*/ 1602664 w 9313016"/>
                <a:gd name="connsiteY70" fmla="*/ 11370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</a:cxnLst>
              <a:rect l="l" t="t" r="r" b="b"/>
              <a:pathLst>
                <a:path w="9313016" h="6858000">
                  <a:moveTo>
                    <a:pt x="6993556" y="0"/>
                  </a:moveTo>
                  <a:lnTo>
                    <a:pt x="7358516" y="0"/>
                  </a:lnTo>
                  <a:lnTo>
                    <a:pt x="7475006" y="82722"/>
                  </a:lnTo>
                  <a:cubicBezTo>
                    <a:pt x="7592423" y="169778"/>
                    <a:pt x="7706366" y="261748"/>
                    <a:pt x="7816357" y="358482"/>
                  </a:cubicBezTo>
                  <a:cubicBezTo>
                    <a:pt x="8036559" y="551589"/>
                    <a:pt x="8239655" y="764905"/>
                    <a:pt x="8421752" y="995405"/>
                  </a:cubicBezTo>
                  <a:cubicBezTo>
                    <a:pt x="8604736" y="1225282"/>
                    <a:pt x="8763567" y="1474646"/>
                    <a:pt x="8897059" y="1737211"/>
                  </a:cubicBezTo>
                  <a:cubicBezTo>
                    <a:pt x="9029909" y="2000162"/>
                    <a:pt x="9134317" y="2277990"/>
                    <a:pt x="9206633" y="2564460"/>
                  </a:cubicBezTo>
                  <a:cubicBezTo>
                    <a:pt x="9242322" y="2707791"/>
                    <a:pt x="9269041" y="2853474"/>
                    <a:pt x="9286787" y="3000164"/>
                  </a:cubicBezTo>
                  <a:cubicBezTo>
                    <a:pt x="9304977" y="3146856"/>
                    <a:pt x="9314097" y="3294698"/>
                    <a:pt x="9312914" y="3442493"/>
                  </a:cubicBezTo>
                  <a:cubicBezTo>
                    <a:pt x="9309906" y="3737987"/>
                    <a:pt x="9270717" y="4033288"/>
                    <a:pt x="9190562" y="4316686"/>
                  </a:cubicBezTo>
                  <a:cubicBezTo>
                    <a:pt x="9150486" y="4458240"/>
                    <a:pt x="9103951" y="4597587"/>
                    <a:pt x="9043416" y="4734917"/>
                  </a:cubicBezTo>
                  <a:cubicBezTo>
                    <a:pt x="8982980" y="4871817"/>
                    <a:pt x="8908740" y="5007131"/>
                    <a:pt x="8809657" y="5128718"/>
                  </a:cubicBezTo>
                  <a:cubicBezTo>
                    <a:pt x="8760312" y="5189247"/>
                    <a:pt x="8706137" y="5246945"/>
                    <a:pt x="8645997" y="5297441"/>
                  </a:cubicBezTo>
                  <a:cubicBezTo>
                    <a:pt x="8586252" y="5348274"/>
                    <a:pt x="8522809" y="5393730"/>
                    <a:pt x="8457787" y="5433763"/>
                  </a:cubicBezTo>
                  <a:cubicBezTo>
                    <a:pt x="8392816" y="5474132"/>
                    <a:pt x="8326219" y="5508213"/>
                    <a:pt x="8260803" y="5541237"/>
                  </a:cubicBezTo>
                  <a:cubicBezTo>
                    <a:pt x="8195289" y="5574071"/>
                    <a:pt x="8130023" y="5604838"/>
                    <a:pt x="8066136" y="5635704"/>
                  </a:cubicBezTo>
                  <a:cubicBezTo>
                    <a:pt x="7938313" y="5697433"/>
                    <a:pt x="7815222" y="5762186"/>
                    <a:pt x="7698638" y="5837163"/>
                  </a:cubicBezTo>
                  <a:cubicBezTo>
                    <a:pt x="7582449" y="5912381"/>
                    <a:pt x="7471881" y="5996094"/>
                    <a:pt x="7370135" y="6090081"/>
                  </a:cubicBezTo>
                  <a:cubicBezTo>
                    <a:pt x="7319460" y="6136593"/>
                    <a:pt x="7268881" y="6186082"/>
                    <a:pt x="7218897" y="6235860"/>
                  </a:cubicBezTo>
                  <a:cubicBezTo>
                    <a:pt x="7168763" y="6285493"/>
                    <a:pt x="7119665" y="6336229"/>
                    <a:pt x="7070665" y="6387205"/>
                  </a:cubicBezTo>
                  <a:cubicBezTo>
                    <a:pt x="6972715" y="6489208"/>
                    <a:pt x="6876195" y="6593131"/>
                    <a:pt x="6779035" y="6697100"/>
                  </a:cubicBezTo>
                  <a:cubicBezTo>
                    <a:pt x="6730379" y="6748989"/>
                    <a:pt x="6681528" y="6800878"/>
                    <a:pt x="6631837" y="6852239"/>
                  </a:cubicBezTo>
                  <a:lnTo>
                    <a:pt x="6626221" y="6858000"/>
                  </a:lnTo>
                  <a:lnTo>
                    <a:pt x="6424725" y="6858000"/>
                  </a:lnTo>
                  <a:lnTo>
                    <a:pt x="6527382" y="6756333"/>
                  </a:lnTo>
                  <a:cubicBezTo>
                    <a:pt x="6576726" y="6705932"/>
                    <a:pt x="6625480" y="6654811"/>
                    <a:pt x="6674233" y="6603450"/>
                  </a:cubicBezTo>
                  <a:cubicBezTo>
                    <a:pt x="6771788" y="6500920"/>
                    <a:pt x="6868309" y="6396757"/>
                    <a:pt x="6965813" y="6292932"/>
                  </a:cubicBezTo>
                  <a:lnTo>
                    <a:pt x="7112961" y="6137505"/>
                  </a:lnTo>
                  <a:cubicBezTo>
                    <a:pt x="7162354" y="6085808"/>
                    <a:pt x="7211945" y="6034640"/>
                    <a:pt x="7264790" y="5983710"/>
                  </a:cubicBezTo>
                  <a:cubicBezTo>
                    <a:pt x="7472373" y="5779130"/>
                    <a:pt x="7721610" y="5610648"/>
                    <a:pt x="7974595" y="5470773"/>
                  </a:cubicBezTo>
                  <a:cubicBezTo>
                    <a:pt x="8099903" y="5399395"/>
                    <a:pt x="8224127" y="5332529"/>
                    <a:pt x="8331591" y="5254048"/>
                  </a:cubicBezTo>
                  <a:cubicBezTo>
                    <a:pt x="8439351" y="5176047"/>
                    <a:pt x="8529660" y="5085949"/>
                    <a:pt x="8599807" y="4980010"/>
                  </a:cubicBezTo>
                  <a:cubicBezTo>
                    <a:pt x="8671187" y="4875128"/>
                    <a:pt x="8723982" y="4756086"/>
                    <a:pt x="8766474" y="4631524"/>
                  </a:cubicBezTo>
                  <a:cubicBezTo>
                    <a:pt x="8808968" y="4507010"/>
                    <a:pt x="8840615" y="4375872"/>
                    <a:pt x="8865755" y="4244445"/>
                  </a:cubicBezTo>
                  <a:cubicBezTo>
                    <a:pt x="8871375" y="4211468"/>
                    <a:pt x="8878129" y="4178731"/>
                    <a:pt x="8882911" y="4145659"/>
                  </a:cubicBezTo>
                  <a:lnTo>
                    <a:pt x="8897403" y="4046633"/>
                  </a:lnTo>
                  <a:lnTo>
                    <a:pt x="8908298" y="3947271"/>
                  </a:lnTo>
                  <a:cubicBezTo>
                    <a:pt x="8912389" y="3914247"/>
                    <a:pt x="8913425" y="3880886"/>
                    <a:pt x="8916184" y="3847765"/>
                  </a:cubicBezTo>
                  <a:cubicBezTo>
                    <a:pt x="8925797" y="3715091"/>
                    <a:pt x="8925945" y="3582127"/>
                    <a:pt x="8920670" y="3449597"/>
                  </a:cubicBezTo>
                  <a:lnTo>
                    <a:pt x="8914607" y="3350283"/>
                  </a:lnTo>
                  <a:cubicBezTo>
                    <a:pt x="8911995" y="3317211"/>
                    <a:pt x="8908348" y="3284233"/>
                    <a:pt x="8905340" y="3251209"/>
                  </a:cubicBezTo>
                  <a:cubicBezTo>
                    <a:pt x="8902628" y="3218185"/>
                    <a:pt x="8897551" y="3185305"/>
                    <a:pt x="8893854" y="3152376"/>
                  </a:cubicBezTo>
                  <a:cubicBezTo>
                    <a:pt x="8890305" y="3119399"/>
                    <a:pt x="8884932" y="3086662"/>
                    <a:pt x="8879706" y="3053878"/>
                  </a:cubicBezTo>
                  <a:cubicBezTo>
                    <a:pt x="8858707" y="2922835"/>
                    <a:pt x="8831249" y="2792705"/>
                    <a:pt x="8797531" y="2663966"/>
                  </a:cubicBezTo>
                  <a:cubicBezTo>
                    <a:pt x="8728616" y="2406777"/>
                    <a:pt x="8635497" y="2155109"/>
                    <a:pt x="8520442" y="1911983"/>
                  </a:cubicBezTo>
                  <a:cubicBezTo>
                    <a:pt x="8462667" y="1790541"/>
                    <a:pt x="8400112" y="1670923"/>
                    <a:pt x="8332626" y="1553608"/>
                  </a:cubicBezTo>
                  <a:cubicBezTo>
                    <a:pt x="8265683" y="1436006"/>
                    <a:pt x="8192973" y="1321188"/>
                    <a:pt x="8116317" y="1208529"/>
                  </a:cubicBezTo>
                  <a:cubicBezTo>
                    <a:pt x="8039811" y="1095776"/>
                    <a:pt x="7958079" y="986094"/>
                    <a:pt x="7873293" y="878284"/>
                  </a:cubicBezTo>
                  <a:cubicBezTo>
                    <a:pt x="7787814" y="771002"/>
                    <a:pt x="7697999" y="666551"/>
                    <a:pt x="7604337" y="565125"/>
                  </a:cubicBezTo>
                  <a:cubicBezTo>
                    <a:pt x="7510479" y="463891"/>
                    <a:pt x="7413367" y="364818"/>
                    <a:pt x="7311128" y="270591"/>
                  </a:cubicBezTo>
                  <a:close/>
                  <a:moveTo>
                    <a:pt x="1752019" y="0"/>
                  </a:moveTo>
                  <a:lnTo>
                    <a:pt x="2155804" y="0"/>
                  </a:lnTo>
                  <a:lnTo>
                    <a:pt x="2103975" y="40789"/>
                  </a:lnTo>
                  <a:cubicBezTo>
                    <a:pt x="1943592" y="173585"/>
                    <a:pt x="1793955" y="317500"/>
                    <a:pt x="1656310" y="470035"/>
                  </a:cubicBezTo>
                  <a:cubicBezTo>
                    <a:pt x="1288172" y="876939"/>
                    <a:pt x="1002998" y="1344708"/>
                    <a:pt x="806013" y="1841133"/>
                  </a:cubicBezTo>
                  <a:cubicBezTo>
                    <a:pt x="707818" y="2089538"/>
                    <a:pt x="630868" y="2345480"/>
                    <a:pt x="580685" y="2606364"/>
                  </a:cubicBezTo>
                  <a:cubicBezTo>
                    <a:pt x="530749" y="2867250"/>
                    <a:pt x="504868" y="3132119"/>
                    <a:pt x="503489" y="3397276"/>
                  </a:cubicBezTo>
                  <a:cubicBezTo>
                    <a:pt x="501467" y="3662434"/>
                    <a:pt x="524093" y="3927351"/>
                    <a:pt x="570135" y="4188235"/>
                  </a:cubicBezTo>
                  <a:cubicBezTo>
                    <a:pt x="615734" y="4449264"/>
                    <a:pt x="688642" y="4705493"/>
                    <a:pt x="783387" y="4953850"/>
                  </a:cubicBezTo>
                  <a:cubicBezTo>
                    <a:pt x="974357" y="5449796"/>
                    <a:pt x="1259630" y="5913773"/>
                    <a:pt x="1628014" y="6308245"/>
                  </a:cubicBezTo>
                  <a:cubicBezTo>
                    <a:pt x="1812182" y="6505481"/>
                    <a:pt x="2016215" y="6685052"/>
                    <a:pt x="2235998" y="6844829"/>
                  </a:cubicBezTo>
                  <a:lnTo>
                    <a:pt x="2255028" y="6858000"/>
                  </a:lnTo>
                  <a:lnTo>
                    <a:pt x="1578787" y="6858000"/>
                  </a:lnTo>
                  <a:lnTo>
                    <a:pt x="1465153" y="6759050"/>
                  </a:lnTo>
                  <a:cubicBezTo>
                    <a:pt x="1410086" y="6708726"/>
                    <a:pt x="1356236" y="6657104"/>
                    <a:pt x="1303650" y="6604267"/>
                  </a:cubicBezTo>
                  <a:cubicBezTo>
                    <a:pt x="883506" y="6181043"/>
                    <a:pt x="548150" y="5676072"/>
                    <a:pt x="323708" y="5126365"/>
                  </a:cubicBezTo>
                  <a:cubicBezTo>
                    <a:pt x="97737" y="4577139"/>
                    <a:pt x="-10958" y="3981927"/>
                    <a:pt x="872" y="3391228"/>
                  </a:cubicBezTo>
                  <a:cubicBezTo>
                    <a:pt x="5951" y="3095783"/>
                    <a:pt x="40506" y="2800528"/>
                    <a:pt x="105428" y="2511899"/>
                  </a:cubicBezTo>
                  <a:cubicBezTo>
                    <a:pt x="170104" y="2223317"/>
                    <a:pt x="262089" y="1940399"/>
                    <a:pt x="384933" y="1670971"/>
                  </a:cubicBezTo>
                  <a:cubicBezTo>
                    <a:pt x="629092" y="1131344"/>
                    <a:pt x="991955" y="646919"/>
                    <a:pt x="1433593" y="256095"/>
                  </a:cubicBezTo>
                  <a:cubicBezTo>
                    <a:pt x="1488791" y="207206"/>
                    <a:pt x="1545179" y="159733"/>
                    <a:pt x="1602664" y="11370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8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0002E7D1-3043-7DC0-899C-5FCC2F1ECC6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59468" y="36937"/>
              <a:ext cx="9065550" cy="6858000"/>
            </a:xfrm>
            <a:custGeom>
              <a:avLst/>
              <a:gdLst>
                <a:gd name="connsiteX0" fmla="*/ 1839951 w 9065550"/>
                <a:gd name="connsiteY0" fmla="*/ 0 h 6858000"/>
                <a:gd name="connsiteX1" fmla="*/ 6979427 w 9065550"/>
                <a:gd name="connsiteY1" fmla="*/ 0 h 6858000"/>
                <a:gd name="connsiteX2" fmla="*/ 6989586 w 9065550"/>
                <a:gd name="connsiteY2" fmla="*/ 6825 h 6858000"/>
                <a:gd name="connsiteX3" fmla="*/ 8932062 w 9065550"/>
                <a:gd name="connsiteY3" fmla="*/ 4580835 h 6858000"/>
                <a:gd name="connsiteX4" fmla="*/ 7166294 w 9065550"/>
                <a:gd name="connsiteY4" fmla="*/ 6259703 h 6858000"/>
                <a:gd name="connsiteX5" fmla="*/ 6868878 w 9065550"/>
                <a:gd name="connsiteY5" fmla="*/ 6564765 h 6858000"/>
                <a:gd name="connsiteX6" fmla="*/ 6591881 w 9065550"/>
                <a:gd name="connsiteY6" fmla="*/ 6858000 h 6858000"/>
                <a:gd name="connsiteX7" fmla="*/ 5184648 w 9065550"/>
                <a:gd name="connsiteY7" fmla="*/ 6858000 h 6858000"/>
                <a:gd name="connsiteX8" fmla="*/ 5244877 w 9065550"/>
                <a:gd name="connsiteY8" fmla="*/ 6817615 h 6858000"/>
                <a:gd name="connsiteX9" fmla="*/ 6033853 w 9065550"/>
                <a:gd name="connsiteY9" fmla="*/ 6069135 h 6858000"/>
                <a:gd name="connsiteX10" fmla="*/ 6480248 w 9065550"/>
                <a:gd name="connsiteY10" fmla="*/ 5607082 h 6858000"/>
                <a:gd name="connsiteX11" fmla="*/ 7551502 w 9065550"/>
                <a:gd name="connsiteY11" fmla="*/ 4859004 h 6858000"/>
                <a:gd name="connsiteX12" fmla="*/ 7844227 w 9065550"/>
                <a:gd name="connsiteY12" fmla="*/ 4683074 h 6858000"/>
                <a:gd name="connsiteX13" fmla="*/ 8005810 w 9065550"/>
                <a:gd name="connsiteY13" fmla="*/ 4330239 h 6858000"/>
                <a:gd name="connsiteX14" fmla="*/ 8016191 w 9065550"/>
                <a:gd name="connsiteY14" fmla="*/ 2956574 h 6858000"/>
                <a:gd name="connsiteX15" fmla="*/ 7346424 w 9065550"/>
                <a:gd name="connsiteY15" fmla="*/ 1636739 h 6858000"/>
                <a:gd name="connsiteX16" fmla="*/ 5995751 w 9065550"/>
                <a:gd name="connsiteY16" fmla="*/ 493319 h 6858000"/>
                <a:gd name="connsiteX17" fmla="*/ 4494836 w 9065550"/>
                <a:gd name="connsiteY17" fmla="*/ 75383 h 6858000"/>
                <a:gd name="connsiteX18" fmla="*/ 2002499 w 9065550"/>
                <a:gd name="connsiteY18" fmla="*/ 1094261 h 6858000"/>
                <a:gd name="connsiteX19" fmla="*/ 1241306 w 9065550"/>
                <a:gd name="connsiteY19" fmla="*/ 2206935 h 6858000"/>
                <a:gd name="connsiteX20" fmla="*/ 961736 w 9065550"/>
                <a:gd name="connsiteY20" fmla="*/ 3573719 h 6858000"/>
                <a:gd name="connsiteX21" fmla="*/ 1193878 w 9065550"/>
                <a:gd name="connsiteY21" fmla="*/ 4824208 h 6858000"/>
                <a:gd name="connsiteX22" fmla="*/ 1832096 w 9065550"/>
                <a:gd name="connsiteY22" fmla="*/ 5873050 h 6858000"/>
                <a:gd name="connsiteX23" fmla="*/ 3010752 w 9065550"/>
                <a:gd name="connsiteY23" fmla="*/ 6749475 h 6858000"/>
                <a:gd name="connsiteX24" fmla="*/ 3187037 w 9065550"/>
                <a:gd name="connsiteY24" fmla="*/ 6824756 h 6858000"/>
                <a:gd name="connsiteX25" fmla="*/ 3278211 w 9065550"/>
                <a:gd name="connsiteY25" fmla="*/ 6858000 h 6858000"/>
                <a:gd name="connsiteX26" fmla="*/ 1480830 w 9065550"/>
                <a:gd name="connsiteY26" fmla="*/ 6858000 h 6858000"/>
                <a:gd name="connsiteX27" fmla="*/ 1427607 w 9065550"/>
                <a:gd name="connsiteY27" fmla="*/ 6811515 h 6858000"/>
                <a:gd name="connsiteX28" fmla="*/ 1100739 w 9065550"/>
                <a:gd name="connsiteY28" fmla="*/ 6477651 h 6858000"/>
                <a:gd name="connsiteX29" fmla="*/ 0 w 9065550"/>
                <a:gd name="connsiteY29" fmla="*/ 3573620 h 6858000"/>
                <a:gd name="connsiteX30" fmla="*/ 1805513 w 9065550"/>
                <a:gd name="connsiteY30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9065550" h="6858000">
                  <a:moveTo>
                    <a:pt x="1839951" y="0"/>
                  </a:moveTo>
                  <a:lnTo>
                    <a:pt x="6979427" y="0"/>
                  </a:lnTo>
                  <a:lnTo>
                    <a:pt x="6989586" y="6825"/>
                  </a:lnTo>
                  <a:cubicBezTo>
                    <a:pt x="8438828" y="1031353"/>
                    <a:pt x="9439169" y="2823601"/>
                    <a:pt x="8932062" y="4580835"/>
                  </a:cubicBezTo>
                  <a:cubicBezTo>
                    <a:pt x="8592517" y="5757293"/>
                    <a:pt x="7979652" y="5458140"/>
                    <a:pt x="7166294" y="6259703"/>
                  </a:cubicBezTo>
                  <a:cubicBezTo>
                    <a:pt x="7064618" y="6359905"/>
                    <a:pt x="6966014" y="6462297"/>
                    <a:pt x="6868878" y="6564765"/>
                  </a:cubicBezTo>
                  <a:lnTo>
                    <a:pt x="6591881" y="6858000"/>
                  </a:lnTo>
                  <a:lnTo>
                    <a:pt x="5184648" y="6858000"/>
                  </a:lnTo>
                  <a:lnTo>
                    <a:pt x="5244877" y="6817615"/>
                  </a:lnTo>
                  <a:cubicBezTo>
                    <a:pt x="5481027" y="6649287"/>
                    <a:pt x="5723665" y="6398593"/>
                    <a:pt x="6033853" y="6069135"/>
                  </a:cubicBezTo>
                  <a:cubicBezTo>
                    <a:pt x="6175680" y="5918484"/>
                    <a:pt x="6322395" y="5762660"/>
                    <a:pt x="6480248" y="5607082"/>
                  </a:cubicBezTo>
                  <a:cubicBezTo>
                    <a:pt x="6893276" y="5200077"/>
                    <a:pt x="7273697" y="5002920"/>
                    <a:pt x="7551502" y="4859004"/>
                  </a:cubicBezTo>
                  <a:cubicBezTo>
                    <a:pt x="7687884" y="4788339"/>
                    <a:pt x="7795540" y="4732559"/>
                    <a:pt x="7844227" y="4683074"/>
                  </a:cubicBezTo>
                  <a:cubicBezTo>
                    <a:pt x="7898759" y="4627636"/>
                    <a:pt x="7956165" y="4502313"/>
                    <a:pt x="8005810" y="4330239"/>
                  </a:cubicBezTo>
                  <a:cubicBezTo>
                    <a:pt x="8132968" y="3889611"/>
                    <a:pt x="8136446" y="3427460"/>
                    <a:pt x="8016191" y="2956574"/>
                  </a:cubicBezTo>
                  <a:cubicBezTo>
                    <a:pt x="7900876" y="2505064"/>
                    <a:pt x="7669287" y="2048671"/>
                    <a:pt x="7346424" y="1636739"/>
                  </a:cubicBezTo>
                  <a:cubicBezTo>
                    <a:pt x="6979764" y="1168830"/>
                    <a:pt x="6512706" y="773489"/>
                    <a:pt x="5995751" y="493319"/>
                  </a:cubicBezTo>
                  <a:cubicBezTo>
                    <a:pt x="5491195" y="219884"/>
                    <a:pt x="4972174" y="75383"/>
                    <a:pt x="4494836" y="75383"/>
                  </a:cubicBezTo>
                  <a:cubicBezTo>
                    <a:pt x="3554318" y="75383"/>
                    <a:pt x="2669191" y="437197"/>
                    <a:pt x="2002499" y="1094261"/>
                  </a:cubicBezTo>
                  <a:cubicBezTo>
                    <a:pt x="1676360" y="1415667"/>
                    <a:pt x="1420225" y="1790023"/>
                    <a:pt x="1241306" y="2206935"/>
                  </a:cubicBezTo>
                  <a:cubicBezTo>
                    <a:pt x="1055782" y="2639169"/>
                    <a:pt x="961736" y="3099027"/>
                    <a:pt x="961736" y="3573719"/>
                  </a:cubicBezTo>
                  <a:cubicBezTo>
                    <a:pt x="961736" y="4005124"/>
                    <a:pt x="1039805" y="4425841"/>
                    <a:pt x="1193878" y="4824208"/>
                  </a:cubicBezTo>
                  <a:cubicBezTo>
                    <a:pt x="1342457" y="5208423"/>
                    <a:pt x="1557214" y="5561306"/>
                    <a:pt x="1832096" y="5873050"/>
                  </a:cubicBezTo>
                  <a:cubicBezTo>
                    <a:pt x="2157126" y="6241599"/>
                    <a:pt x="2564661" y="6544656"/>
                    <a:pt x="3010752" y="6749475"/>
                  </a:cubicBezTo>
                  <a:cubicBezTo>
                    <a:pt x="3069003" y="6776219"/>
                    <a:pt x="3127773" y="6801314"/>
                    <a:pt x="3187037" y="6824756"/>
                  </a:cubicBezTo>
                  <a:lnTo>
                    <a:pt x="3278211" y="6858000"/>
                  </a:lnTo>
                  <a:lnTo>
                    <a:pt x="1480830" y="6858000"/>
                  </a:lnTo>
                  <a:lnTo>
                    <a:pt x="1427607" y="6811515"/>
                  </a:lnTo>
                  <a:cubicBezTo>
                    <a:pt x="1312870" y="6705919"/>
                    <a:pt x="1203751" y="6594470"/>
                    <a:pt x="1100739" y="6477651"/>
                  </a:cubicBezTo>
                  <a:cubicBezTo>
                    <a:pt x="415045" y="5700097"/>
                    <a:pt x="0" y="4684635"/>
                    <a:pt x="0" y="3573620"/>
                  </a:cubicBezTo>
                  <a:cubicBezTo>
                    <a:pt x="0" y="2121118"/>
                    <a:pt x="709459" y="831902"/>
                    <a:pt x="1805513" y="24133"/>
                  </a:cubicBezTo>
                  <a:close/>
                </a:path>
              </a:pathLst>
            </a:custGeom>
            <a:solidFill>
              <a:schemeClr val="accent1">
                <a:alpha val="8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632D6337-9167-5AA5-8EF3-165454EEFB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48217" y="36937"/>
              <a:ext cx="9088051" cy="6858000"/>
            </a:xfrm>
            <a:custGeom>
              <a:avLst/>
              <a:gdLst>
                <a:gd name="connsiteX0" fmla="*/ 5158786 w 9088051"/>
                <a:gd name="connsiteY0" fmla="*/ 0 h 6858000"/>
                <a:gd name="connsiteX1" fmla="*/ 6996771 w 9088051"/>
                <a:gd name="connsiteY1" fmla="*/ 0 h 6858000"/>
                <a:gd name="connsiteX2" fmla="*/ 7006955 w 9088051"/>
                <a:gd name="connsiteY2" fmla="*/ 6825 h 6858000"/>
                <a:gd name="connsiteX3" fmla="*/ 8954230 w 9088051"/>
                <a:gd name="connsiteY3" fmla="*/ 4580835 h 6858000"/>
                <a:gd name="connsiteX4" fmla="*/ 7184080 w 9088051"/>
                <a:gd name="connsiteY4" fmla="*/ 6259703 h 6858000"/>
                <a:gd name="connsiteX5" fmla="*/ 6885926 w 9088051"/>
                <a:gd name="connsiteY5" fmla="*/ 6564765 h 6858000"/>
                <a:gd name="connsiteX6" fmla="*/ 6608241 w 9088051"/>
                <a:gd name="connsiteY6" fmla="*/ 6858000 h 6858000"/>
                <a:gd name="connsiteX7" fmla="*/ 5462870 w 9088051"/>
                <a:gd name="connsiteY7" fmla="*/ 6858000 h 6858000"/>
                <a:gd name="connsiteX8" fmla="*/ 5529056 w 9088051"/>
                <a:gd name="connsiteY8" fmla="*/ 6804645 h 6858000"/>
                <a:gd name="connsiteX9" fmla="*/ 6167613 w 9088051"/>
                <a:gd name="connsiteY9" fmla="*/ 6173667 h 6858000"/>
                <a:gd name="connsiteX10" fmla="*/ 6610973 w 9088051"/>
                <a:gd name="connsiteY10" fmla="*/ 5715860 h 6858000"/>
                <a:gd name="connsiteX11" fmla="*/ 7646083 w 9088051"/>
                <a:gd name="connsiteY11" fmla="*/ 4995842 h 6858000"/>
                <a:gd name="connsiteX12" fmla="*/ 7980054 w 9088051"/>
                <a:gd name="connsiteY12" fmla="*/ 4790095 h 6858000"/>
                <a:gd name="connsiteX13" fmla="*/ 8180437 w 9088051"/>
                <a:gd name="connsiteY13" fmla="*/ 4371964 h 6858000"/>
                <a:gd name="connsiteX14" fmla="*/ 8192058 w 9088051"/>
                <a:gd name="connsiteY14" fmla="*/ 2919242 h 6858000"/>
                <a:gd name="connsiteX15" fmla="*/ 7492638 w 9088051"/>
                <a:gd name="connsiteY15" fmla="*/ 1542845 h 6858000"/>
                <a:gd name="connsiteX16" fmla="*/ 6089097 w 9088051"/>
                <a:gd name="connsiteY16" fmla="*/ 357847 h 6858000"/>
                <a:gd name="connsiteX17" fmla="*/ 5288639 w 9088051"/>
                <a:gd name="connsiteY17" fmla="*/ 31627 h 6858000"/>
                <a:gd name="connsiteX18" fmla="*/ 1844517 w 9088051"/>
                <a:gd name="connsiteY18" fmla="*/ 0 h 6858000"/>
                <a:gd name="connsiteX19" fmla="*/ 3734467 w 9088051"/>
                <a:gd name="connsiteY19" fmla="*/ 0 h 6858000"/>
                <a:gd name="connsiteX20" fmla="*/ 3603618 w 9088051"/>
                <a:gd name="connsiteY20" fmla="*/ 28853 h 6858000"/>
                <a:gd name="connsiteX21" fmla="*/ 1892878 w 9088051"/>
                <a:gd name="connsiteY21" fmla="*/ 985434 h 6858000"/>
                <a:gd name="connsiteX22" fmla="*/ 1096045 w 9088051"/>
                <a:gd name="connsiteY22" fmla="*/ 2147349 h 6858000"/>
                <a:gd name="connsiteX23" fmla="*/ 803453 w 9088051"/>
                <a:gd name="connsiteY23" fmla="*/ 3573669 h 6858000"/>
                <a:gd name="connsiteX24" fmla="*/ 1046377 w 9088051"/>
                <a:gd name="connsiteY24" fmla="*/ 4878573 h 6858000"/>
                <a:gd name="connsiteX25" fmla="*/ 1714473 w 9088051"/>
                <a:gd name="connsiteY25" fmla="*/ 5973776 h 6858000"/>
                <a:gd name="connsiteX26" fmla="*/ 2776083 w 9088051"/>
                <a:gd name="connsiteY26" fmla="*/ 6804641 h 6858000"/>
                <a:gd name="connsiteX27" fmla="*/ 2884836 w 9088051"/>
                <a:gd name="connsiteY27" fmla="*/ 6858000 h 6858000"/>
                <a:gd name="connsiteX28" fmla="*/ 1484505 w 9088051"/>
                <a:gd name="connsiteY28" fmla="*/ 6858000 h 6858000"/>
                <a:gd name="connsiteX29" fmla="*/ 1431151 w 9088051"/>
                <a:gd name="connsiteY29" fmla="*/ 6811515 h 6858000"/>
                <a:gd name="connsiteX30" fmla="*/ 1103471 w 9088051"/>
                <a:gd name="connsiteY30" fmla="*/ 6477651 h 6858000"/>
                <a:gd name="connsiteX31" fmla="*/ 0 w 9088051"/>
                <a:gd name="connsiteY31" fmla="*/ 3573620 h 6858000"/>
                <a:gd name="connsiteX32" fmla="*/ 1809994 w 9088051"/>
                <a:gd name="connsiteY32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9088051" h="6858000">
                  <a:moveTo>
                    <a:pt x="5158786" y="0"/>
                  </a:moveTo>
                  <a:lnTo>
                    <a:pt x="6996771" y="0"/>
                  </a:lnTo>
                  <a:lnTo>
                    <a:pt x="7006955" y="6825"/>
                  </a:lnTo>
                  <a:cubicBezTo>
                    <a:pt x="8459794" y="1031353"/>
                    <a:pt x="9462596" y="2823601"/>
                    <a:pt x="8954230" y="4580835"/>
                  </a:cubicBezTo>
                  <a:cubicBezTo>
                    <a:pt x="8613842" y="5757293"/>
                    <a:pt x="7999457" y="5458140"/>
                    <a:pt x="7184080" y="6259703"/>
                  </a:cubicBezTo>
                  <a:cubicBezTo>
                    <a:pt x="7082152" y="6359905"/>
                    <a:pt x="6983303" y="6462297"/>
                    <a:pt x="6885926" y="6564765"/>
                  </a:cubicBezTo>
                  <a:lnTo>
                    <a:pt x="6608241" y="6858000"/>
                  </a:lnTo>
                  <a:lnTo>
                    <a:pt x="5462870" y="6858000"/>
                  </a:lnTo>
                  <a:lnTo>
                    <a:pt x="5529056" y="6804645"/>
                  </a:lnTo>
                  <a:cubicBezTo>
                    <a:pt x="5740217" y="6626505"/>
                    <a:pt x="5949382" y="6404876"/>
                    <a:pt x="6167613" y="6173667"/>
                  </a:cubicBezTo>
                  <a:cubicBezTo>
                    <a:pt x="6308782" y="6024091"/>
                    <a:pt x="6454799" y="5869390"/>
                    <a:pt x="6610973" y="5715860"/>
                  </a:cubicBezTo>
                  <a:cubicBezTo>
                    <a:pt x="7007847" y="5325741"/>
                    <a:pt x="7376733" y="5135074"/>
                    <a:pt x="7646083" y="4995842"/>
                  </a:cubicBezTo>
                  <a:cubicBezTo>
                    <a:pt x="7816858" y="4907561"/>
                    <a:pt x="7916545" y="4854514"/>
                    <a:pt x="7980054" y="4790095"/>
                  </a:cubicBezTo>
                  <a:cubicBezTo>
                    <a:pt x="8054629" y="4714405"/>
                    <a:pt x="8122031" y="4573758"/>
                    <a:pt x="8180437" y="4371964"/>
                  </a:cubicBezTo>
                  <a:cubicBezTo>
                    <a:pt x="8315441" y="3905228"/>
                    <a:pt x="8319381" y="3416431"/>
                    <a:pt x="8192058" y="2919242"/>
                  </a:cubicBezTo>
                  <a:cubicBezTo>
                    <a:pt x="8071251" y="2447381"/>
                    <a:pt x="7829388" y="1971467"/>
                    <a:pt x="7492638" y="1542845"/>
                  </a:cubicBezTo>
                  <a:cubicBezTo>
                    <a:pt x="7111829" y="1058099"/>
                    <a:pt x="6626484" y="648361"/>
                    <a:pt x="6089097" y="357847"/>
                  </a:cubicBezTo>
                  <a:cubicBezTo>
                    <a:pt x="5824244" y="214687"/>
                    <a:pt x="5554957" y="105262"/>
                    <a:pt x="5288639" y="31627"/>
                  </a:cubicBezTo>
                  <a:close/>
                  <a:moveTo>
                    <a:pt x="1844517" y="0"/>
                  </a:moveTo>
                  <a:lnTo>
                    <a:pt x="3734467" y="0"/>
                  </a:lnTo>
                  <a:lnTo>
                    <a:pt x="3603618" y="28853"/>
                  </a:lnTo>
                  <a:cubicBezTo>
                    <a:pt x="2962049" y="186733"/>
                    <a:pt x="2373277" y="513136"/>
                    <a:pt x="1892878" y="985434"/>
                  </a:cubicBezTo>
                  <a:cubicBezTo>
                    <a:pt x="1551428" y="1321091"/>
                    <a:pt x="1283341" y="1711990"/>
                    <a:pt x="1096045" y="2147349"/>
                  </a:cubicBezTo>
                  <a:cubicBezTo>
                    <a:pt x="901876" y="2598519"/>
                    <a:pt x="803453" y="3078432"/>
                    <a:pt x="803453" y="3573669"/>
                  </a:cubicBezTo>
                  <a:cubicBezTo>
                    <a:pt x="803453" y="4023717"/>
                    <a:pt x="885151" y="4462735"/>
                    <a:pt x="1046377" y="4878573"/>
                  </a:cubicBezTo>
                  <a:cubicBezTo>
                    <a:pt x="1201945" y="5279770"/>
                    <a:pt x="1426681" y="5648221"/>
                    <a:pt x="1714473" y="5973776"/>
                  </a:cubicBezTo>
                  <a:cubicBezTo>
                    <a:pt x="2012357" y="6310732"/>
                    <a:pt x="2376505" y="6595304"/>
                    <a:pt x="2776083" y="6804641"/>
                  </a:cubicBezTo>
                  <a:lnTo>
                    <a:pt x="2884836" y="6858000"/>
                  </a:lnTo>
                  <a:lnTo>
                    <a:pt x="1484505" y="6858000"/>
                  </a:lnTo>
                  <a:lnTo>
                    <a:pt x="1431151" y="6811515"/>
                  </a:lnTo>
                  <a:cubicBezTo>
                    <a:pt x="1316128" y="6705919"/>
                    <a:pt x="1206738" y="6594470"/>
                    <a:pt x="1103471" y="6477651"/>
                  </a:cubicBezTo>
                  <a:cubicBezTo>
                    <a:pt x="416075" y="5700097"/>
                    <a:pt x="0" y="4684635"/>
                    <a:pt x="0" y="3573620"/>
                  </a:cubicBezTo>
                  <a:cubicBezTo>
                    <a:pt x="0" y="2121118"/>
                    <a:pt x="711220" y="831902"/>
                    <a:pt x="1809994" y="241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2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898421EF-B770-6BAB-C540-8AC22709F2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29061" y="36937"/>
              <a:ext cx="9107210" cy="6858000"/>
            </a:xfrm>
            <a:custGeom>
              <a:avLst/>
              <a:gdLst>
                <a:gd name="connsiteX0" fmla="*/ 6184722 w 9107210"/>
                <a:gd name="connsiteY0" fmla="*/ 0 h 6858000"/>
                <a:gd name="connsiteX1" fmla="*/ 6985680 w 9107210"/>
                <a:gd name="connsiteY1" fmla="*/ 0 h 6858000"/>
                <a:gd name="connsiteX2" fmla="*/ 7324323 w 9107210"/>
                <a:gd name="connsiteY2" fmla="*/ 247136 h 6858000"/>
                <a:gd name="connsiteX3" fmla="*/ 7652712 w 9107210"/>
                <a:gd name="connsiteY3" fmla="*/ 528495 h 6858000"/>
                <a:gd name="connsiteX4" fmla="*/ 8236677 w 9107210"/>
                <a:gd name="connsiteY4" fmla="*/ 1166289 h 6858000"/>
                <a:gd name="connsiteX5" fmla="*/ 8704298 w 9107210"/>
                <a:gd name="connsiteY5" fmla="*/ 1897038 h 6858000"/>
                <a:gd name="connsiteX6" fmla="*/ 8885160 w 9107210"/>
                <a:gd name="connsiteY6" fmla="*/ 2294087 h 6858000"/>
                <a:gd name="connsiteX7" fmla="*/ 8924247 w 9107210"/>
                <a:gd name="connsiteY7" fmla="*/ 2396286 h 6858000"/>
                <a:gd name="connsiteX8" fmla="*/ 8960022 w 9107210"/>
                <a:gd name="connsiteY8" fmla="*/ 2499767 h 6858000"/>
                <a:gd name="connsiteX9" fmla="*/ 8991720 w 9107210"/>
                <a:gd name="connsiteY9" fmla="*/ 2604671 h 6858000"/>
                <a:gd name="connsiteX10" fmla="*/ 9019646 w 9107210"/>
                <a:gd name="connsiteY10" fmla="*/ 2710708 h 6858000"/>
                <a:gd name="connsiteX11" fmla="*/ 9105822 w 9107210"/>
                <a:gd name="connsiteY11" fmla="*/ 3582266 h 6858000"/>
                <a:gd name="connsiteX12" fmla="*/ 9057716 w 9107210"/>
                <a:gd name="connsiteY12" fmla="*/ 4017873 h 6858000"/>
                <a:gd name="connsiteX13" fmla="*/ 8945600 w 9107210"/>
                <a:gd name="connsiteY13" fmla="*/ 4439659 h 6858000"/>
                <a:gd name="connsiteX14" fmla="*/ 8796080 w 9107210"/>
                <a:gd name="connsiteY14" fmla="*/ 4847428 h 6858000"/>
                <a:gd name="connsiteX15" fmla="*/ 8702056 w 9107210"/>
                <a:gd name="connsiteY15" fmla="*/ 5050108 h 6858000"/>
                <a:gd name="connsiteX16" fmla="*/ 8581125 w 9107210"/>
                <a:gd name="connsiteY16" fmla="*/ 5247525 h 6858000"/>
                <a:gd name="connsiteX17" fmla="*/ 8426254 w 9107210"/>
                <a:gd name="connsiteY17" fmla="*/ 5429647 h 6858000"/>
                <a:gd name="connsiteX18" fmla="*/ 8337174 w 9107210"/>
                <a:gd name="connsiteY18" fmla="*/ 5510552 h 6858000"/>
                <a:gd name="connsiteX19" fmla="*/ 8243200 w 9107210"/>
                <a:gd name="connsiteY19" fmla="*/ 5582948 h 6858000"/>
                <a:gd name="connsiteX20" fmla="*/ 7868330 w 9107210"/>
                <a:gd name="connsiteY20" fmla="*/ 5811104 h 6858000"/>
                <a:gd name="connsiteX21" fmla="*/ 7538916 w 9107210"/>
                <a:gd name="connsiteY21" fmla="*/ 6018899 h 6858000"/>
                <a:gd name="connsiteX22" fmla="*/ 7391280 w 9107210"/>
                <a:gd name="connsiteY22" fmla="*/ 6134132 h 6858000"/>
                <a:gd name="connsiteX23" fmla="*/ 7252511 w 9107210"/>
                <a:gd name="connsiteY23" fmla="*/ 6259105 h 6858000"/>
                <a:gd name="connsiteX24" fmla="*/ 7185601 w 9107210"/>
                <a:gd name="connsiteY24" fmla="*/ 6325894 h 6858000"/>
                <a:gd name="connsiteX25" fmla="*/ 7116651 w 9107210"/>
                <a:gd name="connsiteY25" fmla="*/ 6397010 h 6858000"/>
                <a:gd name="connsiteX26" fmla="*/ 6978545 w 9107210"/>
                <a:gd name="connsiteY26" fmla="*/ 6541607 h 6858000"/>
                <a:gd name="connsiteX27" fmla="*/ 6693009 w 9107210"/>
                <a:gd name="connsiteY27" fmla="*/ 6832716 h 6858000"/>
                <a:gd name="connsiteX28" fmla="*/ 6667488 w 9107210"/>
                <a:gd name="connsiteY28" fmla="*/ 6858000 h 6858000"/>
                <a:gd name="connsiteX29" fmla="*/ 6056793 w 9107210"/>
                <a:gd name="connsiteY29" fmla="*/ 6858000 h 6858000"/>
                <a:gd name="connsiteX30" fmla="*/ 6077345 w 9107210"/>
                <a:gd name="connsiteY30" fmla="*/ 6835420 h 6858000"/>
                <a:gd name="connsiteX31" fmla="*/ 6208519 w 9107210"/>
                <a:gd name="connsiteY31" fmla="*/ 6683989 h 6858000"/>
                <a:gd name="connsiteX32" fmla="*/ 6340001 w 9107210"/>
                <a:gd name="connsiteY32" fmla="*/ 6529852 h 6858000"/>
                <a:gd name="connsiteX33" fmla="*/ 6611419 w 9107210"/>
                <a:gd name="connsiteY33" fmla="*/ 6219317 h 6858000"/>
                <a:gd name="connsiteX34" fmla="*/ 6757678 w 9107210"/>
                <a:gd name="connsiteY34" fmla="*/ 6068228 h 6858000"/>
                <a:gd name="connsiteX35" fmla="*/ 6833713 w 9107210"/>
                <a:gd name="connsiteY35" fmla="*/ 5994061 h 6858000"/>
                <a:gd name="connsiteX36" fmla="*/ 6915148 w 9107210"/>
                <a:gd name="connsiteY36" fmla="*/ 5918812 h 6858000"/>
                <a:gd name="connsiteX37" fmla="*/ 7276311 w 9107210"/>
                <a:gd name="connsiteY37" fmla="*/ 5650229 h 6858000"/>
                <a:gd name="connsiteX38" fmla="*/ 7664942 w 9107210"/>
                <a:gd name="connsiteY38" fmla="*/ 5445681 h 6858000"/>
                <a:gd name="connsiteX39" fmla="*/ 7848505 w 9107210"/>
                <a:gd name="connsiteY39" fmla="*/ 5358333 h 6858000"/>
                <a:gd name="connsiteX40" fmla="*/ 8011785 w 9107210"/>
                <a:gd name="connsiteY40" fmla="*/ 5267788 h 6858000"/>
                <a:gd name="connsiteX41" fmla="*/ 8260273 w 9107210"/>
                <a:gd name="connsiteY41" fmla="*/ 5034370 h 6858000"/>
                <a:gd name="connsiteX42" fmla="*/ 8417589 w 9107210"/>
                <a:gd name="connsiteY42" fmla="*/ 4714488 h 6858000"/>
                <a:gd name="connsiteX43" fmla="*/ 8495000 w 9107210"/>
                <a:gd name="connsiteY43" fmla="*/ 4346409 h 6858000"/>
                <a:gd name="connsiteX44" fmla="*/ 8508556 w 9107210"/>
                <a:gd name="connsiteY44" fmla="*/ 3971101 h 6858000"/>
                <a:gd name="connsiteX45" fmla="*/ 8483330 w 9107210"/>
                <a:gd name="connsiteY45" fmla="*/ 3600710 h 6858000"/>
                <a:gd name="connsiteX46" fmla="*/ 8425336 w 9107210"/>
                <a:gd name="connsiteY46" fmla="*/ 3236121 h 6858000"/>
                <a:gd name="connsiteX47" fmla="*/ 8334575 w 9107210"/>
                <a:gd name="connsiteY47" fmla="*/ 2877977 h 6858000"/>
                <a:gd name="connsiteX48" fmla="*/ 8087513 w 9107210"/>
                <a:gd name="connsiteY48" fmla="*/ 2174622 h 6858000"/>
                <a:gd name="connsiteX49" fmla="*/ 7723650 w 9107210"/>
                <a:gd name="connsiteY49" fmla="*/ 1507613 h 6858000"/>
                <a:gd name="connsiteX50" fmla="*/ 7501815 w 9107210"/>
                <a:gd name="connsiteY50" fmla="*/ 1192947 h 6858000"/>
                <a:gd name="connsiteX51" fmla="*/ 7254399 w 9107210"/>
                <a:gd name="connsiteY51" fmla="*/ 894361 h 6858000"/>
                <a:gd name="connsiteX52" fmla="*/ 6689339 w 9107210"/>
                <a:gd name="connsiteY52" fmla="*/ 354046 h 6858000"/>
                <a:gd name="connsiteX53" fmla="*/ 6206651 w 9107210"/>
                <a:gd name="connsiteY53" fmla="*/ 12626 h 6858000"/>
                <a:gd name="connsiteX54" fmla="*/ 1827105 w 9107210"/>
                <a:gd name="connsiteY54" fmla="*/ 0 h 6858000"/>
                <a:gd name="connsiteX55" fmla="*/ 2807607 w 9107210"/>
                <a:gd name="connsiteY55" fmla="*/ 0 h 6858000"/>
                <a:gd name="connsiteX56" fmla="*/ 2667958 w 9107210"/>
                <a:gd name="connsiteY56" fmla="*/ 88235 h 6858000"/>
                <a:gd name="connsiteX57" fmla="*/ 2354723 w 9107210"/>
                <a:gd name="connsiteY57" fmla="*/ 314947 h 6858000"/>
                <a:gd name="connsiteX58" fmla="*/ 2059963 w 9107210"/>
                <a:gd name="connsiteY58" fmla="*/ 561545 h 6858000"/>
                <a:gd name="connsiteX59" fmla="*/ 1780798 w 9107210"/>
                <a:gd name="connsiteY59" fmla="*/ 824425 h 6858000"/>
                <a:gd name="connsiteX60" fmla="*/ 954714 w 9107210"/>
                <a:gd name="connsiteY60" fmla="*/ 2094309 h 6858000"/>
                <a:gd name="connsiteX61" fmla="*/ 732676 w 9107210"/>
                <a:gd name="connsiteY61" fmla="*/ 2813646 h 6858000"/>
                <a:gd name="connsiteX62" fmla="*/ 673867 w 9107210"/>
                <a:gd name="connsiteY62" fmla="*/ 3183989 h 6858000"/>
                <a:gd name="connsiteX63" fmla="*/ 647621 w 9107210"/>
                <a:gd name="connsiteY63" fmla="*/ 3557281 h 6858000"/>
                <a:gd name="connsiteX64" fmla="*/ 653381 w 9107210"/>
                <a:gd name="connsiteY64" fmla="*/ 3931214 h 6858000"/>
                <a:gd name="connsiteX65" fmla="*/ 690428 w 9107210"/>
                <a:gd name="connsiteY65" fmla="*/ 4303719 h 6858000"/>
                <a:gd name="connsiteX66" fmla="*/ 871801 w 9107210"/>
                <a:gd name="connsiteY66" fmla="*/ 5033041 h 6858000"/>
                <a:gd name="connsiteX67" fmla="*/ 1197749 w 9107210"/>
                <a:gd name="connsiteY67" fmla="*/ 5718494 h 6858000"/>
                <a:gd name="connsiteX68" fmla="*/ 1411480 w 9107210"/>
                <a:gd name="connsiteY68" fmla="*/ 6036703 h 6858000"/>
                <a:gd name="connsiteX69" fmla="*/ 1530170 w 9107210"/>
                <a:gd name="connsiteY69" fmla="*/ 6188430 h 6858000"/>
                <a:gd name="connsiteX70" fmla="*/ 1657165 w 9107210"/>
                <a:gd name="connsiteY70" fmla="*/ 6335385 h 6858000"/>
                <a:gd name="connsiteX71" fmla="*/ 1931343 w 9107210"/>
                <a:gd name="connsiteY71" fmla="*/ 6612896 h 6858000"/>
                <a:gd name="connsiteX72" fmla="*/ 2220133 w 9107210"/>
                <a:gd name="connsiteY72" fmla="*/ 6858000 h 6858000"/>
                <a:gd name="connsiteX73" fmla="*/ 1539862 w 9107210"/>
                <a:gd name="connsiteY73" fmla="*/ 6858000 h 6858000"/>
                <a:gd name="connsiteX74" fmla="*/ 1307111 w 9107210"/>
                <a:gd name="connsiteY74" fmla="*/ 6648873 h 6858000"/>
                <a:gd name="connsiteX75" fmla="*/ 750258 w 9107210"/>
                <a:gd name="connsiteY75" fmla="*/ 5987570 h 6858000"/>
                <a:gd name="connsiteX76" fmla="*/ 335382 w 9107210"/>
                <a:gd name="connsiteY76" fmla="*/ 5229279 h 6858000"/>
                <a:gd name="connsiteX77" fmla="*/ 79351 w 9107210"/>
                <a:gd name="connsiteY77" fmla="*/ 4403854 h 6858000"/>
                <a:gd name="connsiteX78" fmla="*/ 16007 w 9107210"/>
                <a:gd name="connsiteY78" fmla="*/ 3975723 h 6858000"/>
                <a:gd name="connsiteX79" fmla="*/ 871 w 9107210"/>
                <a:gd name="connsiteY79" fmla="*/ 3543362 h 6858000"/>
                <a:gd name="connsiteX80" fmla="*/ 32519 w 9107210"/>
                <a:gd name="connsiteY80" fmla="*/ 3112085 h 6858000"/>
                <a:gd name="connsiteX81" fmla="*/ 108502 w 9107210"/>
                <a:gd name="connsiteY81" fmla="*/ 2686511 h 6858000"/>
                <a:gd name="connsiteX82" fmla="*/ 378239 w 9107210"/>
                <a:gd name="connsiteY82" fmla="*/ 1865955 h 6858000"/>
                <a:gd name="connsiteX83" fmla="*/ 1343701 w 9107210"/>
                <a:gd name="connsiteY83" fmla="*/ 431508 h 6858000"/>
                <a:gd name="connsiteX84" fmla="*/ 1661853 w 9107210"/>
                <a:gd name="connsiteY84" fmla="*/ 130268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</a:cxnLst>
              <a:rect l="l" t="t" r="r" b="b"/>
              <a:pathLst>
                <a:path w="9107210" h="6858000">
                  <a:moveTo>
                    <a:pt x="6184722" y="0"/>
                  </a:moveTo>
                  <a:lnTo>
                    <a:pt x="6985680" y="0"/>
                  </a:lnTo>
                  <a:lnTo>
                    <a:pt x="7324323" y="247136"/>
                  </a:lnTo>
                  <a:cubicBezTo>
                    <a:pt x="7437502" y="336500"/>
                    <a:pt x="7547171" y="430254"/>
                    <a:pt x="7652712" y="528495"/>
                  </a:cubicBezTo>
                  <a:cubicBezTo>
                    <a:pt x="7863743" y="724929"/>
                    <a:pt x="8060097" y="937593"/>
                    <a:pt x="8236677" y="1166289"/>
                  </a:cubicBezTo>
                  <a:cubicBezTo>
                    <a:pt x="8413818" y="1394594"/>
                    <a:pt x="8570168" y="1639471"/>
                    <a:pt x="8704298" y="1897038"/>
                  </a:cubicBezTo>
                  <a:cubicBezTo>
                    <a:pt x="8770803" y="2026141"/>
                    <a:pt x="8830836" y="2158786"/>
                    <a:pt x="8885160" y="2294087"/>
                  </a:cubicBezTo>
                  <a:cubicBezTo>
                    <a:pt x="8898360" y="2328071"/>
                    <a:pt x="8912169" y="2361810"/>
                    <a:pt x="8924247" y="2396286"/>
                  </a:cubicBezTo>
                  <a:lnTo>
                    <a:pt x="8960022" y="2499767"/>
                  </a:lnTo>
                  <a:lnTo>
                    <a:pt x="8991720" y="2604671"/>
                  </a:lnTo>
                  <a:cubicBezTo>
                    <a:pt x="9002116" y="2639690"/>
                    <a:pt x="9010474" y="2675346"/>
                    <a:pt x="9019646" y="2710708"/>
                  </a:cubicBezTo>
                  <a:cubicBezTo>
                    <a:pt x="9089055" y="2995079"/>
                    <a:pt x="9113620" y="3289927"/>
                    <a:pt x="9105822" y="3582266"/>
                  </a:cubicBezTo>
                  <a:cubicBezTo>
                    <a:pt x="9101796" y="3728484"/>
                    <a:pt x="9085744" y="3874458"/>
                    <a:pt x="9057716" y="4017873"/>
                  </a:cubicBezTo>
                  <a:cubicBezTo>
                    <a:pt x="9029534" y="4161336"/>
                    <a:pt x="8990497" y="4302046"/>
                    <a:pt x="8945600" y="4439659"/>
                  </a:cubicBezTo>
                  <a:cubicBezTo>
                    <a:pt x="8900857" y="4577566"/>
                    <a:pt x="8852901" y="4711784"/>
                    <a:pt x="8796080" y="4847428"/>
                  </a:cubicBezTo>
                  <a:cubicBezTo>
                    <a:pt x="8767695" y="4915152"/>
                    <a:pt x="8737016" y="4982926"/>
                    <a:pt x="8702056" y="5050108"/>
                  </a:cubicBezTo>
                  <a:cubicBezTo>
                    <a:pt x="8666485" y="5116997"/>
                    <a:pt x="8627347" y="5183687"/>
                    <a:pt x="8581125" y="5247525"/>
                  </a:cubicBezTo>
                  <a:cubicBezTo>
                    <a:pt x="8535565" y="5311660"/>
                    <a:pt x="8483534" y="5373185"/>
                    <a:pt x="8426254" y="5429647"/>
                  </a:cubicBezTo>
                  <a:cubicBezTo>
                    <a:pt x="8397512" y="5457779"/>
                    <a:pt x="8367801" y="5484879"/>
                    <a:pt x="8337174" y="5510552"/>
                  </a:cubicBezTo>
                  <a:cubicBezTo>
                    <a:pt x="8306444" y="5536077"/>
                    <a:pt x="8274899" y="5560029"/>
                    <a:pt x="8243200" y="5582948"/>
                  </a:cubicBezTo>
                  <a:cubicBezTo>
                    <a:pt x="8115543" y="5674574"/>
                    <a:pt x="7986203" y="5743233"/>
                    <a:pt x="7868330" y="5811104"/>
                  </a:cubicBezTo>
                  <a:cubicBezTo>
                    <a:pt x="7749844" y="5878385"/>
                    <a:pt x="7640685" y="5945126"/>
                    <a:pt x="7538916" y="6018899"/>
                  </a:cubicBezTo>
                  <a:cubicBezTo>
                    <a:pt x="7487749" y="6055392"/>
                    <a:pt x="7438777" y="6093950"/>
                    <a:pt x="7391280" y="6134132"/>
                  </a:cubicBezTo>
                  <a:cubicBezTo>
                    <a:pt x="7343427" y="6173921"/>
                    <a:pt x="7297511" y="6215922"/>
                    <a:pt x="7252511" y="6259105"/>
                  </a:cubicBezTo>
                  <a:cubicBezTo>
                    <a:pt x="7229784" y="6280990"/>
                    <a:pt x="7208635" y="6302433"/>
                    <a:pt x="7185601" y="6325894"/>
                  </a:cubicBezTo>
                  <a:lnTo>
                    <a:pt x="7116651" y="6397010"/>
                  </a:lnTo>
                  <a:lnTo>
                    <a:pt x="6978545" y="6541607"/>
                  </a:lnTo>
                  <a:cubicBezTo>
                    <a:pt x="6885693" y="6638397"/>
                    <a:pt x="6789885" y="6734943"/>
                    <a:pt x="6693009" y="6832716"/>
                  </a:cubicBezTo>
                  <a:lnTo>
                    <a:pt x="6667488" y="6858000"/>
                  </a:lnTo>
                  <a:lnTo>
                    <a:pt x="6056793" y="6858000"/>
                  </a:lnTo>
                  <a:lnTo>
                    <a:pt x="6077345" y="6835420"/>
                  </a:lnTo>
                  <a:cubicBezTo>
                    <a:pt x="6121427" y="6785747"/>
                    <a:pt x="6164948" y="6735090"/>
                    <a:pt x="6208519" y="6683989"/>
                  </a:cubicBezTo>
                  <a:lnTo>
                    <a:pt x="6340001" y="6529852"/>
                  </a:lnTo>
                  <a:cubicBezTo>
                    <a:pt x="6428315" y="6426667"/>
                    <a:pt x="6516733" y="6321417"/>
                    <a:pt x="6611419" y="6219317"/>
                  </a:cubicBezTo>
                  <a:cubicBezTo>
                    <a:pt x="6658864" y="6168363"/>
                    <a:pt x="6707584" y="6117950"/>
                    <a:pt x="6757678" y="6068228"/>
                  </a:cubicBezTo>
                  <a:lnTo>
                    <a:pt x="6833713" y="5994061"/>
                  </a:lnTo>
                  <a:cubicBezTo>
                    <a:pt x="6859346" y="5969422"/>
                    <a:pt x="6887579" y="5943404"/>
                    <a:pt x="6915148" y="5918812"/>
                  </a:cubicBezTo>
                  <a:cubicBezTo>
                    <a:pt x="7026295" y="5819219"/>
                    <a:pt x="7148602" y="5729117"/>
                    <a:pt x="7276311" y="5650229"/>
                  </a:cubicBezTo>
                  <a:cubicBezTo>
                    <a:pt x="7403918" y="5571046"/>
                    <a:pt x="7537794" y="5505190"/>
                    <a:pt x="7664942" y="5445681"/>
                  </a:cubicBezTo>
                  <a:cubicBezTo>
                    <a:pt x="7728491" y="5416024"/>
                    <a:pt x="7790410" y="5387449"/>
                    <a:pt x="7848505" y="5358333"/>
                  </a:cubicBezTo>
                  <a:cubicBezTo>
                    <a:pt x="7906805" y="5329315"/>
                    <a:pt x="7961843" y="5300101"/>
                    <a:pt x="8011785" y="5267788"/>
                  </a:cubicBezTo>
                  <a:cubicBezTo>
                    <a:pt x="8112281" y="5203950"/>
                    <a:pt x="8193615" y="5128111"/>
                    <a:pt x="8260273" y="5034370"/>
                  </a:cubicBezTo>
                  <a:cubicBezTo>
                    <a:pt x="8326370" y="4940776"/>
                    <a:pt x="8378657" y="4831640"/>
                    <a:pt x="8417589" y="4714488"/>
                  </a:cubicBezTo>
                  <a:cubicBezTo>
                    <a:pt x="8456372" y="4597485"/>
                    <a:pt x="8481140" y="4471332"/>
                    <a:pt x="8495000" y="4346409"/>
                  </a:cubicBezTo>
                  <a:cubicBezTo>
                    <a:pt x="8508404" y="4221044"/>
                    <a:pt x="8511359" y="4095482"/>
                    <a:pt x="8508556" y="3971101"/>
                  </a:cubicBezTo>
                  <a:cubicBezTo>
                    <a:pt x="8504530" y="3846571"/>
                    <a:pt x="8495663" y="3723222"/>
                    <a:pt x="8483330" y="3600710"/>
                  </a:cubicBezTo>
                  <a:cubicBezTo>
                    <a:pt x="8470793" y="3478148"/>
                    <a:pt x="8451888" y="3356421"/>
                    <a:pt x="8425336" y="3236121"/>
                  </a:cubicBezTo>
                  <a:cubicBezTo>
                    <a:pt x="8399091" y="3115774"/>
                    <a:pt x="8367801" y="2996655"/>
                    <a:pt x="8334575" y="2877977"/>
                  </a:cubicBezTo>
                  <a:cubicBezTo>
                    <a:pt x="8268222" y="2640772"/>
                    <a:pt x="8190100" y="2404057"/>
                    <a:pt x="8087513" y="2174622"/>
                  </a:cubicBezTo>
                  <a:cubicBezTo>
                    <a:pt x="7985081" y="1945237"/>
                    <a:pt x="7863233" y="1721900"/>
                    <a:pt x="7723650" y="1507613"/>
                  </a:cubicBezTo>
                  <a:cubicBezTo>
                    <a:pt x="7653527" y="1400692"/>
                    <a:pt x="7579684" y="1295589"/>
                    <a:pt x="7501815" y="1192947"/>
                  </a:cubicBezTo>
                  <a:cubicBezTo>
                    <a:pt x="7423844" y="1090353"/>
                    <a:pt x="7340778" y="991103"/>
                    <a:pt x="7254399" y="894361"/>
                  </a:cubicBezTo>
                  <a:cubicBezTo>
                    <a:pt x="7082047" y="700485"/>
                    <a:pt x="6893083" y="519052"/>
                    <a:pt x="6689339" y="354046"/>
                  </a:cubicBezTo>
                  <a:cubicBezTo>
                    <a:pt x="6536914" y="229775"/>
                    <a:pt x="6375602" y="115325"/>
                    <a:pt x="6206651" y="12626"/>
                  </a:cubicBezTo>
                  <a:close/>
                  <a:moveTo>
                    <a:pt x="1827105" y="0"/>
                  </a:moveTo>
                  <a:lnTo>
                    <a:pt x="2807607" y="0"/>
                  </a:lnTo>
                  <a:lnTo>
                    <a:pt x="2667958" y="88235"/>
                  </a:lnTo>
                  <a:cubicBezTo>
                    <a:pt x="2560098" y="159777"/>
                    <a:pt x="2455754" y="235690"/>
                    <a:pt x="2354723" y="314947"/>
                  </a:cubicBezTo>
                  <a:cubicBezTo>
                    <a:pt x="2253464" y="394030"/>
                    <a:pt x="2156943" y="478181"/>
                    <a:pt x="2059963" y="561545"/>
                  </a:cubicBezTo>
                  <a:cubicBezTo>
                    <a:pt x="1962831" y="644811"/>
                    <a:pt x="1868297" y="731322"/>
                    <a:pt x="1780798" y="824425"/>
                  </a:cubicBezTo>
                  <a:cubicBezTo>
                    <a:pt x="1429010" y="1195013"/>
                    <a:pt x="1148011" y="1628455"/>
                    <a:pt x="954714" y="2094309"/>
                  </a:cubicBezTo>
                  <a:cubicBezTo>
                    <a:pt x="857938" y="2327186"/>
                    <a:pt x="783229" y="2568326"/>
                    <a:pt x="732676" y="2813646"/>
                  </a:cubicBezTo>
                  <a:cubicBezTo>
                    <a:pt x="707552" y="2936307"/>
                    <a:pt x="688085" y="3059952"/>
                    <a:pt x="673867" y="3183989"/>
                  </a:cubicBezTo>
                  <a:cubicBezTo>
                    <a:pt x="660056" y="3308075"/>
                    <a:pt x="651341" y="3432605"/>
                    <a:pt x="647621" y="3557281"/>
                  </a:cubicBezTo>
                  <a:cubicBezTo>
                    <a:pt x="644411" y="3681958"/>
                    <a:pt x="645329" y="3806733"/>
                    <a:pt x="653381" y="3931214"/>
                  </a:cubicBezTo>
                  <a:cubicBezTo>
                    <a:pt x="659852" y="4055792"/>
                    <a:pt x="672949" y="4179977"/>
                    <a:pt x="690428" y="4303719"/>
                  </a:cubicBezTo>
                  <a:cubicBezTo>
                    <a:pt x="726408" y="4551057"/>
                    <a:pt x="786440" y="4795835"/>
                    <a:pt x="871801" y="5033041"/>
                  </a:cubicBezTo>
                  <a:cubicBezTo>
                    <a:pt x="957007" y="5270247"/>
                    <a:pt x="1065962" y="5500322"/>
                    <a:pt x="1197749" y="5718494"/>
                  </a:cubicBezTo>
                  <a:cubicBezTo>
                    <a:pt x="1263846" y="5827433"/>
                    <a:pt x="1334937" y="5933813"/>
                    <a:pt x="1411480" y="6036703"/>
                  </a:cubicBezTo>
                  <a:cubicBezTo>
                    <a:pt x="1449548" y="6088295"/>
                    <a:pt x="1489451" y="6138609"/>
                    <a:pt x="1530170" y="6188430"/>
                  </a:cubicBezTo>
                  <a:cubicBezTo>
                    <a:pt x="1571447" y="6238055"/>
                    <a:pt x="1613644" y="6287336"/>
                    <a:pt x="1657165" y="6335385"/>
                  </a:cubicBezTo>
                  <a:cubicBezTo>
                    <a:pt x="1744079" y="6431708"/>
                    <a:pt x="1835644" y="6524282"/>
                    <a:pt x="1931343" y="6612896"/>
                  </a:cubicBezTo>
                  <a:lnTo>
                    <a:pt x="2220133" y="6858000"/>
                  </a:lnTo>
                  <a:lnTo>
                    <a:pt x="1539862" y="6858000"/>
                  </a:lnTo>
                  <a:lnTo>
                    <a:pt x="1307111" y="6648873"/>
                  </a:lnTo>
                  <a:cubicBezTo>
                    <a:pt x="1101839" y="6448063"/>
                    <a:pt x="913180" y="6225465"/>
                    <a:pt x="750258" y="5987570"/>
                  </a:cubicBezTo>
                  <a:cubicBezTo>
                    <a:pt x="587232" y="5749281"/>
                    <a:pt x="448261" y="5494813"/>
                    <a:pt x="335382" y="5229279"/>
                  </a:cubicBezTo>
                  <a:cubicBezTo>
                    <a:pt x="222298" y="4963793"/>
                    <a:pt x="137040" y="4686652"/>
                    <a:pt x="79351" y="4403854"/>
                  </a:cubicBezTo>
                  <a:cubicBezTo>
                    <a:pt x="50150" y="4262456"/>
                    <a:pt x="29767" y="4119385"/>
                    <a:pt x="16007" y="3975723"/>
                  </a:cubicBezTo>
                  <a:cubicBezTo>
                    <a:pt x="3930" y="3831964"/>
                    <a:pt x="-2441" y="3687614"/>
                    <a:pt x="871" y="3543362"/>
                  </a:cubicBezTo>
                  <a:cubicBezTo>
                    <a:pt x="3522" y="3399160"/>
                    <a:pt x="14172" y="3255105"/>
                    <a:pt x="32519" y="3112085"/>
                  </a:cubicBezTo>
                  <a:cubicBezTo>
                    <a:pt x="50508" y="2969014"/>
                    <a:pt x="76090" y="2826925"/>
                    <a:pt x="108502" y="2686511"/>
                  </a:cubicBezTo>
                  <a:cubicBezTo>
                    <a:pt x="173019" y="2405533"/>
                    <a:pt x="263474" y="2130703"/>
                    <a:pt x="378239" y="1865955"/>
                  </a:cubicBezTo>
                  <a:cubicBezTo>
                    <a:pt x="607922" y="1336607"/>
                    <a:pt x="935706" y="848228"/>
                    <a:pt x="1343701" y="431508"/>
                  </a:cubicBezTo>
                  <a:cubicBezTo>
                    <a:pt x="1446133" y="327783"/>
                    <a:pt x="1550910" y="225926"/>
                    <a:pt x="1661853" y="130268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8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3B6CFE76-A4C3-062C-2D74-6CDBEAD471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18434" y="36937"/>
              <a:ext cx="9747620" cy="6858000"/>
            </a:xfrm>
            <a:custGeom>
              <a:avLst/>
              <a:gdLst>
                <a:gd name="connsiteX0" fmla="*/ 7235453 w 9747620"/>
                <a:gd name="connsiteY0" fmla="*/ 0 h 6858000"/>
                <a:gd name="connsiteX1" fmla="*/ 7548130 w 9747620"/>
                <a:gd name="connsiteY1" fmla="*/ 0 h 6858000"/>
                <a:gd name="connsiteX2" fmla="*/ 7710334 w 9747620"/>
                <a:gd name="connsiteY2" fmla="*/ 111973 h 6858000"/>
                <a:gd name="connsiteX3" fmla="*/ 7889188 w 9747620"/>
                <a:gd name="connsiteY3" fmla="*/ 251542 h 6858000"/>
                <a:gd name="connsiteX4" fmla="*/ 8061828 w 9747620"/>
                <a:gd name="connsiteY4" fmla="*/ 398586 h 6858000"/>
                <a:gd name="connsiteX5" fmla="*/ 8145637 w 9747620"/>
                <a:gd name="connsiteY5" fmla="*/ 474218 h 6858000"/>
                <a:gd name="connsiteX6" fmla="*/ 8187242 w 9747620"/>
                <a:gd name="connsiteY6" fmla="*/ 512753 h 6858000"/>
                <a:gd name="connsiteX7" fmla="*/ 8228402 w 9747620"/>
                <a:gd name="connsiteY7" fmla="*/ 551575 h 6858000"/>
                <a:gd name="connsiteX8" fmla="*/ 8389211 w 9747620"/>
                <a:gd name="connsiteY8" fmla="*/ 710937 h 6858000"/>
                <a:gd name="connsiteX9" fmla="*/ 8467206 w 9747620"/>
                <a:gd name="connsiteY9" fmla="*/ 793088 h 6858000"/>
                <a:gd name="connsiteX10" fmla="*/ 8486791 w 9747620"/>
                <a:gd name="connsiteY10" fmla="*/ 814223 h 6858000"/>
                <a:gd name="connsiteX11" fmla="*/ 8505979 w 9747620"/>
                <a:gd name="connsiteY11" fmla="*/ 835409 h 6858000"/>
                <a:gd name="connsiteX12" fmla="*/ 8543509 w 9747620"/>
                <a:gd name="connsiteY12" fmla="*/ 877346 h 6858000"/>
                <a:gd name="connsiteX13" fmla="*/ 8690549 w 9747620"/>
                <a:gd name="connsiteY13" fmla="*/ 1048978 h 6858000"/>
                <a:gd name="connsiteX14" fmla="*/ 8761732 w 9747620"/>
                <a:gd name="connsiteY14" fmla="*/ 1137502 h 6858000"/>
                <a:gd name="connsiteX15" fmla="*/ 8796379 w 9747620"/>
                <a:gd name="connsiteY15" fmla="*/ 1182077 h 6858000"/>
                <a:gd name="connsiteX16" fmla="*/ 8830678 w 9747620"/>
                <a:gd name="connsiteY16" fmla="*/ 1226986 h 6858000"/>
                <a:gd name="connsiteX17" fmla="*/ 8963353 w 9747620"/>
                <a:gd name="connsiteY17" fmla="*/ 1410936 h 6858000"/>
                <a:gd name="connsiteX18" fmla="*/ 9026483 w 9747620"/>
                <a:gd name="connsiteY18" fmla="*/ 1505499 h 6858000"/>
                <a:gd name="connsiteX19" fmla="*/ 9057004 w 9747620"/>
                <a:gd name="connsiteY19" fmla="*/ 1552613 h 6858000"/>
                <a:gd name="connsiteX20" fmla="*/ 9087278 w 9747620"/>
                <a:gd name="connsiteY20" fmla="*/ 1600542 h 6858000"/>
                <a:gd name="connsiteX21" fmla="*/ 9202851 w 9747620"/>
                <a:gd name="connsiteY21" fmla="*/ 1795515 h 6858000"/>
                <a:gd name="connsiteX22" fmla="*/ 9257332 w 9747620"/>
                <a:gd name="connsiteY22" fmla="*/ 1894920 h 6858000"/>
                <a:gd name="connsiteX23" fmla="*/ 9283778 w 9747620"/>
                <a:gd name="connsiteY23" fmla="*/ 1945436 h 6858000"/>
                <a:gd name="connsiteX24" fmla="*/ 9309428 w 9747620"/>
                <a:gd name="connsiteY24" fmla="*/ 1996193 h 6858000"/>
                <a:gd name="connsiteX25" fmla="*/ 9405714 w 9747620"/>
                <a:gd name="connsiteY25" fmla="*/ 2202191 h 6858000"/>
                <a:gd name="connsiteX26" fmla="*/ 9566524 w 9747620"/>
                <a:gd name="connsiteY26" fmla="*/ 2627653 h 6858000"/>
                <a:gd name="connsiteX27" fmla="*/ 9583573 w 9747620"/>
                <a:gd name="connsiteY27" fmla="*/ 2682195 h 6858000"/>
                <a:gd name="connsiteX28" fmla="*/ 9591974 w 9747620"/>
                <a:gd name="connsiteY28" fmla="*/ 2709707 h 6858000"/>
                <a:gd name="connsiteX29" fmla="*/ 9600027 w 9747620"/>
                <a:gd name="connsiteY29" fmla="*/ 2737650 h 6858000"/>
                <a:gd name="connsiteX30" fmla="*/ 9629803 w 9747620"/>
                <a:gd name="connsiteY30" fmla="*/ 2847694 h 6858000"/>
                <a:gd name="connsiteX31" fmla="*/ 9679909 w 9747620"/>
                <a:gd name="connsiteY31" fmla="*/ 3070131 h 6858000"/>
                <a:gd name="connsiteX32" fmla="*/ 9690498 w 9747620"/>
                <a:gd name="connsiteY32" fmla="*/ 3126159 h 6858000"/>
                <a:gd name="connsiteX33" fmla="*/ 9700390 w 9747620"/>
                <a:gd name="connsiteY33" fmla="*/ 3181805 h 6858000"/>
                <a:gd name="connsiteX34" fmla="*/ 9709685 w 9747620"/>
                <a:gd name="connsiteY34" fmla="*/ 3243392 h 6858000"/>
                <a:gd name="connsiteX35" fmla="*/ 9713016 w 9747620"/>
                <a:gd name="connsiteY35" fmla="*/ 3267597 h 6858000"/>
                <a:gd name="connsiteX36" fmla="*/ 9716844 w 9747620"/>
                <a:gd name="connsiteY36" fmla="*/ 3294437 h 6858000"/>
                <a:gd name="connsiteX37" fmla="*/ 9720820 w 9747620"/>
                <a:gd name="connsiteY37" fmla="*/ 3324488 h 6858000"/>
                <a:gd name="connsiteX38" fmla="*/ 9722709 w 9747620"/>
                <a:gd name="connsiteY38" fmla="*/ 3340737 h 6858000"/>
                <a:gd name="connsiteX39" fmla="*/ 9724301 w 9747620"/>
                <a:gd name="connsiteY39" fmla="*/ 3356361 h 6858000"/>
                <a:gd name="connsiteX40" fmla="*/ 9730166 w 9747620"/>
                <a:gd name="connsiteY40" fmla="*/ 3412197 h 6858000"/>
                <a:gd name="connsiteX41" fmla="*/ 9735783 w 9747620"/>
                <a:gd name="connsiteY41" fmla="*/ 3468083 h 6858000"/>
                <a:gd name="connsiteX42" fmla="*/ 9739760 w 9747620"/>
                <a:gd name="connsiteY42" fmla="*/ 3524399 h 6858000"/>
                <a:gd name="connsiteX43" fmla="*/ 9741748 w 9747620"/>
                <a:gd name="connsiteY43" fmla="*/ 3552580 h 6858000"/>
                <a:gd name="connsiteX44" fmla="*/ 9742742 w 9747620"/>
                <a:gd name="connsiteY44" fmla="*/ 3566672 h 6858000"/>
                <a:gd name="connsiteX45" fmla="*/ 9743488 w 9747620"/>
                <a:gd name="connsiteY45" fmla="*/ 3581865 h 6858000"/>
                <a:gd name="connsiteX46" fmla="*/ 9744731 w 9747620"/>
                <a:gd name="connsiteY46" fmla="*/ 3611341 h 6858000"/>
                <a:gd name="connsiteX47" fmla="*/ 9745725 w 9747620"/>
                <a:gd name="connsiteY47" fmla="*/ 3639715 h 6858000"/>
                <a:gd name="connsiteX48" fmla="*/ 9747613 w 9747620"/>
                <a:gd name="connsiteY48" fmla="*/ 3753786 h 6858000"/>
                <a:gd name="connsiteX49" fmla="*/ 9740405 w 9747620"/>
                <a:gd name="connsiteY49" fmla="*/ 3984609 h 6858000"/>
                <a:gd name="connsiteX50" fmla="*/ 9736329 w 9747620"/>
                <a:gd name="connsiteY50" fmla="*/ 4038434 h 6858000"/>
                <a:gd name="connsiteX51" fmla="*/ 9731408 w 9747620"/>
                <a:gd name="connsiteY51" fmla="*/ 4099446 h 6858000"/>
                <a:gd name="connsiteX52" fmla="*/ 9717987 w 9747620"/>
                <a:gd name="connsiteY52" fmla="*/ 4213325 h 6858000"/>
                <a:gd name="connsiteX53" fmla="*/ 9716297 w 9747620"/>
                <a:gd name="connsiteY53" fmla="*/ 4227129 h 6858000"/>
                <a:gd name="connsiteX54" fmla="*/ 9714110 w 9747620"/>
                <a:gd name="connsiteY54" fmla="*/ 4240981 h 6858000"/>
                <a:gd name="connsiteX55" fmla="*/ 9709785 w 9747620"/>
                <a:gd name="connsiteY55" fmla="*/ 4268731 h 6858000"/>
                <a:gd name="connsiteX56" fmla="*/ 9701086 w 9747620"/>
                <a:gd name="connsiteY56" fmla="*/ 4324185 h 6858000"/>
                <a:gd name="connsiteX57" fmla="*/ 9698699 w 9747620"/>
                <a:gd name="connsiteY57" fmla="*/ 4338994 h 6858000"/>
                <a:gd name="connsiteX58" fmla="*/ 9695966 w 9747620"/>
                <a:gd name="connsiteY58" fmla="*/ 4355050 h 6858000"/>
                <a:gd name="connsiteX59" fmla="*/ 9690299 w 9747620"/>
                <a:gd name="connsiteY59" fmla="*/ 4385054 h 6858000"/>
                <a:gd name="connsiteX60" fmla="*/ 9679909 w 9747620"/>
                <a:gd name="connsiteY60" fmla="*/ 4437919 h 6858000"/>
                <a:gd name="connsiteX61" fmla="*/ 9673647 w 9747620"/>
                <a:gd name="connsiteY61" fmla="*/ 4468162 h 6858000"/>
                <a:gd name="connsiteX62" fmla="*/ 9667532 w 9747620"/>
                <a:gd name="connsiteY62" fmla="*/ 4496296 h 6858000"/>
                <a:gd name="connsiteX63" fmla="*/ 9654658 w 9747620"/>
                <a:gd name="connsiteY63" fmla="*/ 4552277 h 6858000"/>
                <a:gd name="connsiteX64" fmla="*/ 9625876 w 9747620"/>
                <a:gd name="connsiteY64" fmla="*/ 4664478 h 6858000"/>
                <a:gd name="connsiteX65" fmla="*/ 9552803 w 9747620"/>
                <a:gd name="connsiteY65" fmla="*/ 4888737 h 6858000"/>
                <a:gd name="connsiteX66" fmla="*/ 9452639 w 9747620"/>
                <a:gd name="connsiteY66" fmla="*/ 5110934 h 6858000"/>
                <a:gd name="connsiteX67" fmla="*/ 9388017 w 9747620"/>
                <a:gd name="connsiteY67" fmla="*/ 5220020 h 6858000"/>
                <a:gd name="connsiteX68" fmla="*/ 9370073 w 9747620"/>
                <a:gd name="connsiteY68" fmla="*/ 5246811 h 6858000"/>
                <a:gd name="connsiteX69" fmla="*/ 9360926 w 9747620"/>
                <a:gd name="connsiteY69" fmla="*/ 5260040 h 6858000"/>
                <a:gd name="connsiteX70" fmla="*/ 9351829 w 9747620"/>
                <a:gd name="connsiteY70" fmla="*/ 5272646 h 6858000"/>
                <a:gd name="connsiteX71" fmla="*/ 9313305 w 9747620"/>
                <a:gd name="connsiteY71" fmla="*/ 5323881 h 6858000"/>
                <a:gd name="connsiteX72" fmla="*/ 9130375 w 9747620"/>
                <a:gd name="connsiteY72" fmla="*/ 5510802 h 6858000"/>
                <a:gd name="connsiteX73" fmla="*/ 9028422 w 9747620"/>
                <a:gd name="connsiteY73" fmla="*/ 5588878 h 6858000"/>
                <a:gd name="connsiteX74" fmla="*/ 9002424 w 9747620"/>
                <a:gd name="connsiteY74" fmla="*/ 5606707 h 6858000"/>
                <a:gd name="connsiteX75" fmla="*/ 8976525 w 9747620"/>
                <a:gd name="connsiteY75" fmla="*/ 5623866 h 6858000"/>
                <a:gd name="connsiteX76" fmla="*/ 8924181 w 9747620"/>
                <a:gd name="connsiteY76" fmla="*/ 5656793 h 6858000"/>
                <a:gd name="connsiteX77" fmla="*/ 8717291 w 9747620"/>
                <a:gd name="connsiteY77" fmla="*/ 5771582 h 6858000"/>
                <a:gd name="connsiteX78" fmla="*/ 8617129 w 9747620"/>
                <a:gd name="connsiteY78" fmla="*/ 5823105 h 6858000"/>
                <a:gd name="connsiteX79" fmla="*/ 8518207 w 9747620"/>
                <a:gd name="connsiteY79" fmla="*/ 5873671 h 6858000"/>
                <a:gd name="connsiteX80" fmla="*/ 8150558 w 9747620"/>
                <a:gd name="connsiteY80" fmla="*/ 6086761 h 6858000"/>
                <a:gd name="connsiteX81" fmla="*/ 7979410 w 9747620"/>
                <a:gd name="connsiteY81" fmla="*/ 6207158 h 6858000"/>
                <a:gd name="connsiteX82" fmla="*/ 7938300 w 9747620"/>
                <a:gd name="connsiteY82" fmla="*/ 6238887 h 6858000"/>
                <a:gd name="connsiteX83" fmla="*/ 7897936 w 9747620"/>
                <a:gd name="connsiteY83" fmla="*/ 6271286 h 6858000"/>
                <a:gd name="connsiteX84" fmla="*/ 7858367 w 9747620"/>
                <a:gd name="connsiteY84" fmla="*/ 6304357 h 6858000"/>
                <a:gd name="connsiteX85" fmla="*/ 7819048 w 9747620"/>
                <a:gd name="connsiteY85" fmla="*/ 6338770 h 6858000"/>
                <a:gd name="connsiteX86" fmla="*/ 7778882 w 9747620"/>
                <a:gd name="connsiteY86" fmla="*/ 6374477 h 6858000"/>
                <a:gd name="connsiteX87" fmla="*/ 7739563 w 9747620"/>
                <a:gd name="connsiteY87" fmla="*/ 6410328 h 6858000"/>
                <a:gd name="connsiteX88" fmla="*/ 7660824 w 9747620"/>
                <a:gd name="connsiteY88" fmla="*/ 6484138 h 6858000"/>
                <a:gd name="connsiteX89" fmla="*/ 7502302 w 9747620"/>
                <a:gd name="connsiteY89" fmla="*/ 6636360 h 6858000"/>
                <a:gd name="connsiteX90" fmla="*/ 7273394 w 9747620"/>
                <a:gd name="connsiteY90" fmla="*/ 6858000 h 6858000"/>
                <a:gd name="connsiteX91" fmla="*/ 6780690 w 9747620"/>
                <a:gd name="connsiteY91" fmla="*/ 6858000 h 6858000"/>
                <a:gd name="connsiteX92" fmla="*/ 6854939 w 9747620"/>
                <a:gd name="connsiteY92" fmla="*/ 6783597 h 6858000"/>
                <a:gd name="connsiteX93" fmla="*/ 6932087 w 9747620"/>
                <a:gd name="connsiteY93" fmla="*/ 6705809 h 6858000"/>
                <a:gd name="connsiteX94" fmla="*/ 7241130 w 9747620"/>
                <a:gd name="connsiteY94" fmla="*/ 6390965 h 6858000"/>
                <a:gd name="connsiteX95" fmla="*/ 7397564 w 9747620"/>
                <a:gd name="connsiteY95" fmla="*/ 6233087 h 6858000"/>
                <a:gd name="connsiteX96" fmla="*/ 7478142 w 9747620"/>
                <a:gd name="connsiteY96" fmla="*/ 6153670 h 6858000"/>
                <a:gd name="connsiteX97" fmla="*/ 7519600 w 9747620"/>
                <a:gd name="connsiteY97" fmla="*/ 6113937 h 6858000"/>
                <a:gd name="connsiteX98" fmla="*/ 7561207 w 9747620"/>
                <a:gd name="connsiteY98" fmla="*/ 6075067 h 6858000"/>
                <a:gd name="connsiteX99" fmla="*/ 7604204 w 9747620"/>
                <a:gd name="connsiteY99" fmla="*/ 6035526 h 6858000"/>
                <a:gd name="connsiteX100" fmla="*/ 7648644 w 9747620"/>
                <a:gd name="connsiteY100" fmla="*/ 5996416 h 6858000"/>
                <a:gd name="connsiteX101" fmla="*/ 7693830 w 9747620"/>
                <a:gd name="connsiteY101" fmla="*/ 5958264 h 6858000"/>
                <a:gd name="connsiteX102" fmla="*/ 7739662 w 9747620"/>
                <a:gd name="connsiteY102" fmla="*/ 5921073 h 6858000"/>
                <a:gd name="connsiteX103" fmla="*/ 7928458 w 9747620"/>
                <a:gd name="connsiteY103" fmla="*/ 5781025 h 6858000"/>
                <a:gd name="connsiteX104" fmla="*/ 8325882 w 9747620"/>
                <a:gd name="connsiteY104" fmla="*/ 5537450 h 6858000"/>
                <a:gd name="connsiteX105" fmla="*/ 8424555 w 9747620"/>
                <a:gd name="connsiteY105" fmla="*/ 5484106 h 6858000"/>
                <a:gd name="connsiteX106" fmla="*/ 8521737 w 9747620"/>
                <a:gd name="connsiteY106" fmla="*/ 5431289 h 6858000"/>
                <a:gd name="connsiteX107" fmla="*/ 8702677 w 9747620"/>
                <a:gd name="connsiteY107" fmla="*/ 5325942 h 6858000"/>
                <a:gd name="connsiteX108" fmla="*/ 8743986 w 9747620"/>
                <a:gd name="connsiteY108" fmla="*/ 5298717 h 6858000"/>
                <a:gd name="connsiteX109" fmla="*/ 8764167 w 9747620"/>
                <a:gd name="connsiteY109" fmla="*/ 5284723 h 6858000"/>
                <a:gd name="connsiteX110" fmla="*/ 8783704 w 9747620"/>
                <a:gd name="connsiteY110" fmla="*/ 5270679 h 6858000"/>
                <a:gd name="connsiteX111" fmla="*/ 8856776 w 9747620"/>
                <a:gd name="connsiteY111" fmla="*/ 5212399 h 6858000"/>
                <a:gd name="connsiteX112" fmla="*/ 8979856 w 9747620"/>
                <a:gd name="connsiteY112" fmla="*/ 5082081 h 6858000"/>
                <a:gd name="connsiteX113" fmla="*/ 9006699 w 9747620"/>
                <a:gd name="connsiteY113" fmla="*/ 5044984 h 6858000"/>
                <a:gd name="connsiteX114" fmla="*/ 9013509 w 9747620"/>
                <a:gd name="connsiteY114" fmla="*/ 5035254 h 6858000"/>
                <a:gd name="connsiteX115" fmla="*/ 9019773 w 9747620"/>
                <a:gd name="connsiteY115" fmla="*/ 5025812 h 6858000"/>
                <a:gd name="connsiteX116" fmla="*/ 9032050 w 9747620"/>
                <a:gd name="connsiteY116" fmla="*/ 5006833 h 6858000"/>
                <a:gd name="connsiteX117" fmla="*/ 9077733 w 9747620"/>
                <a:gd name="connsiteY117" fmla="*/ 4926839 h 6858000"/>
                <a:gd name="connsiteX118" fmla="*/ 9154285 w 9747620"/>
                <a:gd name="connsiteY118" fmla="*/ 4750223 h 6858000"/>
                <a:gd name="connsiteX119" fmla="*/ 9213936 w 9747620"/>
                <a:gd name="connsiteY119" fmla="*/ 4559945 h 6858000"/>
                <a:gd name="connsiteX120" fmla="*/ 9238592 w 9747620"/>
                <a:gd name="connsiteY120" fmla="*/ 4461357 h 6858000"/>
                <a:gd name="connsiteX121" fmla="*/ 9249776 w 9747620"/>
                <a:gd name="connsiteY121" fmla="*/ 4411319 h 6858000"/>
                <a:gd name="connsiteX122" fmla="*/ 9255046 w 9747620"/>
                <a:gd name="connsiteY122" fmla="*/ 4386299 h 6858000"/>
                <a:gd name="connsiteX123" fmla="*/ 9259718 w 9747620"/>
                <a:gd name="connsiteY123" fmla="*/ 4363342 h 6858000"/>
                <a:gd name="connsiteX124" fmla="*/ 9269959 w 9747620"/>
                <a:gd name="connsiteY124" fmla="*/ 4309566 h 6858000"/>
                <a:gd name="connsiteX125" fmla="*/ 9274233 w 9747620"/>
                <a:gd name="connsiteY125" fmla="*/ 4286176 h 6858000"/>
                <a:gd name="connsiteX126" fmla="*/ 9276022 w 9747620"/>
                <a:gd name="connsiteY126" fmla="*/ 4275489 h 6858000"/>
                <a:gd name="connsiteX127" fmla="*/ 9277861 w 9747620"/>
                <a:gd name="connsiteY127" fmla="*/ 4263506 h 6858000"/>
                <a:gd name="connsiteX128" fmla="*/ 9286014 w 9747620"/>
                <a:gd name="connsiteY128" fmla="*/ 4211696 h 6858000"/>
                <a:gd name="connsiteX129" fmla="*/ 9290092 w 9747620"/>
                <a:gd name="connsiteY129" fmla="*/ 4185767 h 6858000"/>
                <a:gd name="connsiteX130" fmla="*/ 9292128 w 9747620"/>
                <a:gd name="connsiteY130" fmla="*/ 4172826 h 6858000"/>
                <a:gd name="connsiteX131" fmla="*/ 9293720 w 9747620"/>
                <a:gd name="connsiteY131" fmla="*/ 4159693 h 6858000"/>
                <a:gd name="connsiteX132" fmla="*/ 9305650 w 9747620"/>
                <a:gd name="connsiteY132" fmla="*/ 4057941 h 6858000"/>
                <a:gd name="connsiteX133" fmla="*/ 9309378 w 9747620"/>
                <a:gd name="connsiteY133" fmla="*/ 4010779 h 6858000"/>
                <a:gd name="connsiteX134" fmla="*/ 9313454 w 9747620"/>
                <a:gd name="connsiteY134" fmla="*/ 3956428 h 6858000"/>
                <a:gd name="connsiteX135" fmla="*/ 9320811 w 9747620"/>
                <a:gd name="connsiteY135" fmla="*/ 3753546 h 6858000"/>
                <a:gd name="connsiteX136" fmla="*/ 9319617 w 9747620"/>
                <a:gd name="connsiteY136" fmla="*/ 3650643 h 6858000"/>
                <a:gd name="connsiteX137" fmla="*/ 9318176 w 9747620"/>
                <a:gd name="connsiteY137" fmla="*/ 3600030 h 6858000"/>
                <a:gd name="connsiteX138" fmla="*/ 9317778 w 9747620"/>
                <a:gd name="connsiteY138" fmla="*/ 3588096 h 6858000"/>
                <a:gd name="connsiteX139" fmla="*/ 9316983 w 9747620"/>
                <a:gd name="connsiteY139" fmla="*/ 3575107 h 6858000"/>
                <a:gd name="connsiteX140" fmla="*/ 9315443 w 9747620"/>
                <a:gd name="connsiteY140" fmla="*/ 3549130 h 6858000"/>
                <a:gd name="connsiteX141" fmla="*/ 9312311 w 9747620"/>
                <a:gd name="connsiteY141" fmla="*/ 3497176 h 6858000"/>
                <a:gd name="connsiteX142" fmla="*/ 9307587 w 9747620"/>
                <a:gd name="connsiteY142" fmla="*/ 3445029 h 6858000"/>
                <a:gd name="connsiteX143" fmla="*/ 9302618 w 9747620"/>
                <a:gd name="connsiteY143" fmla="*/ 3392835 h 6858000"/>
                <a:gd name="connsiteX144" fmla="*/ 9301574 w 9747620"/>
                <a:gd name="connsiteY144" fmla="*/ 3381476 h 6858000"/>
                <a:gd name="connsiteX145" fmla="*/ 9300430 w 9747620"/>
                <a:gd name="connsiteY145" fmla="*/ 3370740 h 6858000"/>
                <a:gd name="connsiteX146" fmla="*/ 9297547 w 9747620"/>
                <a:gd name="connsiteY146" fmla="*/ 3346966 h 6858000"/>
                <a:gd name="connsiteX147" fmla="*/ 9294017 w 9747620"/>
                <a:gd name="connsiteY147" fmla="*/ 3320030 h 6858000"/>
                <a:gd name="connsiteX148" fmla="*/ 9290439 w 9747620"/>
                <a:gd name="connsiteY148" fmla="*/ 3290410 h 6858000"/>
                <a:gd name="connsiteX149" fmla="*/ 9284275 w 9747620"/>
                <a:gd name="connsiteY149" fmla="*/ 3244544 h 6858000"/>
                <a:gd name="connsiteX150" fmla="*/ 9275974 w 9747620"/>
                <a:gd name="connsiteY150" fmla="*/ 3193116 h 6858000"/>
                <a:gd name="connsiteX151" fmla="*/ 9267224 w 9747620"/>
                <a:gd name="connsiteY151" fmla="*/ 3142264 h 6858000"/>
                <a:gd name="connsiteX152" fmla="*/ 9225320 w 9747620"/>
                <a:gd name="connsiteY152" fmla="*/ 2939909 h 6858000"/>
                <a:gd name="connsiteX153" fmla="*/ 9200466 w 9747620"/>
                <a:gd name="connsiteY153" fmla="*/ 2839449 h 6858000"/>
                <a:gd name="connsiteX154" fmla="*/ 9193953 w 9747620"/>
                <a:gd name="connsiteY154" fmla="*/ 2814958 h 6858000"/>
                <a:gd name="connsiteX155" fmla="*/ 9186993 w 9747620"/>
                <a:gd name="connsiteY155" fmla="*/ 2790276 h 6858000"/>
                <a:gd name="connsiteX156" fmla="*/ 9172628 w 9747620"/>
                <a:gd name="connsiteY156" fmla="*/ 2740621 h 6858000"/>
                <a:gd name="connsiteX157" fmla="*/ 9035082 w 9747620"/>
                <a:gd name="connsiteY157" fmla="*/ 2347463 h 6858000"/>
                <a:gd name="connsiteX158" fmla="*/ 8952118 w 9747620"/>
                <a:gd name="connsiteY158" fmla="*/ 2155413 h 6858000"/>
                <a:gd name="connsiteX159" fmla="*/ 8929948 w 9747620"/>
                <a:gd name="connsiteY159" fmla="*/ 2107915 h 6858000"/>
                <a:gd name="connsiteX160" fmla="*/ 8907429 w 9747620"/>
                <a:gd name="connsiteY160" fmla="*/ 2060753 h 6858000"/>
                <a:gd name="connsiteX161" fmla="*/ 8860404 w 9747620"/>
                <a:gd name="connsiteY161" fmla="*/ 1966478 h 6858000"/>
                <a:gd name="connsiteX162" fmla="*/ 8760788 w 9747620"/>
                <a:gd name="connsiteY162" fmla="*/ 1780274 h 6858000"/>
                <a:gd name="connsiteX163" fmla="*/ 8734740 w 9747620"/>
                <a:gd name="connsiteY163" fmla="*/ 1734311 h 6858000"/>
                <a:gd name="connsiteX164" fmla="*/ 8708046 w 9747620"/>
                <a:gd name="connsiteY164" fmla="*/ 1687963 h 6858000"/>
                <a:gd name="connsiteX165" fmla="*/ 8654062 w 9747620"/>
                <a:gd name="connsiteY165" fmla="*/ 1597234 h 6858000"/>
                <a:gd name="connsiteX166" fmla="*/ 8540278 w 9747620"/>
                <a:gd name="connsiteY166" fmla="*/ 1418077 h 6858000"/>
                <a:gd name="connsiteX167" fmla="*/ 8510701 w 9747620"/>
                <a:gd name="connsiteY167" fmla="*/ 1373695 h 6858000"/>
                <a:gd name="connsiteX168" fmla="*/ 8480676 w 9747620"/>
                <a:gd name="connsiteY168" fmla="*/ 1329457 h 6858000"/>
                <a:gd name="connsiteX169" fmla="*/ 8419782 w 9747620"/>
                <a:gd name="connsiteY169" fmla="*/ 1242275 h 6858000"/>
                <a:gd name="connsiteX170" fmla="*/ 8292478 w 9747620"/>
                <a:gd name="connsiteY170" fmla="*/ 1069875 h 6858000"/>
                <a:gd name="connsiteX171" fmla="*/ 8259620 w 9747620"/>
                <a:gd name="connsiteY171" fmla="*/ 1027123 h 6858000"/>
                <a:gd name="connsiteX172" fmla="*/ 8243416 w 9747620"/>
                <a:gd name="connsiteY172" fmla="*/ 1006130 h 6858000"/>
                <a:gd name="connsiteX173" fmla="*/ 8227110 w 9747620"/>
                <a:gd name="connsiteY173" fmla="*/ 985473 h 6858000"/>
                <a:gd name="connsiteX174" fmla="*/ 8159604 w 9747620"/>
                <a:gd name="connsiteY174" fmla="*/ 902029 h 6858000"/>
                <a:gd name="connsiteX175" fmla="*/ 8020022 w 9747620"/>
                <a:gd name="connsiteY175" fmla="*/ 738209 h 6858000"/>
                <a:gd name="connsiteX176" fmla="*/ 7984182 w 9747620"/>
                <a:gd name="connsiteY176" fmla="*/ 697901 h 6858000"/>
                <a:gd name="connsiteX177" fmla="*/ 7948043 w 9747620"/>
                <a:gd name="connsiteY177" fmla="*/ 657976 h 6858000"/>
                <a:gd name="connsiteX178" fmla="*/ 7874324 w 9747620"/>
                <a:gd name="connsiteY178" fmla="*/ 578607 h 6858000"/>
                <a:gd name="connsiteX179" fmla="*/ 7723308 w 9747620"/>
                <a:gd name="connsiteY179" fmla="*/ 424085 h 6858000"/>
                <a:gd name="connsiteX180" fmla="*/ 7565532 w 9747620"/>
                <a:gd name="connsiteY180" fmla="*/ 275602 h 6858000"/>
                <a:gd name="connsiteX181" fmla="*/ 1832515 w 9747620"/>
                <a:gd name="connsiteY181" fmla="*/ 0 h 6858000"/>
                <a:gd name="connsiteX182" fmla="*/ 2158449 w 9747620"/>
                <a:gd name="connsiteY182" fmla="*/ 0 h 6858000"/>
                <a:gd name="connsiteX183" fmla="*/ 2108797 w 9747620"/>
                <a:gd name="connsiteY183" fmla="*/ 37845 h 6858000"/>
                <a:gd name="connsiteX184" fmla="*/ 1942830 w 9747620"/>
                <a:gd name="connsiteY184" fmla="*/ 177587 h 6858000"/>
                <a:gd name="connsiteX185" fmla="*/ 1633191 w 9747620"/>
                <a:gd name="connsiteY185" fmla="*/ 477909 h 6858000"/>
                <a:gd name="connsiteX186" fmla="*/ 702686 w 9747620"/>
                <a:gd name="connsiteY186" fmla="*/ 1889935 h 6858000"/>
                <a:gd name="connsiteX187" fmla="*/ 551769 w 9747620"/>
                <a:gd name="connsiteY187" fmla="*/ 2281416 h 6858000"/>
                <a:gd name="connsiteX188" fmla="*/ 438383 w 9747620"/>
                <a:gd name="connsiteY188" fmla="*/ 2682772 h 6858000"/>
                <a:gd name="connsiteX189" fmla="*/ 397124 w 9747620"/>
                <a:gd name="connsiteY189" fmla="*/ 2887044 h 6858000"/>
                <a:gd name="connsiteX190" fmla="*/ 365658 w 9747620"/>
                <a:gd name="connsiteY190" fmla="*/ 3093424 h 6858000"/>
                <a:gd name="connsiteX191" fmla="*/ 332105 w 9747620"/>
                <a:gd name="connsiteY191" fmla="*/ 3509828 h 6858000"/>
                <a:gd name="connsiteX192" fmla="*/ 383653 w 9747620"/>
                <a:gd name="connsiteY192" fmla="*/ 4346327 h 6858000"/>
                <a:gd name="connsiteX193" fmla="*/ 422327 w 9747620"/>
                <a:gd name="connsiteY193" fmla="*/ 4552900 h 6858000"/>
                <a:gd name="connsiteX194" fmla="*/ 472184 w 9747620"/>
                <a:gd name="connsiteY194" fmla="*/ 4757939 h 6858000"/>
                <a:gd name="connsiteX195" fmla="*/ 533078 w 9747620"/>
                <a:gd name="connsiteY195" fmla="*/ 4960916 h 6858000"/>
                <a:gd name="connsiteX196" fmla="*/ 604710 w 9747620"/>
                <a:gd name="connsiteY196" fmla="*/ 5160875 h 6858000"/>
                <a:gd name="connsiteX197" fmla="*/ 996766 w 9747620"/>
                <a:gd name="connsiteY197" fmla="*/ 5920640 h 6858000"/>
                <a:gd name="connsiteX198" fmla="*/ 1549183 w 9747620"/>
                <a:gd name="connsiteY198" fmla="*/ 6586417 h 6858000"/>
                <a:gd name="connsiteX199" fmla="*/ 1709890 w 9747620"/>
                <a:gd name="connsiteY199" fmla="*/ 6734063 h 6858000"/>
                <a:gd name="connsiteX200" fmla="*/ 1859761 w 9747620"/>
                <a:gd name="connsiteY200" fmla="*/ 6858000 h 6858000"/>
                <a:gd name="connsiteX201" fmla="*/ 1671798 w 9747620"/>
                <a:gd name="connsiteY201" fmla="*/ 6858000 h 6858000"/>
                <a:gd name="connsiteX202" fmla="*/ 1628044 w 9747620"/>
                <a:gd name="connsiteY202" fmla="*/ 6822717 h 6858000"/>
                <a:gd name="connsiteX203" fmla="*/ 1459756 w 9747620"/>
                <a:gd name="connsiteY203" fmla="*/ 6674223 h 6858000"/>
                <a:gd name="connsiteX204" fmla="*/ 402543 w 9747620"/>
                <a:gd name="connsiteY204" fmla="*/ 5241588 h 6858000"/>
                <a:gd name="connsiteX205" fmla="*/ 311923 w 9747620"/>
                <a:gd name="connsiteY205" fmla="*/ 5036741 h 6858000"/>
                <a:gd name="connsiteX206" fmla="*/ 232140 w 9747620"/>
                <a:gd name="connsiteY206" fmla="*/ 4827483 h 6858000"/>
                <a:gd name="connsiteX207" fmla="*/ 163392 w 9747620"/>
                <a:gd name="connsiteY207" fmla="*/ 4613913 h 6858000"/>
                <a:gd name="connsiteX208" fmla="*/ 106823 w 9747620"/>
                <a:gd name="connsiteY208" fmla="*/ 4396365 h 6858000"/>
                <a:gd name="connsiteX209" fmla="*/ 29326 w 9747620"/>
                <a:gd name="connsiteY209" fmla="*/ 3954702 h 6858000"/>
                <a:gd name="connsiteX210" fmla="*/ 8647 w 9747620"/>
                <a:gd name="connsiteY210" fmla="*/ 3730971 h 6858000"/>
                <a:gd name="connsiteX211" fmla="*/ 2880 w 9747620"/>
                <a:gd name="connsiteY211" fmla="*/ 3618674 h 6858000"/>
                <a:gd name="connsiteX212" fmla="*/ 296 w 9747620"/>
                <a:gd name="connsiteY212" fmla="*/ 3506425 h 6858000"/>
                <a:gd name="connsiteX213" fmla="*/ 20030 w 9747620"/>
                <a:gd name="connsiteY213" fmla="*/ 3056711 h 6858000"/>
                <a:gd name="connsiteX214" fmla="*/ 48664 w 9747620"/>
                <a:gd name="connsiteY214" fmla="*/ 2832980 h 6858000"/>
                <a:gd name="connsiteX215" fmla="*/ 89922 w 9747620"/>
                <a:gd name="connsiteY215" fmla="*/ 2610639 h 6858000"/>
                <a:gd name="connsiteX216" fmla="*/ 211163 w 9747620"/>
                <a:gd name="connsiteY216" fmla="*/ 2174343 h 6858000"/>
                <a:gd name="connsiteX217" fmla="*/ 379129 w 9747620"/>
                <a:gd name="connsiteY217" fmla="*/ 1754393 h 6858000"/>
                <a:gd name="connsiteX218" fmla="*/ 841424 w 9747620"/>
                <a:gd name="connsiteY218" fmla="*/ 976270 h 6858000"/>
                <a:gd name="connsiteX219" fmla="*/ 1130234 w 9747620"/>
                <a:gd name="connsiteY219" fmla="*/ 625768 h 6858000"/>
                <a:gd name="connsiteX220" fmla="*/ 1452897 w 9747620"/>
                <a:gd name="connsiteY220" fmla="*/ 305748 h 6858000"/>
                <a:gd name="connsiteX221" fmla="*/ 1805682 w 9747620"/>
                <a:gd name="connsiteY221" fmla="*/ 18752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</a:cxnLst>
              <a:rect l="l" t="t" r="r" b="b"/>
              <a:pathLst>
                <a:path w="9747620" h="6858000">
                  <a:moveTo>
                    <a:pt x="7235453" y="0"/>
                  </a:moveTo>
                  <a:lnTo>
                    <a:pt x="7548130" y="0"/>
                  </a:lnTo>
                  <a:lnTo>
                    <a:pt x="7710334" y="111973"/>
                  </a:lnTo>
                  <a:cubicBezTo>
                    <a:pt x="7770781" y="157314"/>
                    <a:pt x="7830282" y="203517"/>
                    <a:pt x="7889188" y="251542"/>
                  </a:cubicBezTo>
                  <a:cubicBezTo>
                    <a:pt x="7947894" y="299470"/>
                    <a:pt x="8005557" y="348453"/>
                    <a:pt x="8061828" y="398586"/>
                  </a:cubicBezTo>
                  <a:cubicBezTo>
                    <a:pt x="8090013" y="423605"/>
                    <a:pt x="8117948" y="448816"/>
                    <a:pt x="8145637" y="474218"/>
                  </a:cubicBezTo>
                  <a:cubicBezTo>
                    <a:pt x="8159506" y="486918"/>
                    <a:pt x="8173375" y="499764"/>
                    <a:pt x="8187242" y="512753"/>
                  </a:cubicBezTo>
                  <a:lnTo>
                    <a:pt x="8228402" y="551575"/>
                  </a:lnTo>
                  <a:cubicBezTo>
                    <a:pt x="8283082" y="603577"/>
                    <a:pt x="8336569" y="656778"/>
                    <a:pt x="8389211" y="710937"/>
                  </a:cubicBezTo>
                  <a:cubicBezTo>
                    <a:pt x="8415458" y="738065"/>
                    <a:pt x="8441455" y="765432"/>
                    <a:pt x="8467206" y="793088"/>
                  </a:cubicBezTo>
                  <a:lnTo>
                    <a:pt x="8486791" y="814223"/>
                  </a:lnTo>
                  <a:lnTo>
                    <a:pt x="8505979" y="835409"/>
                  </a:lnTo>
                  <a:lnTo>
                    <a:pt x="8543509" y="877346"/>
                  </a:lnTo>
                  <a:cubicBezTo>
                    <a:pt x="8593418" y="933423"/>
                    <a:pt x="8642579" y="990601"/>
                    <a:pt x="8690549" y="1048978"/>
                  </a:cubicBezTo>
                  <a:cubicBezTo>
                    <a:pt x="8714558" y="1078168"/>
                    <a:pt x="8738368" y="1107644"/>
                    <a:pt x="8761732" y="1137502"/>
                  </a:cubicBezTo>
                  <a:lnTo>
                    <a:pt x="8796379" y="1182077"/>
                  </a:lnTo>
                  <a:lnTo>
                    <a:pt x="8830678" y="1226986"/>
                  </a:lnTo>
                  <a:cubicBezTo>
                    <a:pt x="8876112" y="1287185"/>
                    <a:pt x="8920304" y="1348532"/>
                    <a:pt x="8963353" y="1410936"/>
                  </a:cubicBezTo>
                  <a:cubicBezTo>
                    <a:pt x="8984727" y="1442137"/>
                    <a:pt x="9005954" y="1473915"/>
                    <a:pt x="9026483" y="1505499"/>
                  </a:cubicBezTo>
                  <a:lnTo>
                    <a:pt x="9057004" y="1552613"/>
                  </a:lnTo>
                  <a:cubicBezTo>
                    <a:pt x="9067245" y="1568525"/>
                    <a:pt x="9077336" y="1584534"/>
                    <a:pt x="9087278" y="1600542"/>
                  </a:cubicBezTo>
                  <a:cubicBezTo>
                    <a:pt x="9127145" y="1664766"/>
                    <a:pt x="9165966" y="1729613"/>
                    <a:pt x="9202851" y="1795515"/>
                  </a:cubicBezTo>
                  <a:cubicBezTo>
                    <a:pt x="9221342" y="1828491"/>
                    <a:pt x="9239437" y="1861417"/>
                    <a:pt x="9257332" y="1894920"/>
                  </a:cubicBezTo>
                  <a:lnTo>
                    <a:pt x="9283778" y="1945436"/>
                  </a:lnTo>
                  <a:lnTo>
                    <a:pt x="9309428" y="1996193"/>
                  </a:lnTo>
                  <a:cubicBezTo>
                    <a:pt x="9343280" y="2064013"/>
                    <a:pt x="9375491" y="2132695"/>
                    <a:pt x="9405714" y="2202191"/>
                  </a:cubicBezTo>
                  <a:cubicBezTo>
                    <a:pt x="9466260" y="2341183"/>
                    <a:pt x="9520493" y="2483053"/>
                    <a:pt x="9566524" y="2627653"/>
                  </a:cubicBezTo>
                  <a:cubicBezTo>
                    <a:pt x="9572289" y="2645675"/>
                    <a:pt x="9578056" y="2663792"/>
                    <a:pt x="9583573" y="2682195"/>
                  </a:cubicBezTo>
                  <a:lnTo>
                    <a:pt x="9591974" y="2709707"/>
                  </a:lnTo>
                  <a:lnTo>
                    <a:pt x="9600027" y="2737650"/>
                  </a:lnTo>
                  <a:cubicBezTo>
                    <a:pt x="9610416" y="2774171"/>
                    <a:pt x="9620358" y="2810884"/>
                    <a:pt x="9629803" y="2847694"/>
                  </a:cubicBezTo>
                  <a:cubicBezTo>
                    <a:pt x="9648692" y="2921312"/>
                    <a:pt x="9665196" y="2995506"/>
                    <a:pt x="9679909" y="3070131"/>
                  </a:cubicBezTo>
                  <a:cubicBezTo>
                    <a:pt x="9683587" y="3088775"/>
                    <a:pt x="9687118" y="3107418"/>
                    <a:pt x="9690498" y="3126159"/>
                  </a:cubicBezTo>
                  <a:lnTo>
                    <a:pt x="9700390" y="3181805"/>
                  </a:lnTo>
                  <a:cubicBezTo>
                    <a:pt x="9703670" y="3201120"/>
                    <a:pt x="9706952" y="3222112"/>
                    <a:pt x="9709685" y="3243392"/>
                  </a:cubicBezTo>
                  <a:lnTo>
                    <a:pt x="9713016" y="3267597"/>
                  </a:lnTo>
                  <a:lnTo>
                    <a:pt x="9716844" y="3294437"/>
                  </a:lnTo>
                  <a:cubicBezTo>
                    <a:pt x="9718186" y="3303926"/>
                    <a:pt x="9719527" y="3313895"/>
                    <a:pt x="9720820" y="3324488"/>
                  </a:cubicBezTo>
                  <a:lnTo>
                    <a:pt x="9722709" y="3340737"/>
                  </a:lnTo>
                  <a:lnTo>
                    <a:pt x="9724301" y="3356361"/>
                  </a:lnTo>
                  <a:lnTo>
                    <a:pt x="9730166" y="3412197"/>
                  </a:lnTo>
                  <a:cubicBezTo>
                    <a:pt x="9732005" y="3430842"/>
                    <a:pt x="9734291" y="3449342"/>
                    <a:pt x="9735783" y="3468083"/>
                  </a:cubicBezTo>
                  <a:lnTo>
                    <a:pt x="9739760" y="3524399"/>
                  </a:lnTo>
                  <a:lnTo>
                    <a:pt x="9741748" y="3552580"/>
                  </a:lnTo>
                  <a:lnTo>
                    <a:pt x="9742742" y="3566672"/>
                  </a:lnTo>
                  <a:lnTo>
                    <a:pt x="9743488" y="3581865"/>
                  </a:lnTo>
                  <a:lnTo>
                    <a:pt x="9744731" y="3611341"/>
                  </a:lnTo>
                  <a:lnTo>
                    <a:pt x="9745725" y="3639715"/>
                  </a:lnTo>
                  <a:cubicBezTo>
                    <a:pt x="9746868" y="3677579"/>
                    <a:pt x="9747514" y="3715587"/>
                    <a:pt x="9747613" y="3753786"/>
                  </a:cubicBezTo>
                  <a:cubicBezTo>
                    <a:pt x="9747763" y="3830232"/>
                    <a:pt x="9745675" y="3906870"/>
                    <a:pt x="9740405" y="3984609"/>
                  </a:cubicBezTo>
                  <a:lnTo>
                    <a:pt x="9736329" y="4038434"/>
                  </a:lnTo>
                  <a:cubicBezTo>
                    <a:pt x="9735087" y="4055976"/>
                    <a:pt x="9733794" y="4076346"/>
                    <a:pt x="9731408" y="4099446"/>
                  </a:cubicBezTo>
                  <a:lnTo>
                    <a:pt x="9717987" y="4213325"/>
                  </a:lnTo>
                  <a:cubicBezTo>
                    <a:pt x="9717441" y="4217926"/>
                    <a:pt x="9716943" y="4222527"/>
                    <a:pt x="9716297" y="4227129"/>
                  </a:cubicBezTo>
                  <a:lnTo>
                    <a:pt x="9714110" y="4240981"/>
                  </a:lnTo>
                  <a:lnTo>
                    <a:pt x="9709785" y="4268731"/>
                  </a:lnTo>
                  <a:lnTo>
                    <a:pt x="9701086" y="4324185"/>
                  </a:lnTo>
                  <a:lnTo>
                    <a:pt x="9698699" y="4338994"/>
                  </a:lnTo>
                  <a:lnTo>
                    <a:pt x="9695966" y="4355050"/>
                  </a:lnTo>
                  <a:cubicBezTo>
                    <a:pt x="9694077" y="4365547"/>
                    <a:pt x="9692188" y="4375516"/>
                    <a:pt x="9690299" y="4385054"/>
                  </a:cubicBezTo>
                  <a:lnTo>
                    <a:pt x="9679909" y="4437919"/>
                  </a:lnTo>
                  <a:cubicBezTo>
                    <a:pt x="9677871" y="4448320"/>
                    <a:pt x="9675735" y="4458097"/>
                    <a:pt x="9673647" y="4468162"/>
                  </a:cubicBezTo>
                  <a:lnTo>
                    <a:pt x="9667532" y="4496296"/>
                  </a:lnTo>
                  <a:cubicBezTo>
                    <a:pt x="9663406" y="4514941"/>
                    <a:pt x="9659081" y="4533585"/>
                    <a:pt x="9654658" y="4552277"/>
                  </a:cubicBezTo>
                  <a:cubicBezTo>
                    <a:pt x="9645760" y="4589613"/>
                    <a:pt x="9636265" y="4627045"/>
                    <a:pt x="9625876" y="4664478"/>
                  </a:cubicBezTo>
                  <a:cubicBezTo>
                    <a:pt x="9605048" y="4739247"/>
                    <a:pt x="9581088" y="4814303"/>
                    <a:pt x="9552803" y="4888737"/>
                  </a:cubicBezTo>
                  <a:cubicBezTo>
                    <a:pt x="9524668" y="4962930"/>
                    <a:pt x="9492109" y="5037459"/>
                    <a:pt x="9452639" y="5110934"/>
                  </a:cubicBezTo>
                  <a:cubicBezTo>
                    <a:pt x="9432905" y="5147695"/>
                    <a:pt x="9411431" y="5184169"/>
                    <a:pt x="9388017" y="5220020"/>
                  </a:cubicBezTo>
                  <a:cubicBezTo>
                    <a:pt x="9382201" y="5228982"/>
                    <a:pt x="9376236" y="5237945"/>
                    <a:pt x="9370073" y="5246811"/>
                  </a:cubicBezTo>
                  <a:lnTo>
                    <a:pt x="9360926" y="5260040"/>
                  </a:lnTo>
                  <a:lnTo>
                    <a:pt x="9351829" y="5272646"/>
                  </a:lnTo>
                  <a:cubicBezTo>
                    <a:pt x="9339700" y="5289468"/>
                    <a:pt x="9327174" y="5306387"/>
                    <a:pt x="9313305" y="5323881"/>
                  </a:cubicBezTo>
                  <a:cubicBezTo>
                    <a:pt x="9258625" y="5393042"/>
                    <a:pt x="9196489" y="5455445"/>
                    <a:pt x="9130375" y="5510802"/>
                  </a:cubicBezTo>
                  <a:cubicBezTo>
                    <a:pt x="9097319" y="5538505"/>
                    <a:pt x="9063268" y="5564530"/>
                    <a:pt x="9028422" y="5588878"/>
                  </a:cubicBezTo>
                  <a:cubicBezTo>
                    <a:pt x="9019723" y="5595109"/>
                    <a:pt x="9011074" y="5600909"/>
                    <a:pt x="9002424" y="5606707"/>
                  </a:cubicBezTo>
                  <a:cubicBezTo>
                    <a:pt x="8993774" y="5612603"/>
                    <a:pt x="8985124" y="5618211"/>
                    <a:pt x="8976525" y="5623866"/>
                  </a:cubicBezTo>
                  <a:cubicBezTo>
                    <a:pt x="8959277" y="5635130"/>
                    <a:pt x="8941629" y="5646201"/>
                    <a:pt x="8924181" y="5656793"/>
                  </a:cubicBezTo>
                  <a:cubicBezTo>
                    <a:pt x="8854291" y="5699259"/>
                    <a:pt x="8784946" y="5736451"/>
                    <a:pt x="8717291" y="5771582"/>
                  </a:cubicBezTo>
                  <a:lnTo>
                    <a:pt x="8617129" y="5823105"/>
                  </a:lnTo>
                  <a:lnTo>
                    <a:pt x="8518207" y="5873671"/>
                  </a:lnTo>
                  <a:cubicBezTo>
                    <a:pt x="8391200" y="5939188"/>
                    <a:pt x="8267922" y="6009788"/>
                    <a:pt x="8150558" y="6086761"/>
                  </a:cubicBezTo>
                  <a:cubicBezTo>
                    <a:pt x="8091901" y="6125248"/>
                    <a:pt x="8034736" y="6165317"/>
                    <a:pt x="7979410" y="6207158"/>
                  </a:cubicBezTo>
                  <a:cubicBezTo>
                    <a:pt x="7965739" y="6217750"/>
                    <a:pt x="7951771" y="6228103"/>
                    <a:pt x="7938300" y="6238887"/>
                  </a:cubicBezTo>
                  <a:lnTo>
                    <a:pt x="7897936" y="6271286"/>
                  </a:lnTo>
                  <a:lnTo>
                    <a:pt x="7858367" y="6304357"/>
                  </a:lnTo>
                  <a:lnTo>
                    <a:pt x="7819048" y="6338770"/>
                  </a:lnTo>
                  <a:cubicBezTo>
                    <a:pt x="7804882" y="6351232"/>
                    <a:pt x="7792105" y="6362591"/>
                    <a:pt x="7778882" y="6374477"/>
                  </a:cubicBezTo>
                  <a:lnTo>
                    <a:pt x="7739563" y="6410328"/>
                  </a:lnTo>
                  <a:cubicBezTo>
                    <a:pt x="7713366" y="6434485"/>
                    <a:pt x="7687168" y="6459120"/>
                    <a:pt x="7660824" y="6484138"/>
                  </a:cubicBezTo>
                  <a:lnTo>
                    <a:pt x="7502302" y="6636360"/>
                  </a:lnTo>
                  <a:lnTo>
                    <a:pt x="7273394" y="6858000"/>
                  </a:lnTo>
                  <a:lnTo>
                    <a:pt x="6780690" y="6858000"/>
                  </a:lnTo>
                  <a:lnTo>
                    <a:pt x="6854939" y="6783597"/>
                  </a:lnTo>
                  <a:cubicBezTo>
                    <a:pt x="6880688" y="6757810"/>
                    <a:pt x="6906338" y="6732265"/>
                    <a:pt x="6932087" y="6705809"/>
                  </a:cubicBezTo>
                  <a:lnTo>
                    <a:pt x="7241130" y="6390965"/>
                  </a:lnTo>
                  <a:lnTo>
                    <a:pt x="7397564" y="6233087"/>
                  </a:lnTo>
                  <a:cubicBezTo>
                    <a:pt x="7424009" y="6206679"/>
                    <a:pt x="7450802" y="6180175"/>
                    <a:pt x="7478142" y="6153670"/>
                  </a:cubicBezTo>
                  <a:lnTo>
                    <a:pt x="7519600" y="6113937"/>
                  </a:lnTo>
                  <a:cubicBezTo>
                    <a:pt x="7533469" y="6100805"/>
                    <a:pt x="7547934" y="6087288"/>
                    <a:pt x="7561207" y="6075067"/>
                  </a:cubicBezTo>
                  <a:lnTo>
                    <a:pt x="7604204" y="6035526"/>
                  </a:lnTo>
                  <a:lnTo>
                    <a:pt x="7648644" y="5996416"/>
                  </a:lnTo>
                  <a:cubicBezTo>
                    <a:pt x="7663608" y="5983570"/>
                    <a:pt x="7678768" y="5971013"/>
                    <a:pt x="7693830" y="5958264"/>
                  </a:cubicBezTo>
                  <a:cubicBezTo>
                    <a:pt x="7708942" y="5945611"/>
                    <a:pt x="7724352" y="5933485"/>
                    <a:pt x="7739662" y="5921073"/>
                  </a:cubicBezTo>
                  <a:cubicBezTo>
                    <a:pt x="7801154" y="5872088"/>
                    <a:pt x="7864234" y="5825502"/>
                    <a:pt x="7928458" y="5781025"/>
                  </a:cubicBezTo>
                  <a:cubicBezTo>
                    <a:pt x="8057005" y="5692164"/>
                    <a:pt x="8190077" y="5611500"/>
                    <a:pt x="8325882" y="5537450"/>
                  </a:cubicBezTo>
                  <a:lnTo>
                    <a:pt x="8424555" y="5484106"/>
                  </a:lnTo>
                  <a:lnTo>
                    <a:pt x="8521737" y="5431289"/>
                  </a:lnTo>
                  <a:cubicBezTo>
                    <a:pt x="8585315" y="5396349"/>
                    <a:pt x="8646456" y="5361840"/>
                    <a:pt x="8702677" y="5325942"/>
                  </a:cubicBezTo>
                  <a:cubicBezTo>
                    <a:pt x="8716795" y="5316931"/>
                    <a:pt x="8730365" y="5308017"/>
                    <a:pt x="8743986" y="5298717"/>
                  </a:cubicBezTo>
                  <a:cubicBezTo>
                    <a:pt x="8750747" y="5294069"/>
                    <a:pt x="8757606" y="5289420"/>
                    <a:pt x="8764167" y="5284723"/>
                  </a:cubicBezTo>
                  <a:cubicBezTo>
                    <a:pt x="8770778" y="5280074"/>
                    <a:pt x="8777440" y="5275377"/>
                    <a:pt x="8783704" y="5270679"/>
                  </a:cubicBezTo>
                  <a:cubicBezTo>
                    <a:pt x="8809155" y="5251987"/>
                    <a:pt x="8833611" y="5232577"/>
                    <a:pt x="8856776" y="5212399"/>
                  </a:cubicBezTo>
                  <a:cubicBezTo>
                    <a:pt x="8903104" y="5172043"/>
                    <a:pt x="8944463" y="5128668"/>
                    <a:pt x="8979856" y="5082081"/>
                  </a:cubicBezTo>
                  <a:cubicBezTo>
                    <a:pt x="8988555" y="5070722"/>
                    <a:pt x="8997602" y="5057973"/>
                    <a:pt x="9006699" y="5044984"/>
                  </a:cubicBezTo>
                  <a:lnTo>
                    <a:pt x="9013509" y="5035254"/>
                  </a:lnTo>
                  <a:lnTo>
                    <a:pt x="9019773" y="5025812"/>
                  </a:lnTo>
                  <a:cubicBezTo>
                    <a:pt x="9023997" y="5019629"/>
                    <a:pt x="9028073" y="5013254"/>
                    <a:pt x="9032050" y="5006833"/>
                  </a:cubicBezTo>
                  <a:cubicBezTo>
                    <a:pt x="9048206" y="4981238"/>
                    <a:pt x="9063417" y="4954542"/>
                    <a:pt x="9077733" y="4926839"/>
                  </a:cubicBezTo>
                  <a:cubicBezTo>
                    <a:pt x="9106415" y="4871434"/>
                    <a:pt x="9131469" y="4812050"/>
                    <a:pt x="9154285" y="4750223"/>
                  </a:cubicBezTo>
                  <a:cubicBezTo>
                    <a:pt x="9176904" y="4688586"/>
                    <a:pt x="9196537" y="4625032"/>
                    <a:pt x="9213936" y="4559945"/>
                  </a:cubicBezTo>
                  <a:cubicBezTo>
                    <a:pt x="9222635" y="4527402"/>
                    <a:pt x="9230887" y="4494523"/>
                    <a:pt x="9238592" y="4461357"/>
                  </a:cubicBezTo>
                  <a:cubicBezTo>
                    <a:pt x="9242419" y="4444773"/>
                    <a:pt x="9246147" y="4428094"/>
                    <a:pt x="9249776" y="4411319"/>
                  </a:cubicBezTo>
                  <a:lnTo>
                    <a:pt x="9255046" y="4386299"/>
                  </a:lnTo>
                  <a:lnTo>
                    <a:pt x="9259718" y="4363342"/>
                  </a:lnTo>
                  <a:lnTo>
                    <a:pt x="9269959" y="4309566"/>
                  </a:lnTo>
                  <a:lnTo>
                    <a:pt x="9274233" y="4286176"/>
                  </a:lnTo>
                  <a:lnTo>
                    <a:pt x="9276022" y="4275489"/>
                  </a:lnTo>
                  <a:lnTo>
                    <a:pt x="9277861" y="4263506"/>
                  </a:lnTo>
                  <a:lnTo>
                    <a:pt x="9286014" y="4211696"/>
                  </a:lnTo>
                  <a:lnTo>
                    <a:pt x="9290092" y="4185767"/>
                  </a:lnTo>
                  <a:lnTo>
                    <a:pt x="9292128" y="4172826"/>
                  </a:lnTo>
                  <a:cubicBezTo>
                    <a:pt x="9292774" y="4168464"/>
                    <a:pt x="9293173" y="4164055"/>
                    <a:pt x="9293720" y="4159693"/>
                  </a:cubicBezTo>
                  <a:lnTo>
                    <a:pt x="9305650" y="4057941"/>
                  </a:lnTo>
                  <a:cubicBezTo>
                    <a:pt x="9306991" y="4045048"/>
                    <a:pt x="9308085" y="4029328"/>
                    <a:pt x="9309378" y="4010779"/>
                  </a:cubicBezTo>
                  <a:lnTo>
                    <a:pt x="9313454" y="3956428"/>
                  </a:lnTo>
                  <a:cubicBezTo>
                    <a:pt x="9318326" y="3889806"/>
                    <a:pt x="9320611" y="3821796"/>
                    <a:pt x="9320811" y="3753546"/>
                  </a:cubicBezTo>
                  <a:cubicBezTo>
                    <a:pt x="9320910" y="3719373"/>
                    <a:pt x="9320513" y="3685056"/>
                    <a:pt x="9319617" y="3650643"/>
                  </a:cubicBezTo>
                  <a:lnTo>
                    <a:pt x="9318176" y="3600030"/>
                  </a:lnTo>
                  <a:lnTo>
                    <a:pt x="9317778" y="3588096"/>
                  </a:lnTo>
                  <a:lnTo>
                    <a:pt x="9316983" y="3575107"/>
                  </a:lnTo>
                  <a:lnTo>
                    <a:pt x="9315443" y="3549130"/>
                  </a:lnTo>
                  <a:lnTo>
                    <a:pt x="9312311" y="3497176"/>
                  </a:lnTo>
                  <a:cubicBezTo>
                    <a:pt x="9311118" y="3479825"/>
                    <a:pt x="9309129" y="3462427"/>
                    <a:pt x="9307587" y="3445029"/>
                  </a:cubicBezTo>
                  <a:lnTo>
                    <a:pt x="9302618" y="3392835"/>
                  </a:lnTo>
                  <a:lnTo>
                    <a:pt x="9301574" y="3381476"/>
                  </a:lnTo>
                  <a:lnTo>
                    <a:pt x="9300430" y="3370740"/>
                  </a:lnTo>
                  <a:lnTo>
                    <a:pt x="9297547" y="3346966"/>
                  </a:lnTo>
                  <a:lnTo>
                    <a:pt x="9294017" y="3320030"/>
                  </a:lnTo>
                  <a:lnTo>
                    <a:pt x="9290439" y="3290410"/>
                  </a:lnTo>
                  <a:cubicBezTo>
                    <a:pt x="9288849" y="3275745"/>
                    <a:pt x="9286761" y="3260934"/>
                    <a:pt x="9284275" y="3244544"/>
                  </a:cubicBezTo>
                  <a:lnTo>
                    <a:pt x="9275974" y="3193116"/>
                  </a:lnTo>
                  <a:cubicBezTo>
                    <a:pt x="9273189" y="3176197"/>
                    <a:pt x="9270256" y="3159230"/>
                    <a:pt x="9267224" y="3142264"/>
                  </a:cubicBezTo>
                  <a:cubicBezTo>
                    <a:pt x="9255146" y="3074493"/>
                    <a:pt x="9240929" y="3007057"/>
                    <a:pt x="9225320" y="2939909"/>
                  </a:cubicBezTo>
                  <a:cubicBezTo>
                    <a:pt x="9217465" y="2906311"/>
                    <a:pt x="9209214" y="2872809"/>
                    <a:pt x="9200466" y="2839449"/>
                  </a:cubicBezTo>
                  <a:lnTo>
                    <a:pt x="9193953" y="2814958"/>
                  </a:lnTo>
                  <a:lnTo>
                    <a:pt x="9186993" y="2790276"/>
                  </a:lnTo>
                  <a:cubicBezTo>
                    <a:pt x="9182471" y="2773836"/>
                    <a:pt x="9177599" y="2757252"/>
                    <a:pt x="9172628" y="2740621"/>
                  </a:cubicBezTo>
                  <a:cubicBezTo>
                    <a:pt x="9133110" y="2607859"/>
                    <a:pt x="9087527" y="2476533"/>
                    <a:pt x="9035082" y="2347463"/>
                  </a:cubicBezTo>
                  <a:cubicBezTo>
                    <a:pt x="9008836" y="2282951"/>
                    <a:pt x="8981298" y="2218870"/>
                    <a:pt x="8952118" y="2155413"/>
                  </a:cubicBezTo>
                  <a:lnTo>
                    <a:pt x="8929948" y="2107915"/>
                  </a:lnTo>
                  <a:lnTo>
                    <a:pt x="8907429" y="2060753"/>
                  </a:lnTo>
                  <a:cubicBezTo>
                    <a:pt x="8892170" y="2029408"/>
                    <a:pt x="8876411" y="1997726"/>
                    <a:pt x="8860404" y="1966478"/>
                  </a:cubicBezTo>
                  <a:cubicBezTo>
                    <a:pt x="8828243" y="1903931"/>
                    <a:pt x="8795336" y="1841670"/>
                    <a:pt x="8760788" y="1780274"/>
                  </a:cubicBezTo>
                  <a:lnTo>
                    <a:pt x="8734740" y="1734311"/>
                  </a:lnTo>
                  <a:lnTo>
                    <a:pt x="8708046" y="1687963"/>
                  </a:lnTo>
                  <a:cubicBezTo>
                    <a:pt x="8690300" y="1657337"/>
                    <a:pt x="8672455" y="1627334"/>
                    <a:pt x="8654062" y="1597234"/>
                  </a:cubicBezTo>
                  <a:cubicBezTo>
                    <a:pt x="8617575" y="1536988"/>
                    <a:pt x="8579398" y="1477365"/>
                    <a:pt x="8540278" y="1418077"/>
                  </a:cubicBezTo>
                  <a:lnTo>
                    <a:pt x="8510701" y="1373695"/>
                  </a:lnTo>
                  <a:lnTo>
                    <a:pt x="8480676" y="1329457"/>
                  </a:lnTo>
                  <a:cubicBezTo>
                    <a:pt x="8460643" y="1300269"/>
                    <a:pt x="8440411" y="1271224"/>
                    <a:pt x="8419782" y="1242275"/>
                  </a:cubicBezTo>
                  <a:cubicBezTo>
                    <a:pt x="8378476" y="1184425"/>
                    <a:pt x="8335923" y="1127006"/>
                    <a:pt x="8292478" y="1069875"/>
                  </a:cubicBezTo>
                  <a:lnTo>
                    <a:pt x="8259620" y="1027123"/>
                  </a:lnTo>
                  <a:lnTo>
                    <a:pt x="8243416" y="1006130"/>
                  </a:lnTo>
                  <a:lnTo>
                    <a:pt x="8227110" y="985473"/>
                  </a:lnTo>
                  <a:cubicBezTo>
                    <a:pt x="8204890" y="957483"/>
                    <a:pt x="8182422" y="929684"/>
                    <a:pt x="8159604" y="902029"/>
                  </a:cubicBezTo>
                  <a:cubicBezTo>
                    <a:pt x="8114170" y="846671"/>
                    <a:pt x="8067494" y="792177"/>
                    <a:pt x="8020022" y="738209"/>
                  </a:cubicBezTo>
                  <a:lnTo>
                    <a:pt x="7984182" y="697901"/>
                  </a:lnTo>
                  <a:lnTo>
                    <a:pt x="7948043" y="657976"/>
                  </a:lnTo>
                  <a:cubicBezTo>
                    <a:pt x="7923636" y="631328"/>
                    <a:pt x="7899079" y="604823"/>
                    <a:pt x="7874324" y="578607"/>
                  </a:cubicBezTo>
                  <a:cubicBezTo>
                    <a:pt x="7824714" y="526221"/>
                    <a:pt x="7774608" y="474458"/>
                    <a:pt x="7723308" y="424085"/>
                  </a:cubicBezTo>
                  <a:cubicBezTo>
                    <a:pt x="7672157" y="373808"/>
                    <a:pt x="7619168" y="324153"/>
                    <a:pt x="7565532" y="275602"/>
                  </a:cubicBezTo>
                  <a:close/>
                  <a:moveTo>
                    <a:pt x="1832515" y="0"/>
                  </a:moveTo>
                  <a:lnTo>
                    <a:pt x="2158449" y="0"/>
                  </a:lnTo>
                  <a:lnTo>
                    <a:pt x="2108797" y="37845"/>
                  </a:lnTo>
                  <a:cubicBezTo>
                    <a:pt x="2052253" y="83168"/>
                    <a:pt x="1996914" y="129778"/>
                    <a:pt x="1942830" y="177587"/>
                  </a:cubicBezTo>
                  <a:cubicBezTo>
                    <a:pt x="1834563" y="273109"/>
                    <a:pt x="1731317" y="373472"/>
                    <a:pt x="1633191" y="477909"/>
                  </a:cubicBezTo>
                  <a:cubicBezTo>
                    <a:pt x="1240290" y="896038"/>
                    <a:pt x="927123" y="1375900"/>
                    <a:pt x="702686" y="1889935"/>
                  </a:cubicBezTo>
                  <a:cubicBezTo>
                    <a:pt x="646565" y="2018192"/>
                    <a:pt x="596210" y="2149182"/>
                    <a:pt x="551769" y="2281416"/>
                  </a:cubicBezTo>
                  <a:cubicBezTo>
                    <a:pt x="507429" y="2413700"/>
                    <a:pt x="469451" y="2547613"/>
                    <a:pt x="438383" y="2682772"/>
                  </a:cubicBezTo>
                  <a:cubicBezTo>
                    <a:pt x="423122" y="2750111"/>
                    <a:pt x="409203" y="2818553"/>
                    <a:pt x="397124" y="2887044"/>
                  </a:cubicBezTo>
                  <a:cubicBezTo>
                    <a:pt x="385144" y="2955581"/>
                    <a:pt x="374357" y="3024359"/>
                    <a:pt x="365658" y="3093424"/>
                  </a:cubicBezTo>
                  <a:cubicBezTo>
                    <a:pt x="347813" y="3231506"/>
                    <a:pt x="336727" y="3370260"/>
                    <a:pt x="332105" y="3509828"/>
                  </a:cubicBezTo>
                  <a:cubicBezTo>
                    <a:pt x="322311" y="3788822"/>
                    <a:pt x="339660" y="4068628"/>
                    <a:pt x="383653" y="4346327"/>
                  </a:cubicBezTo>
                  <a:cubicBezTo>
                    <a:pt x="394539" y="4415489"/>
                    <a:pt x="407464" y="4484267"/>
                    <a:pt x="422327" y="4552900"/>
                  </a:cubicBezTo>
                  <a:cubicBezTo>
                    <a:pt x="437041" y="4621534"/>
                    <a:pt x="453693" y="4689881"/>
                    <a:pt x="472184" y="4757939"/>
                  </a:cubicBezTo>
                  <a:cubicBezTo>
                    <a:pt x="490677" y="4825949"/>
                    <a:pt x="511007" y="4893673"/>
                    <a:pt x="533078" y="4960916"/>
                  </a:cubicBezTo>
                  <a:cubicBezTo>
                    <a:pt x="555249" y="5028208"/>
                    <a:pt x="578662" y="5095022"/>
                    <a:pt x="604710" y="5160875"/>
                  </a:cubicBezTo>
                  <a:cubicBezTo>
                    <a:pt x="707358" y="5425298"/>
                    <a:pt x="838443" y="5680902"/>
                    <a:pt x="996766" y="5920640"/>
                  </a:cubicBezTo>
                  <a:cubicBezTo>
                    <a:pt x="1154790" y="6160571"/>
                    <a:pt x="1340404" y="6384350"/>
                    <a:pt x="1549183" y="6586417"/>
                  </a:cubicBezTo>
                  <a:cubicBezTo>
                    <a:pt x="1601365" y="6636982"/>
                    <a:pt x="1654970" y="6686208"/>
                    <a:pt x="1709890" y="6734063"/>
                  </a:cubicBezTo>
                  <a:lnTo>
                    <a:pt x="1859761" y="6858000"/>
                  </a:lnTo>
                  <a:lnTo>
                    <a:pt x="1671798" y="6858000"/>
                  </a:lnTo>
                  <a:lnTo>
                    <a:pt x="1628044" y="6822717"/>
                  </a:lnTo>
                  <a:cubicBezTo>
                    <a:pt x="1570828" y="6774460"/>
                    <a:pt x="1514710" y="6724955"/>
                    <a:pt x="1459756" y="6674223"/>
                  </a:cubicBezTo>
                  <a:cubicBezTo>
                    <a:pt x="1019931" y="6268363"/>
                    <a:pt x="658296" y="5781216"/>
                    <a:pt x="402543" y="5241588"/>
                  </a:cubicBezTo>
                  <a:cubicBezTo>
                    <a:pt x="370231" y="5174103"/>
                    <a:pt x="340306" y="5105661"/>
                    <a:pt x="311923" y="5036741"/>
                  </a:cubicBezTo>
                  <a:cubicBezTo>
                    <a:pt x="283539" y="4967771"/>
                    <a:pt x="256895" y="4897986"/>
                    <a:pt x="232140" y="4827483"/>
                  </a:cubicBezTo>
                  <a:cubicBezTo>
                    <a:pt x="207334" y="4756981"/>
                    <a:pt x="184368" y="4685758"/>
                    <a:pt x="163392" y="4613913"/>
                  </a:cubicBezTo>
                  <a:cubicBezTo>
                    <a:pt x="142514" y="4542020"/>
                    <a:pt x="123624" y="4469360"/>
                    <a:pt x="106823" y="4396365"/>
                  </a:cubicBezTo>
                  <a:cubicBezTo>
                    <a:pt x="73120" y="4250902"/>
                    <a:pt x="47371" y="4103281"/>
                    <a:pt x="29326" y="3954702"/>
                  </a:cubicBezTo>
                  <a:cubicBezTo>
                    <a:pt x="20478" y="3880365"/>
                    <a:pt x="13320" y="3805789"/>
                    <a:pt x="8647" y="3730971"/>
                  </a:cubicBezTo>
                  <a:cubicBezTo>
                    <a:pt x="6311" y="3693587"/>
                    <a:pt x="4322" y="3656106"/>
                    <a:pt x="2880" y="3618674"/>
                  </a:cubicBezTo>
                  <a:cubicBezTo>
                    <a:pt x="1539" y="3581146"/>
                    <a:pt x="694" y="3543809"/>
                    <a:pt x="296" y="3506425"/>
                  </a:cubicBezTo>
                  <a:cubicBezTo>
                    <a:pt x="-1543" y="3356649"/>
                    <a:pt x="5217" y="3206200"/>
                    <a:pt x="20030" y="3056711"/>
                  </a:cubicBezTo>
                  <a:cubicBezTo>
                    <a:pt x="27686" y="2981942"/>
                    <a:pt x="36931" y="2907317"/>
                    <a:pt x="48664" y="2832980"/>
                  </a:cubicBezTo>
                  <a:cubicBezTo>
                    <a:pt x="60395" y="2758642"/>
                    <a:pt x="73716" y="2684784"/>
                    <a:pt x="89922" y="2610639"/>
                  </a:cubicBezTo>
                  <a:cubicBezTo>
                    <a:pt x="121736" y="2462826"/>
                    <a:pt x="162645" y="2317220"/>
                    <a:pt x="211163" y="2174343"/>
                  </a:cubicBezTo>
                  <a:cubicBezTo>
                    <a:pt x="259778" y="2031468"/>
                    <a:pt x="315601" y="1891517"/>
                    <a:pt x="379129" y="1754393"/>
                  </a:cubicBezTo>
                  <a:cubicBezTo>
                    <a:pt x="505540" y="1480433"/>
                    <a:pt x="660930" y="1219318"/>
                    <a:pt x="841424" y="976270"/>
                  </a:cubicBezTo>
                  <a:cubicBezTo>
                    <a:pt x="931498" y="854627"/>
                    <a:pt x="1028182" y="737777"/>
                    <a:pt x="1130234" y="625768"/>
                  </a:cubicBezTo>
                  <a:cubicBezTo>
                    <a:pt x="1232486" y="513855"/>
                    <a:pt x="1340157" y="407117"/>
                    <a:pt x="1452897" y="305748"/>
                  </a:cubicBezTo>
                  <a:cubicBezTo>
                    <a:pt x="1565736" y="204380"/>
                    <a:pt x="1683596" y="108665"/>
                    <a:pt x="1805682" y="187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2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69738C71-2918-7B69-50B4-BCF08A8E58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8320" y="36937"/>
              <a:ext cx="9767847" cy="6858000"/>
            </a:xfrm>
            <a:custGeom>
              <a:avLst/>
              <a:gdLst>
                <a:gd name="connsiteX0" fmla="*/ 7151367 w 9767847"/>
                <a:gd name="connsiteY0" fmla="*/ 0 h 6858000"/>
                <a:gd name="connsiteX1" fmla="*/ 7881247 w 9767847"/>
                <a:gd name="connsiteY1" fmla="*/ 0 h 6858000"/>
                <a:gd name="connsiteX2" fmla="*/ 7990553 w 9767847"/>
                <a:gd name="connsiteY2" fmla="*/ 81317 h 6858000"/>
                <a:gd name="connsiteX3" fmla="*/ 9767847 w 9767847"/>
                <a:gd name="connsiteY3" fmla="*/ 3649031 h 6858000"/>
                <a:gd name="connsiteX4" fmla="*/ 8652597 w 9767847"/>
                <a:gd name="connsiteY4" fmla="*/ 6590005 h 6858000"/>
                <a:gd name="connsiteX5" fmla="*/ 8395306 w 9767847"/>
                <a:gd name="connsiteY5" fmla="*/ 6858000 h 6858000"/>
                <a:gd name="connsiteX6" fmla="*/ 6762603 w 9767847"/>
                <a:gd name="connsiteY6" fmla="*/ 6858000 h 6858000"/>
                <a:gd name="connsiteX7" fmla="*/ 6765962 w 9767847"/>
                <a:gd name="connsiteY7" fmla="*/ 6854844 h 6858000"/>
                <a:gd name="connsiteX8" fmla="*/ 6804586 w 9767847"/>
                <a:gd name="connsiteY8" fmla="*/ 6817103 h 6858000"/>
                <a:gd name="connsiteX9" fmla="*/ 6881735 w 9767847"/>
                <a:gd name="connsiteY9" fmla="*/ 6741197 h 6858000"/>
                <a:gd name="connsiteX10" fmla="*/ 6958883 w 9767847"/>
                <a:gd name="connsiteY10" fmla="*/ 6664822 h 6858000"/>
                <a:gd name="connsiteX11" fmla="*/ 7267925 w 9767847"/>
                <a:gd name="connsiteY11" fmla="*/ 6355694 h 6858000"/>
                <a:gd name="connsiteX12" fmla="*/ 7424360 w 9767847"/>
                <a:gd name="connsiteY12" fmla="*/ 6200685 h 6858000"/>
                <a:gd name="connsiteX13" fmla="*/ 7504938 w 9767847"/>
                <a:gd name="connsiteY13" fmla="*/ 6122708 h 6858000"/>
                <a:gd name="connsiteX14" fmla="*/ 7546396 w 9767847"/>
                <a:gd name="connsiteY14" fmla="*/ 6083697 h 6858000"/>
                <a:gd name="connsiteX15" fmla="*/ 7588002 w 9767847"/>
                <a:gd name="connsiteY15" fmla="*/ 6045532 h 6858000"/>
                <a:gd name="connsiteX16" fmla="*/ 7631000 w 9767847"/>
                <a:gd name="connsiteY16" fmla="*/ 6006709 h 6858000"/>
                <a:gd name="connsiteX17" fmla="*/ 7675440 w 9767847"/>
                <a:gd name="connsiteY17" fmla="*/ 5968309 h 6858000"/>
                <a:gd name="connsiteX18" fmla="*/ 7720626 w 9767847"/>
                <a:gd name="connsiteY18" fmla="*/ 5930851 h 6858000"/>
                <a:gd name="connsiteX19" fmla="*/ 7766458 w 9767847"/>
                <a:gd name="connsiteY19" fmla="*/ 5894334 h 6858000"/>
                <a:gd name="connsiteX20" fmla="*/ 7955254 w 9767847"/>
                <a:gd name="connsiteY20" fmla="*/ 5756828 h 6858000"/>
                <a:gd name="connsiteX21" fmla="*/ 8352678 w 9767847"/>
                <a:gd name="connsiteY21" fmla="*/ 5517630 h 6858000"/>
                <a:gd name="connsiteX22" fmla="*/ 8451350 w 9767847"/>
                <a:gd name="connsiteY22" fmla="*/ 5465254 h 6858000"/>
                <a:gd name="connsiteX23" fmla="*/ 8548532 w 9767847"/>
                <a:gd name="connsiteY23" fmla="*/ 5413395 h 6858000"/>
                <a:gd name="connsiteX24" fmla="*/ 8729473 w 9767847"/>
                <a:gd name="connsiteY24" fmla="*/ 5309961 h 6858000"/>
                <a:gd name="connsiteX25" fmla="*/ 8770781 w 9767847"/>
                <a:gd name="connsiteY25" fmla="*/ 5283232 h 6858000"/>
                <a:gd name="connsiteX26" fmla="*/ 8790964 w 9767847"/>
                <a:gd name="connsiteY26" fmla="*/ 5269492 h 6858000"/>
                <a:gd name="connsiteX27" fmla="*/ 8810499 w 9767847"/>
                <a:gd name="connsiteY27" fmla="*/ 5255703 h 6858000"/>
                <a:gd name="connsiteX28" fmla="*/ 8883571 w 9767847"/>
                <a:gd name="connsiteY28" fmla="*/ 5198479 h 6858000"/>
                <a:gd name="connsiteX29" fmla="*/ 9006651 w 9767847"/>
                <a:gd name="connsiteY29" fmla="*/ 5070527 h 6858000"/>
                <a:gd name="connsiteX30" fmla="*/ 9033494 w 9767847"/>
                <a:gd name="connsiteY30" fmla="*/ 5034105 h 6858000"/>
                <a:gd name="connsiteX31" fmla="*/ 9040305 w 9767847"/>
                <a:gd name="connsiteY31" fmla="*/ 5024551 h 6858000"/>
                <a:gd name="connsiteX32" fmla="*/ 9046568 w 9767847"/>
                <a:gd name="connsiteY32" fmla="*/ 5015281 h 6858000"/>
                <a:gd name="connsiteX33" fmla="*/ 9058846 w 9767847"/>
                <a:gd name="connsiteY33" fmla="*/ 4996645 h 6858000"/>
                <a:gd name="connsiteX34" fmla="*/ 9104529 w 9767847"/>
                <a:gd name="connsiteY34" fmla="*/ 4918105 h 6858000"/>
                <a:gd name="connsiteX35" fmla="*/ 9181081 w 9767847"/>
                <a:gd name="connsiteY35" fmla="*/ 4744694 h 6858000"/>
                <a:gd name="connsiteX36" fmla="*/ 9240731 w 9767847"/>
                <a:gd name="connsiteY36" fmla="*/ 4557872 h 6858000"/>
                <a:gd name="connsiteX37" fmla="*/ 9265388 w 9767847"/>
                <a:gd name="connsiteY37" fmla="*/ 4461073 h 6858000"/>
                <a:gd name="connsiteX38" fmla="*/ 9276571 w 9767847"/>
                <a:gd name="connsiteY38" fmla="*/ 4411943 h 6858000"/>
                <a:gd name="connsiteX39" fmla="*/ 9281841 w 9767847"/>
                <a:gd name="connsiteY39" fmla="*/ 4387379 h 6858000"/>
                <a:gd name="connsiteX40" fmla="*/ 9286513 w 9767847"/>
                <a:gd name="connsiteY40" fmla="*/ 4364838 h 6858000"/>
                <a:gd name="connsiteX41" fmla="*/ 9296754 w 9767847"/>
                <a:gd name="connsiteY41" fmla="*/ 4312038 h 6858000"/>
                <a:gd name="connsiteX42" fmla="*/ 9301029 w 9767847"/>
                <a:gd name="connsiteY42" fmla="*/ 4289074 h 6858000"/>
                <a:gd name="connsiteX43" fmla="*/ 9302818 w 9767847"/>
                <a:gd name="connsiteY43" fmla="*/ 4278581 h 6858000"/>
                <a:gd name="connsiteX44" fmla="*/ 9304658 w 9767847"/>
                <a:gd name="connsiteY44" fmla="*/ 4266816 h 6858000"/>
                <a:gd name="connsiteX45" fmla="*/ 9312810 w 9767847"/>
                <a:gd name="connsiteY45" fmla="*/ 4215945 h 6858000"/>
                <a:gd name="connsiteX46" fmla="*/ 9316887 w 9767847"/>
                <a:gd name="connsiteY46" fmla="*/ 4190486 h 6858000"/>
                <a:gd name="connsiteX47" fmla="*/ 9318923 w 9767847"/>
                <a:gd name="connsiteY47" fmla="*/ 4177780 h 6858000"/>
                <a:gd name="connsiteX48" fmla="*/ 9320515 w 9767847"/>
                <a:gd name="connsiteY48" fmla="*/ 4164886 h 6858000"/>
                <a:gd name="connsiteX49" fmla="*/ 9332445 w 9767847"/>
                <a:gd name="connsiteY49" fmla="*/ 4064981 h 6858000"/>
                <a:gd name="connsiteX50" fmla="*/ 9336173 w 9767847"/>
                <a:gd name="connsiteY50" fmla="*/ 4018676 h 6858000"/>
                <a:gd name="connsiteX51" fmla="*/ 9340199 w 9767847"/>
                <a:gd name="connsiteY51" fmla="*/ 3965171 h 6858000"/>
                <a:gd name="connsiteX52" fmla="*/ 9347557 w 9767847"/>
                <a:gd name="connsiteY52" fmla="*/ 3765972 h 6858000"/>
                <a:gd name="connsiteX53" fmla="*/ 9346364 w 9767847"/>
                <a:gd name="connsiteY53" fmla="*/ 3664938 h 6858000"/>
                <a:gd name="connsiteX54" fmla="*/ 9344921 w 9767847"/>
                <a:gd name="connsiteY54" fmla="*/ 3615243 h 6858000"/>
                <a:gd name="connsiteX55" fmla="*/ 9344524 w 9767847"/>
                <a:gd name="connsiteY55" fmla="*/ 3603526 h 6858000"/>
                <a:gd name="connsiteX56" fmla="*/ 9343728 w 9767847"/>
                <a:gd name="connsiteY56" fmla="*/ 3590774 h 6858000"/>
                <a:gd name="connsiteX57" fmla="*/ 9342188 w 9767847"/>
                <a:gd name="connsiteY57" fmla="*/ 3565268 h 6858000"/>
                <a:gd name="connsiteX58" fmla="*/ 9339056 w 9767847"/>
                <a:gd name="connsiteY58" fmla="*/ 3514256 h 6858000"/>
                <a:gd name="connsiteX59" fmla="*/ 9334334 w 9767847"/>
                <a:gd name="connsiteY59" fmla="*/ 3463057 h 6858000"/>
                <a:gd name="connsiteX60" fmla="*/ 9329363 w 9767847"/>
                <a:gd name="connsiteY60" fmla="*/ 3411810 h 6858000"/>
                <a:gd name="connsiteX61" fmla="*/ 9328319 w 9767847"/>
                <a:gd name="connsiteY61" fmla="*/ 3400657 h 6858000"/>
                <a:gd name="connsiteX62" fmla="*/ 9327177 w 9767847"/>
                <a:gd name="connsiteY62" fmla="*/ 3390116 h 6858000"/>
                <a:gd name="connsiteX63" fmla="*/ 9324293 w 9767847"/>
                <a:gd name="connsiteY63" fmla="*/ 3366774 h 6858000"/>
                <a:gd name="connsiteX64" fmla="*/ 9320763 w 9767847"/>
                <a:gd name="connsiteY64" fmla="*/ 3340329 h 6858000"/>
                <a:gd name="connsiteX65" fmla="*/ 9317184 w 9767847"/>
                <a:gd name="connsiteY65" fmla="*/ 3311245 h 6858000"/>
                <a:gd name="connsiteX66" fmla="*/ 9311021 w 9767847"/>
                <a:gd name="connsiteY66" fmla="*/ 3266211 h 6858000"/>
                <a:gd name="connsiteX67" fmla="*/ 9302719 w 9767847"/>
                <a:gd name="connsiteY67" fmla="*/ 3215717 h 6858000"/>
                <a:gd name="connsiteX68" fmla="*/ 9293970 w 9767847"/>
                <a:gd name="connsiteY68" fmla="*/ 3165789 h 6858000"/>
                <a:gd name="connsiteX69" fmla="*/ 9252065 w 9767847"/>
                <a:gd name="connsiteY69" fmla="*/ 2967107 h 6858000"/>
                <a:gd name="connsiteX70" fmla="*/ 9227211 w 9767847"/>
                <a:gd name="connsiteY70" fmla="*/ 2868473 h 6858000"/>
                <a:gd name="connsiteX71" fmla="*/ 9220699 w 9767847"/>
                <a:gd name="connsiteY71" fmla="*/ 2844426 h 6858000"/>
                <a:gd name="connsiteX72" fmla="*/ 9213740 w 9767847"/>
                <a:gd name="connsiteY72" fmla="*/ 2820191 h 6858000"/>
                <a:gd name="connsiteX73" fmla="*/ 9199374 w 9767847"/>
                <a:gd name="connsiteY73" fmla="*/ 2771438 h 6858000"/>
                <a:gd name="connsiteX74" fmla="*/ 9061829 w 9767847"/>
                <a:gd name="connsiteY74" fmla="*/ 2385418 h 6858000"/>
                <a:gd name="connsiteX75" fmla="*/ 8978865 w 9767847"/>
                <a:gd name="connsiteY75" fmla="*/ 2196855 h 6858000"/>
                <a:gd name="connsiteX76" fmla="*/ 8956694 w 9767847"/>
                <a:gd name="connsiteY76" fmla="*/ 2150219 h 6858000"/>
                <a:gd name="connsiteX77" fmla="*/ 8934176 w 9767847"/>
                <a:gd name="connsiteY77" fmla="*/ 2103914 h 6858000"/>
                <a:gd name="connsiteX78" fmla="*/ 8887151 w 9767847"/>
                <a:gd name="connsiteY78" fmla="*/ 2011350 h 6858000"/>
                <a:gd name="connsiteX79" fmla="*/ 8787533 w 9767847"/>
                <a:gd name="connsiteY79" fmla="*/ 1828527 h 6858000"/>
                <a:gd name="connsiteX80" fmla="*/ 8761485 w 9767847"/>
                <a:gd name="connsiteY80" fmla="*/ 1783398 h 6858000"/>
                <a:gd name="connsiteX81" fmla="*/ 8734791 w 9767847"/>
                <a:gd name="connsiteY81" fmla="*/ 1737893 h 6858000"/>
                <a:gd name="connsiteX82" fmla="*/ 8680808 w 9767847"/>
                <a:gd name="connsiteY82" fmla="*/ 1648812 h 6858000"/>
                <a:gd name="connsiteX83" fmla="*/ 8567024 w 9767847"/>
                <a:gd name="connsiteY83" fmla="*/ 1472906 h 6858000"/>
                <a:gd name="connsiteX84" fmla="*/ 8537446 w 9767847"/>
                <a:gd name="connsiteY84" fmla="*/ 1429330 h 6858000"/>
                <a:gd name="connsiteX85" fmla="*/ 8507423 w 9767847"/>
                <a:gd name="connsiteY85" fmla="*/ 1385896 h 6858000"/>
                <a:gd name="connsiteX86" fmla="*/ 8446529 w 9767847"/>
                <a:gd name="connsiteY86" fmla="*/ 1300295 h 6858000"/>
                <a:gd name="connsiteX87" fmla="*/ 8319224 w 9767847"/>
                <a:gd name="connsiteY87" fmla="*/ 1131026 h 6858000"/>
                <a:gd name="connsiteX88" fmla="*/ 8286366 w 9767847"/>
                <a:gd name="connsiteY88" fmla="*/ 1089050 h 6858000"/>
                <a:gd name="connsiteX89" fmla="*/ 8270161 w 9767847"/>
                <a:gd name="connsiteY89" fmla="*/ 1068439 h 6858000"/>
                <a:gd name="connsiteX90" fmla="*/ 8253856 w 9767847"/>
                <a:gd name="connsiteY90" fmla="*/ 1048156 h 6858000"/>
                <a:gd name="connsiteX91" fmla="*/ 8186352 w 9767847"/>
                <a:gd name="connsiteY91" fmla="*/ 966275 h 6858000"/>
                <a:gd name="connsiteX92" fmla="*/ 8046768 w 9767847"/>
                <a:gd name="connsiteY92" fmla="*/ 805429 h 6858000"/>
                <a:gd name="connsiteX93" fmla="*/ 8010927 w 9767847"/>
                <a:gd name="connsiteY93" fmla="*/ 765853 h 6858000"/>
                <a:gd name="connsiteX94" fmla="*/ 7974788 w 9767847"/>
                <a:gd name="connsiteY94" fmla="*/ 726653 h 6858000"/>
                <a:gd name="connsiteX95" fmla="*/ 7901070 w 9767847"/>
                <a:gd name="connsiteY95" fmla="*/ 648724 h 6858000"/>
                <a:gd name="connsiteX96" fmla="*/ 7750054 w 9767847"/>
                <a:gd name="connsiteY96" fmla="*/ 497008 h 6858000"/>
                <a:gd name="connsiteX97" fmla="*/ 7592277 w 9767847"/>
                <a:gd name="connsiteY97" fmla="*/ 351221 h 6858000"/>
                <a:gd name="connsiteX98" fmla="*/ 7257734 w 9767847"/>
                <a:gd name="connsiteY98" fmla="*/ 76964 h 6858000"/>
                <a:gd name="connsiteX99" fmla="*/ 1886601 w 9767847"/>
                <a:gd name="connsiteY99" fmla="*/ 0 h 6858000"/>
                <a:gd name="connsiteX100" fmla="*/ 2292926 w 9767847"/>
                <a:gd name="connsiteY100" fmla="*/ 0 h 6858000"/>
                <a:gd name="connsiteX101" fmla="*/ 2135542 w 9767847"/>
                <a:gd name="connsiteY101" fmla="*/ 117781 h 6858000"/>
                <a:gd name="connsiteX102" fmla="*/ 1969576 w 9767847"/>
                <a:gd name="connsiteY102" fmla="*/ 254986 h 6858000"/>
                <a:gd name="connsiteX103" fmla="*/ 1659938 w 9767847"/>
                <a:gd name="connsiteY103" fmla="*/ 549855 h 6858000"/>
                <a:gd name="connsiteX104" fmla="*/ 729383 w 9767847"/>
                <a:gd name="connsiteY104" fmla="*/ 1936480 h 6858000"/>
                <a:gd name="connsiteX105" fmla="*/ 578465 w 9767847"/>
                <a:gd name="connsiteY105" fmla="*/ 2320807 h 6858000"/>
                <a:gd name="connsiteX106" fmla="*/ 465080 w 9767847"/>
                <a:gd name="connsiteY106" fmla="*/ 2714875 h 6858000"/>
                <a:gd name="connsiteX107" fmla="*/ 423820 w 9767847"/>
                <a:gd name="connsiteY107" fmla="*/ 2915436 h 6858000"/>
                <a:gd name="connsiteX108" fmla="*/ 392355 w 9767847"/>
                <a:gd name="connsiteY108" fmla="*/ 3118071 h 6858000"/>
                <a:gd name="connsiteX109" fmla="*/ 358801 w 9767847"/>
                <a:gd name="connsiteY109" fmla="*/ 3526915 h 6858000"/>
                <a:gd name="connsiteX110" fmla="*/ 410350 w 9767847"/>
                <a:gd name="connsiteY110" fmla="*/ 4348226 h 6858000"/>
                <a:gd name="connsiteX111" fmla="*/ 449022 w 9767847"/>
                <a:gd name="connsiteY111" fmla="*/ 4551049 h 6858000"/>
                <a:gd name="connsiteX112" fmla="*/ 498882 w 9767847"/>
                <a:gd name="connsiteY112" fmla="*/ 4752365 h 6858000"/>
                <a:gd name="connsiteX113" fmla="*/ 559775 w 9767847"/>
                <a:gd name="connsiteY113" fmla="*/ 4951657 h 6858000"/>
                <a:gd name="connsiteX114" fmla="*/ 631406 w 9767847"/>
                <a:gd name="connsiteY114" fmla="*/ 5147986 h 6858000"/>
                <a:gd name="connsiteX115" fmla="*/ 1023461 w 9767847"/>
                <a:gd name="connsiteY115" fmla="*/ 5893957 h 6858000"/>
                <a:gd name="connsiteX116" fmla="*/ 1575880 w 9767847"/>
                <a:gd name="connsiteY116" fmla="*/ 6547646 h 6858000"/>
                <a:gd name="connsiteX117" fmla="*/ 1905228 w 9767847"/>
                <a:gd name="connsiteY117" fmla="*/ 6829468 h 6858000"/>
                <a:gd name="connsiteX118" fmla="*/ 1944230 w 9767847"/>
                <a:gd name="connsiteY118" fmla="*/ 6858000 h 6858000"/>
                <a:gd name="connsiteX119" fmla="*/ 1372541 w 9767847"/>
                <a:gd name="connsiteY119" fmla="*/ 6858000 h 6858000"/>
                <a:gd name="connsiteX120" fmla="*/ 1115251 w 9767847"/>
                <a:gd name="connsiteY120" fmla="*/ 6590005 h 6858000"/>
                <a:gd name="connsiteX121" fmla="*/ 0 w 9767847"/>
                <a:gd name="connsiteY121" fmla="*/ 3649031 h 6858000"/>
                <a:gd name="connsiteX122" fmla="*/ 1777294 w 9767847"/>
                <a:gd name="connsiteY122" fmla="*/ 8131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</a:cxnLst>
              <a:rect l="l" t="t" r="r" b="b"/>
              <a:pathLst>
                <a:path w="9767847" h="6858000">
                  <a:moveTo>
                    <a:pt x="7151367" y="0"/>
                  </a:moveTo>
                  <a:lnTo>
                    <a:pt x="7881247" y="0"/>
                  </a:lnTo>
                  <a:lnTo>
                    <a:pt x="7990553" y="81317"/>
                  </a:lnTo>
                  <a:cubicBezTo>
                    <a:pt x="9075991" y="929334"/>
                    <a:pt x="9767847" y="2212695"/>
                    <a:pt x="9767847" y="3649031"/>
                  </a:cubicBezTo>
                  <a:cubicBezTo>
                    <a:pt x="9767847" y="4766182"/>
                    <a:pt x="9349317" y="5790792"/>
                    <a:pt x="8652597" y="6590005"/>
                  </a:cubicBezTo>
                  <a:lnTo>
                    <a:pt x="8395306" y="6858000"/>
                  </a:lnTo>
                  <a:lnTo>
                    <a:pt x="6762603" y="6858000"/>
                  </a:lnTo>
                  <a:lnTo>
                    <a:pt x="6765962" y="6854844"/>
                  </a:lnTo>
                  <a:cubicBezTo>
                    <a:pt x="6779036" y="6842703"/>
                    <a:pt x="6791663" y="6829621"/>
                    <a:pt x="6804586" y="6817103"/>
                  </a:cubicBezTo>
                  <a:lnTo>
                    <a:pt x="6881735" y="6741197"/>
                  </a:lnTo>
                  <a:cubicBezTo>
                    <a:pt x="6907435" y="6715881"/>
                    <a:pt x="6933134" y="6690798"/>
                    <a:pt x="6958883" y="6664822"/>
                  </a:cubicBezTo>
                  <a:lnTo>
                    <a:pt x="7267925" y="6355694"/>
                  </a:lnTo>
                  <a:lnTo>
                    <a:pt x="7424360" y="6200685"/>
                  </a:lnTo>
                  <a:cubicBezTo>
                    <a:pt x="7450754" y="6174802"/>
                    <a:pt x="7477598" y="6148731"/>
                    <a:pt x="7504938" y="6122708"/>
                  </a:cubicBezTo>
                  <a:lnTo>
                    <a:pt x="7546396" y="6083697"/>
                  </a:lnTo>
                  <a:cubicBezTo>
                    <a:pt x="7560264" y="6070803"/>
                    <a:pt x="7574780" y="6057532"/>
                    <a:pt x="7588002" y="6045532"/>
                  </a:cubicBezTo>
                  <a:lnTo>
                    <a:pt x="7631000" y="6006709"/>
                  </a:lnTo>
                  <a:lnTo>
                    <a:pt x="7675440" y="5968309"/>
                  </a:lnTo>
                  <a:cubicBezTo>
                    <a:pt x="7690404" y="5955698"/>
                    <a:pt x="7705564" y="5943321"/>
                    <a:pt x="7720626" y="5930851"/>
                  </a:cubicBezTo>
                  <a:cubicBezTo>
                    <a:pt x="7735738" y="5918427"/>
                    <a:pt x="7751197" y="5906521"/>
                    <a:pt x="7766458" y="5894334"/>
                  </a:cubicBezTo>
                  <a:cubicBezTo>
                    <a:pt x="7827949" y="5846192"/>
                    <a:pt x="7890979" y="5800499"/>
                    <a:pt x="7955254" y="5756828"/>
                  </a:cubicBezTo>
                  <a:cubicBezTo>
                    <a:pt x="8083800" y="5669534"/>
                    <a:pt x="8216872" y="5590336"/>
                    <a:pt x="8352678" y="5517630"/>
                  </a:cubicBezTo>
                  <a:lnTo>
                    <a:pt x="8451350" y="5465254"/>
                  </a:lnTo>
                  <a:lnTo>
                    <a:pt x="8548532" y="5413395"/>
                  </a:lnTo>
                  <a:cubicBezTo>
                    <a:pt x="8612110" y="5379090"/>
                    <a:pt x="8673251" y="5345208"/>
                    <a:pt x="8729473" y="5309961"/>
                  </a:cubicBezTo>
                  <a:cubicBezTo>
                    <a:pt x="8743591" y="5301115"/>
                    <a:pt x="8757161" y="5292361"/>
                    <a:pt x="8770781" y="5283232"/>
                  </a:cubicBezTo>
                  <a:cubicBezTo>
                    <a:pt x="8777591" y="5278667"/>
                    <a:pt x="8784451" y="5274103"/>
                    <a:pt x="8790964" y="5269492"/>
                  </a:cubicBezTo>
                  <a:cubicBezTo>
                    <a:pt x="8797574" y="5264879"/>
                    <a:pt x="8804235" y="5260314"/>
                    <a:pt x="8810499" y="5255703"/>
                  </a:cubicBezTo>
                  <a:cubicBezTo>
                    <a:pt x="8835999" y="5237303"/>
                    <a:pt x="8860407" y="5218291"/>
                    <a:pt x="8883571" y="5198479"/>
                  </a:cubicBezTo>
                  <a:cubicBezTo>
                    <a:pt x="8929900" y="5158856"/>
                    <a:pt x="8971258" y="5116315"/>
                    <a:pt x="9006651" y="5070527"/>
                  </a:cubicBezTo>
                  <a:cubicBezTo>
                    <a:pt x="9015351" y="5059328"/>
                    <a:pt x="9024398" y="5046857"/>
                    <a:pt x="9033494" y="5034105"/>
                  </a:cubicBezTo>
                  <a:lnTo>
                    <a:pt x="9040305" y="5024551"/>
                  </a:lnTo>
                  <a:lnTo>
                    <a:pt x="9046568" y="5015281"/>
                  </a:lnTo>
                  <a:cubicBezTo>
                    <a:pt x="9050743" y="5009163"/>
                    <a:pt x="9054819" y="5002952"/>
                    <a:pt x="9058846" y="4996645"/>
                  </a:cubicBezTo>
                  <a:cubicBezTo>
                    <a:pt x="9075002" y="4971517"/>
                    <a:pt x="9090212" y="4945305"/>
                    <a:pt x="9104529" y="4918105"/>
                  </a:cubicBezTo>
                  <a:cubicBezTo>
                    <a:pt x="9133211" y="4863752"/>
                    <a:pt x="9158313" y="4805447"/>
                    <a:pt x="9181081" y="4744694"/>
                  </a:cubicBezTo>
                  <a:cubicBezTo>
                    <a:pt x="9203748" y="4684178"/>
                    <a:pt x="9223383" y="4621778"/>
                    <a:pt x="9240731" y="4557872"/>
                  </a:cubicBezTo>
                  <a:cubicBezTo>
                    <a:pt x="9249481" y="4525966"/>
                    <a:pt x="9257682" y="4493684"/>
                    <a:pt x="9265388" y="4461073"/>
                  </a:cubicBezTo>
                  <a:cubicBezTo>
                    <a:pt x="9269215" y="4444744"/>
                    <a:pt x="9272943" y="4428367"/>
                    <a:pt x="9276571" y="4411943"/>
                  </a:cubicBezTo>
                  <a:lnTo>
                    <a:pt x="9281841" y="4387379"/>
                  </a:lnTo>
                  <a:lnTo>
                    <a:pt x="9286513" y="4364838"/>
                  </a:lnTo>
                  <a:lnTo>
                    <a:pt x="9296754" y="4312038"/>
                  </a:lnTo>
                  <a:lnTo>
                    <a:pt x="9301029" y="4289074"/>
                  </a:lnTo>
                  <a:lnTo>
                    <a:pt x="9302818" y="4278581"/>
                  </a:lnTo>
                  <a:lnTo>
                    <a:pt x="9304658" y="4266816"/>
                  </a:lnTo>
                  <a:lnTo>
                    <a:pt x="9312810" y="4215945"/>
                  </a:lnTo>
                  <a:lnTo>
                    <a:pt x="9316887" y="4190486"/>
                  </a:lnTo>
                  <a:lnTo>
                    <a:pt x="9318923" y="4177780"/>
                  </a:lnTo>
                  <a:cubicBezTo>
                    <a:pt x="9319570" y="4173546"/>
                    <a:pt x="9319969" y="4169169"/>
                    <a:pt x="9320515" y="4164886"/>
                  </a:cubicBezTo>
                  <a:lnTo>
                    <a:pt x="9332445" y="4064981"/>
                  </a:lnTo>
                  <a:cubicBezTo>
                    <a:pt x="9333836" y="4052370"/>
                    <a:pt x="9334880" y="4036888"/>
                    <a:pt x="9336173" y="4018676"/>
                  </a:cubicBezTo>
                  <a:lnTo>
                    <a:pt x="9340199" y="3965171"/>
                  </a:lnTo>
                  <a:cubicBezTo>
                    <a:pt x="9345071" y="3899806"/>
                    <a:pt x="9347358" y="3832983"/>
                    <a:pt x="9347557" y="3765972"/>
                  </a:cubicBezTo>
                  <a:cubicBezTo>
                    <a:pt x="9347656" y="3732420"/>
                    <a:pt x="9347209" y="3698773"/>
                    <a:pt x="9346364" y="3664938"/>
                  </a:cubicBezTo>
                  <a:lnTo>
                    <a:pt x="9344921" y="3615243"/>
                  </a:lnTo>
                  <a:lnTo>
                    <a:pt x="9344524" y="3603526"/>
                  </a:lnTo>
                  <a:lnTo>
                    <a:pt x="9343728" y="3590774"/>
                  </a:lnTo>
                  <a:lnTo>
                    <a:pt x="9342188" y="3565268"/>
                  </a:lnTo>
                  <a:lnTo>
                    <a:pt x="9339056" y="3514256"/>
                  </a:lnTo>
                  <a:cubicBezTo>
                    <a:pt x="9337914" y="3497221"/>
                    <a:pt x="9335874" y="3480138"/>
                    <a:pt x="9334334" y="3463057"/>
                  </a:cubicBezTo>
                  <a:lnTo>
                    <a:pt x="9329363" y="3411810"/>
                  </a:lnTo>
                  <a:lnTo>
                    <a:pt x="9328319" y="3400657"/>
                  </a:lnTo>
                  <a:lnTo>
                    <a:pt x="9327177" y="3390116"/>
                  </a:lnTo>
                  <a:lnTo>
                    <a:pt x="9324293" y="3366774"/>
                  </a:lnTo>
                  <a:lnTo>
                    <a:pt x="9320763" y="3340329"/>
                  </a:lnTo>
                  <a:lnTo>
                    <a:pt x="9317184" y="3311245"/>
                  </a:lnTo>
                  <a:cubicBezTo>
                    <a:pt x="9315594" y="3296893"/>
                    <a:pt x="9313506" y="3282306"/>
                    <a:pt x="9311021" y="3266211"/>
                  </a:cubicBezTo>
                  <a:lnTo>
                    <a:pt x="9302719" y="3215717"/>
                  </a:lnTo>
                  <a:cubicBezTo>
                    <a:pt x="9299936" y="3199059"/>
                    <a:pt x="9297003" y="3182400"/>
                    <a:pt x="9293970" y="3165789"/>
                  </a:cubicBezTo>
                  <a:cubicBezTo>
                    <a:pt x="9281891" y="3099295"/>
                    <a:pt x="9267674" y="3033084"/>
                    <a:pt x="9252065" y="2967107"/>
                  </a:cubicBezTo>
                  <a:cubicBezTo>
                    <a:pt x="9244261" y="2934167"/>
                    <a:pt x="9235959" y="2901273"/>
                    <a:pt x="9227211" y="2868473"/>
                  </a:cubicBezTo>
                  <a:lnTo>
                    <a:pt x="9220699" y="2844426"/>
                  </a:lnTo>
                  <a:lnTo>
                    <a:pt x="9213740" y="2820191"/>
                  </a:lnTo>
                  <a:cubicBezTo>
                    <a:pt x="9209216" y="2804049"/>
                    <a:pt x="9204345" y="2787768"/>
                    <a:pt x="9199374" y="2771438"/>
                  </a:cubicBezTo>
                  <a:cubicBezTo>
                    <a:pt x="9159855" y="2641086"/>
                    <a:pt x="9114272" y="2512099"/>
                    <a:pt x="9061829" y="2385418"/>
                  </a:cubicBezTo>
                  <a:cubicBezTo>
                    <a:pt x="9035582" y="2322077"/>
                    <a:pt x="9008043" y="2259160"/>
                    <a:pt x="8978865" y="2196855"/>
                  </a:cubicBezTo>
                  <a:lnTo>
                    <a:pt x="8956694" y="2150219"/>
                  </a:lnTo>
                  <a:lnTo>
                    <a:pt x="8934176" y="2103914"/>
                  </a:lnTo>
                  <a:cubicBezTo>
                    <a:pt x="8918915" y="2073091"/>
                    <a:pt x="8903157" y="2042032"/>
                    <a:pt x="8887151" y="2011350"/>
                  </a:cubicBezTo>
                  <a:cubicBezTo>
                    <a:pt x="8854988" y="1949891"/>
                    <a:pt x="8822082" y="1888810"/>
                    <a:pt x="8787533" y="1828527"/>
                  </a:cubicBezTo>
                  <a:lnTo>
                    <a:pt x="8761485" y="1783398"/>
                  </a:lnTo>
                  <a:lnTo>
                    <a:pt x="8734791" y="1737893"/>
                  </a:lnTo>
                  <a:cubicBezTo>
                    <a:pt x="8717047" y="1707823"/>
                    <a:pt x="8699200" y="1678363"/>
                    <a:pt x="8680808" y="1648812"/>
                  </a:cubicBezTo>
                  <a:cubicBezTo>
                    <a:pt x="8644322" y="1589658"/>
                    <a:pt x="8606194" y="1531118"/>
                    <a:pt x="8567024" y="1472906"/>
                  </a:cubicBezTo>
                  <a:lnTo>
                    <a:pt x="8537446" y="1429330"/>
                  </a:lnTo>
                  <a:lnTo>
                    <a:pt x="8507423" y="1385896"/>
                  </a:lnTo>
                  <a:cubicBezTo>
                    <a:pt x="8487390" y="1357284"/>
                    <a:pt x="8467158" y="1328719"/>
                    <a:pt x="8446529" y="1300295"/>
                  </a:cubicBezTo>
                  <a:cubicBezTo>
                    <a:pt x="8405271" y="1243496"/>
                    <a:pt x="8362718" y="1187120"/>
                    <a:pt x="8319224" y="1131026"/>
                  </a:cubicBezTo>
                  <a:lnTo>
                    <a:pt x="8286366" y="1089050"/>
                  </a:lnTo>
                  <a:lnTo>
                    <a:pt x="8270161" y="1068439"/>
                  </a:lnTo>
                  <a:lnTo>
                    <a:pt x="8253856" y="1048156"/>
                  </a:lnTo>
                  <a:cubicBezTo>
                    <a:pt x="8231636" y="1020675"/>
                    <a:pt x="8209117" y="993381"/>
                    <a:pt x="8186352" y="966275"/>
                  </a:cubicBezTo>
                  <a:cubicBezTo>
                    <a:pt x="8140917" y="911922"/>
                    <a:pt x="8094240" y="858417"/>
                    <a:pt x="8046768" y="805429"/>
                  </a:cubicBezTo>
                  <a:lnTo>
                    <a:pt x="8010927" y="765853"/>
                  </a:lnTo>
                  <a:lnTo>
                    <a:pt x="7974788" y="726653"/>
                  </a:lnTo>
                  <a:cubicBezTo>
                    <a:pt x="7950382" y="700489"/>
                    <a:pt x="7925824" y="674465"/>
                    <a:pt x="7901070" y="648724"/>
                  </a:cubicBezTo>
                  <a:cubicBezTo>
                    <a:pt x="7851510" y="597289"/>
                    <a:pt x="7801404" y="546514"/>
                    <a:pt x="7750054" y="497008"/>
                  </a:cubicBezTo>
                  <a:cubicBezTo>
                    <a:pt x="7698902" y="447644"/>
                    <a:pt x="7645913" y="398938"/>
                    <a:pt x="7592277" y="351221"/>
                  </a:cubicBezTo>
                  <a:cubicBezTo>
                    <a:pt x="7484856" y="255786"/>
                    <a:pt x="7373308" y="164304"/>
                    <a:pt x="7257734" y="76964"/>
                  </a:cubicBezTo>
                  <a:close/>
                  <a:moveTo>
                    <a:pt x="1886601" y="0"/>
                  </a:moveTo>
                  <a:lnTo>
                    <a:pt x="2292926" y="0"/>
                  </a:lnTo>
                  <a:lnTo>
                    <a:pt x="2135542" y="117781"/>
                  </a:lnTo>
                  <a:cubicBezTo>
                    <a:pt x="2078998" y="162280"/>
                    <a:pt x="2023659" y="208045"/>
                    <a:pt x="1969576" y="254986"/>
                  </a:cubicBezTo>
                  <a:cubicBezTo>
                    <a:pt x="1861309" y="348820"/>
                    <a:pt x="1758064" y="447314"/>
                    <a:pt x="1659938" y="549855"/>
                  </a:cubicBezTo>
                  <a:cubicBezTo>
                    <a:pt x="1266987" y="960346"/>
                    <a:pt x="953820" y="1431495"/>
                    <a:pt x="729383" y="1936480"/>
                  </a:cubicBezTo>
                  <a:cubicBezTo>
                    <a:pt x="673260" y="2062362"/>
                    <a:pt x="622855" y="2190972"/>
                    <a:pt x="578465" y="2320807"/>
                  </a:cubicBezTo>
                  <a:cubicBezTo>
                    <a:pt x="534125" y="2450687"/>
                    <a:pt x="496147" y="2582216"/>
                    <a:pt x="465080" y="2714875"/>
                  </a:cubicBezTo>
                  <a:cubicBezTo>
                    <a:pt x="449769" y="2780991"/>
                    <a:pt x="435850" y="2848191"/>
                    <a:pt x="423820" y="2915436"/>
                  </a:cubicBezTo>
                  <a:cubicBezTo>
                    <a:pt x="411840" y="2982731"/>
                    <a:pt x="401054" y="3050260"/>
                    <a:pt x="392355" y="3118071"/>
                  </a:cubicBezTo>
                  <a:cubicBezTo>
                    <a:pt x="374509" y="3253646"/>
                    <a:pt x="363424" y="3389880"/>
                    <a:pt x="358801" y="3526915"/>
                  </a:cubicBezTo>
                  <a:cubicBezTo>
                    <a:pt x="349009" y="3800843"/>
                    <a:pt x="366357" y="4075570"/>
                    <a:pt x="410350" y="4348226"/>
                  </a:cubicBezTo>
                  <a:cubicBezTo>
                    <a:pt x="421286" y="4416132"/>
                    <a:pt x="434209" y="4483660"/>
                    <a:pt x="449022" y="4551049"/>
                  </a:cubicBezTo>
                  <a:cubicBezTo>
                    <a:pt x="463737" y="4618436"/>
                    <a:pt x="480389" y="4685588"/>
                    <a:pt x="498882" y="4752365"/>
                  </a:cubicBezTo>
                  <a:cubicBezTo>
                    <a:pt x="517373" y="4819141"/>
                    <a:pt x="537704" y="4885635"/>
                    <a:pt x="559775" y="4951657"/>
                  </a:cubicBezTo>
                  <a:cubicBezTo>
                    <a:pt x="581946" y="5017775"/>
                    <a:pt x="605358" y="5083375"/>
                    <a:pt x="631406" y="5147986"/>
                  </a:cubicBezTo>
                  <a:cubicBezTo>
                    <a:pt x="734055" y="5407608"/>
                    <a:pt x="865188" y="5658570"/>
                    <a:pt x="1023461" y="5893957"/>
                  </a:cubicBezTo>
                  <a:cubicBezTo>
                    <a:pt x="1181487" y="6129578"/>
                    <a:pt x="1367051" y="6349247"/>
                    <a:pt x="1575880" y="6547646"/>
                  </a:cubicBezTo>
                  <a:cubicBezTo>
                    <a:pt x="1680269" y="6646916"/>
                    <a:pt x="1790338" y="6740939"/>
                    <a:pt x="1905228" y="6829468"/>
                  </a:cubicBezTo>
                  <a:lnTo>
                    <a:pt x="1944230" y="6858000"/>
                  </a:lnTo>
                  <a:lnTo>
                    <a:pt x="1372541" y="6858000"/>
                  </a:lnTo>
                  <a:lnTo>
                    <a:pt x="1115251" y="6590005"/>
                  </a:lnTo>
                  <a:cubicBezTo>
                    <a:pt x="418530" y="5790792"/>
                    <a:pt x="0" y="4766182"/>
                    <a:pt x="0" y="3649031"/>
                  </a:cubicBezTo>
                  <a:cubicBezTo>
                    <a:pt x="0" y="2212695"/>
                    <a:pt x="691856" y="929334"/>
                    <a:pt x="1777294" y="81317"/>
                  </a:cubicBezTo>
                  <a:close/>
                </a:path>
              </a:pathLst>
            </a:custGeom>
            <a:gradFill>
              <a:gsLst>
                <a:gs pos="813">
                  <a:schemeClr val="bg1">
                    <a:alpha val="41000"/>
                  </a:schemeClr>
                </a:gs>
                <a:gs pos="20000">
                  <a:schemeClr val="accent5">
                    <a:lumMod val="85000"/>
                    <a:alpha val="56000"/>
                  </a:schemeClr>
                </a:gs>
                <a:gs pos="44000">
                  <a:schemeClr val="accent6">
                    <a:lumMod val="40000"/>
                    <a:lumOff val="60000"/>
                    <a:alpha val="57000"/>
                  </a:schemeClr>
                </a:gs>
                <a:gs pos="100000">
                  <a:schemeClr val="bg1">
                    <a:alpha val="59000"/>
                  </a:schemeClr>
                </a:gs>
                <a:gs pos="74000">
                  <a:schemeClr val="accent1">
                    <a:lumMod val="91000"/>
                    <a:lumOff val="9000"/>
                    <a:alpha val="34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9C8CAF74-A410-D5CE-345A-D00693E25D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3402" y="36937"/>
              <a:ext cx="9767847" cy="6858000"/>
            </a:xfrm>
            <a:custGeom>
              <a:avLst/>
              <a:gdLst>
                <a:gd name="connsiteX0" fmla="*/ 7145704 w 9767847"/>
                <a:gd name="connsiteY0" fmla="*/ 0 h 6858000"/>
                <a:gd name="connsiteX1" fmla="*/ 7875738 w 9767847"/>
                <a:gd name="connsiteY1" fmla="*/ 0 h 6858000"/>
                <a:gd name="connsiteX2" fmla="*/ 7990553 w 9767847"/>
                <a:gd name="connsiteY2" fmla="*/ 85415 h 6858000"/>
                <a:gd name="connsiteX3" fmla="*/ 9767847 w 9767847"/>
                <a:gd name="connsiteY3" fmla="*/ 3653129 h 6858000"/>
                <a:gd name="connsiteX4" fmla="*/ 8652597 w 9767847"/>
                <a:gd name="connsiteY4" fmla="*/ 6594103 h 6858000"/>
                <a:gd name="connsiteX5" fmla="*/ 8399240 w 9767847"/>
                <a:gd name="connsiteY5" fmla="*/ 6858000 h 6858000"/>
                <a:gd name="connsiteX6" fmla="*/ 6766926 w 9767847"/>
                <a:gd name="connsiteY6" fmla="*/ 6858000 h 6858000"/>
                <a:gd name="connsiteX7" fmla="*/ 6804586 w 9767847"/>
                <a:gd name="connsiteY7" fmla="*/ 6821201 h 6858000"/>
                <a:gd name="connsiteX8" fmla="*/ 6881735 w 9767847"/>
                <a:gd name="connsiteY8" fmla="*/ 6745295 h 6858000"/>
                <a:gd name="connsiteX9" fmla="*/ 6958883 w 9767847"/>
                <a:gd name="connsiteY9" fmla="*/ 6668920 h 6858000"/>
                <a:gd name="connsiteX10" fmla="*/ 7267925 w 9767847"/>
                <a:gd name="connsiteY10" fmla="*/ 6359792 h 6858000"/>
                <a:gd name="connsiteX11" fmla="*/ 7424360 w 9767847"/>
                <a:gd name="connsiteY11" fmla="*/ 6204783 h 6858000"/>
                <a:gd name="connsiteX12" fmla="*/ 7504938 w 9767847"/>
                <a:gd name="connsiteY12" fmla="*/ 6126806 h 6858000"/>
                <a:gd name="connsiteX13" fmla="*/ 7546396 w 9767847"/>
                <a:gd name="connsiteY13" fmla="*/ 6087795 h 6858000"/>
                <a:gd name="connsiteX14" fmla="*/ 7588002 w 9767847"/>
                <a:gd name="connsiteY14" fmla="*/ 6049630 h 6858000"/>
                <a:gd name="connsiteX15" fmla="*/ 7631000 w 9767847"/>
                <a:gd name="connsiteY15" fmla="*/ 6010807 h 6858000"/>
                <a:gd name="connsiteX16" fmla="*/ 7675440 w 9767847"/>
                <a:gd name="connsiteY16" fmla="*/ 5972407 h 6858000"/>
                <a:gd name="connsiteX17" fmla="*/ 7720626 w 9767847"/>
                <a:gd name="connsiteY17" fmla="*/ 5934949 h 6858000"/>
                <a:gd name="connsiteX18" fmla="*/ 7766458 w 9767847"/>
                <a:gd name="connsiteY18" fmla="*/ 5898432 h 6858000"/>
                <a:gd name="connsiteX19" fmla="*/ 7955254 w 9767847"/>
                <a:gd name="connsiteY19" fmla="*/ 5760926 h 6858000"/>
                <a:gd name="connsiteX20" fmla="*/ 8352678 w 9767847"/>
                <a:gd name="connsiteY20" fmla="*/ 5521728 h 6858000"/>
                <a:gd name="connsiteX21" fmla="*/ 8451350 w 9767847"/>
                <a:gd name="connsiteY21" fmla="*/ 5469352 h 6858000"/>
                <a:gd name="connsiteX22" fmla="*/ 8548532 w 9767847"/>
                <a:gd name="connsiteY22" fmla="*/ 5417493 h 6858000"/>
                <a:gd name="connsiteX23" fmla="*/ 8729473 w 9767847"/>
                <a:gd name="connsiteY23" fmla="*/ 5314059 h 6858000"/>
                <a:gd name="connsiteX24" fmla="*/ 8770781 w 9767847"/>
                <a:gd name="connsiteY24" fmla="*/ 5287330 h 6858000"/>
                <a:gd name="connsiteX25" fmla="*/ 8790964 w 9767847"/>
                <a:gd name="connsiteY25" fmla="*/ 5273590 h 6858000"/>
                <a:gd name="connsiteX26" fmla="*/ 8810499 w 9767847"/>
                <a:gd name="connsiteY26" fmla="*/ 5259801 h 6858000"/>
                <a:gd name="connsiteX27" fmla="*/ 8883571 w 9767847"/>
                <a:gd name="connsiteY27" fmla="*/ 5202577 h 6858000"/>
                <a:gd name="connsiteX28" fmla="*/ 9006651 w 9767847"/>
                <a:gd name="connsiteY28" fmla="*/ 5074625 h 6858000"/>
                <a:gd name="connsiteX29" fmla="*/ 9033494 w 9767847"/>
                <a:gd name="connsiteY29" fmla="*/ 5038203 h 6858000"/>
                <a:gd name="connsiteX30" fmla="*/ 9040305 w 9767847"/>
                <a:gd name="connsiteY30" fmla="*/ 5028649 h 6858000"/>
                <a:gd name="connsiteX31" fmla="*/ 9046568 w 9767847"/>
                <a:gd name="connsiteY31" fmla="*/ 5019379 h 6858000"/>
                <a:gd name="connsiteX32" fmla="*/ 9058846 w 9767847"/>
                <a:gd name="connsiteY32" fmla="*/ 5000743 h 6858000"/>
                <a:gd name="connsiteX33" fmla="*/ 9104529 w 9767847"/>
                <a:gd name="connsiteY33" fmla="*/ 4922203 h 6858000"/>
                <a:gd name="connsiteX34" fmla="*/ 9181081 w 9767847"/>
                <a:gd name="connsiteY34" fmla="*/ 4748792 h 6858000"/>
                <a:gd name="connsiteX35" fmla="*/ 9240731 w 9767847"/>
                <a:gd name="connsiteY35" fmla="*/ 4561970 h 6858000"/>
                <a:gd name="connsiteX36" fmla="*/ 9265388 w 9767847"/>
                <a:gd name="connsiteY36" fmla="*/ 4465171 h 6858000"/>
                <a:gd name="connsiteX37" fmla="*/ 9276571 w 9767847"/>
                <a:gd name="connsiteY37" fmla="*/ 4416041 h 6858000"/>
                <a:gd name="connsiteX38" fmla="*/ 9281841 w 9767847"/>
                <a:gd name="connsiteY38" fmla="*/ 4391477 h 6858000"/>
                <a:gd name="connsiteX39" fmla="*/ 9286513 w 9767847"/>
                <a:gd name="connsiteY39" fmla="*/ 4368936 h 6858000"/>
                <a:gd name="connsiteX40" fmla="*/ 9296754 w 9767847"/>
                <a:gd name="connsiteY40" fmla="*/ 4316136 h 6858000"/>
                <a:gd name="connsiteX41" fmla="*/ 9301029 w 9767847"/>
                <a:gd name="connsiteY41" fmla="*/ 4293172 h 6858000"/>
                <a:gd name="connsiteX42" fmla="*/ 9302818 w 9767847"/>
                <a:gd name="connsiteY42" fmla="*/ 4282679 h 6858000"/>
                <a:gd name="connsiteX43" fmla="*/ 9304658 w 9767847"/>
                <a:gd name="connsiteY43" fmla="*/ 4270914 h 6858000"/>
                <a:gd name="connsiteX44" fmla="*/ 9312810 w 9767847"/>
                <a:gd name="connsiteY44" fmla="*/ 4220043 h 6858000"/>
                <a:gd name="connsiteX45" fmla="*/ 9316887 w 9767847"/>
                <a:gd name="connsiteY45" fmla="*/ 4194584 h 6858000"/>
                <a:gd name="connsiteX46" fmla="*/ 9318923 w 9767847"/>
                <a:gd name="connsiteY46" fmla="*/ 4181878 h 6858000"/>
                <a:gd name="connsiteX47" fmla="*/ 9320515 w 9767847"/>
                <a:gd name="connsiteY47" fmla="*/ 4168984 h 6858000"/>
                <a:gd name="connsiteX48" fmla="*/ 9332445 w 9767847"/>
                <a:gd name="connsiteY48" fmla="*/ 4069079 h 6858000"/>
                <a:gd name="connsiteX49" fmla="*/ 9336173 w 9767847"/>
                <a:gd name="connsiteY49" fmla="*/ 4022774 h 6858000"/>
                <a:gd name="connsiteX50" fmla="*/ 9340199 w 9767847"/>
                <a:gd name="connsiteY50" fmla="*/ 3969269 h 6858000"/>
                <a:gd name="connsiteX51" fmla="*/ 9347557 w 9767847"/>
                <a:gd name="connsiteY51" fmla="*/ 3770070 h 6858000"/>
                <a:gd name="connsiteX52" fmla="*/ 9346364 w 9767847"/>
                <a:gd name="connsiteY52" fmla="*/ 3669036 h 6858000"/>
                <a:gd name="connsiteX53" fmla="*/ 9344921 w 9767847"/>
                <a:gd name="connsiteY53" fmla="*/ 3619341 h 6858000"/>
                <a:gd name="connsiteX54" fmla="*/ 9344524 w 9767847"/>
                <a:gd name="connsiteY54" fmla="*/ 3607624 h 6858000"/>
                <a:gd name="connsiteX55" fmla="*/ 9343728 w 9767847"/>
                <a:gd name="connsiteY55" fmla="*/ 3594872 h 6858000"/>
                <a:gd name="connsiteX56" fmla="*/ 9342188 w 9767847"/>
                <a:gd name="connsiteY56" fmla="*/ 3569366 h 6858000"/>
                <a:gd name="connsiteX57" fmla="*/ 9339056 w 9767847"/>
                <a:gd name="connsiteY57" fmla="*/ 3518354 h 6858000"/>
                <a:gd name="connsiteX58" fmla="*/ 9334334 w 9767847"/>
                <a:gd name="connsiteY58" fmla="*/ 3467155 h 6858000"/>
                <a:gd name="connsiteX59" fmla="*/ 9329363 w 9767847"/>
                <a:gd name="connsiteY59" fmla="*/ 3415908 h 6858000"/>
                <a:gd name="connsiteX60" fmla="*/ 9328319 w 9767847"/>
                <a:gd name="connsiteY60" fmla="*/ 3404755 h 6858000"/>
                <a:gd name="connsiteX61" fmla="*/ 9327177 w 9767847"/>
                <a:gd name="connsiteY61" fmla="*/ 3394214 h 6858000"/>
                <a:gd name="connsiteX62" fmla="*/ 9324293 w 9767847"/>
                <a:gd name="connsiteY62" fmla="*/ 3370872 h 6858000"/>
                <a:gd name="connsiteX63" fmla="*/ 9320763 w 9767847"/>
                <a:gd name="connsiteY63" fmla="*/ 3344427 h 6858000"/>
                <a:gd name="connsiteX64" fmla="*/ 9317184 w 9767847"/>
                <a:gd name="connsiteY64" fmla="*/ 3315343 h 6858000"/>
                <a:gd name="connsiteX65" fmla="*/ 9311021 w 9767847"/>
                <a:gd name="connsiteY65" fmla="*/ 3270309 h 6858000"/>
                <a:gd name="connsiteX66" fmla="*/ 9302719 w 9767847"/>
                <a:gd name="connsiteY66" fmla="*/ 3219815 h 6858000"/>
                <a:gd name="connsiteX67" fmla="*/ 9293970 w 9767847"/>
                <a:gd name="connsiteY67" fmla="*/ 3169887 h 6858000"/>
                <a:gd name="connsiteX68" fmla="*/ 9252065 w 9767847"/>
                <a:gd name="connsiteY68" fmla="*/ 2971205 h 6858000"/>
                <a:gd name="connsiteX69" fmla="*/ 9227211 w 9767847"/>
                <a:gd name="connsiteY69" fmla="*/ 2872571 h 6858000"/>
                <a:gd name="connsiteX70" fmla="*/ 9220699 w 9767847"/>
                <a:gd name="connsiteY70" fmla="*/ 2848524 h 6858000"/>
                <a:gd name="connsiteX71" fmla="*/ 9213740 w 9767847"/>
                <a:gd name="connsiteY71" fmla="*/ 2824289 h 6858000"/>
                <a:gd name="connsiteX72" fmla="*/ 9199374 w 9767847"/>
                <a:gd name="connsiteY72" fmla="*/ 2775536 h 6858000"/>
                <a:gd name="connsiteX73" fmla="*/ 9061829 w 9767847"/>
                <a:gd name="connsiteY73" fmla="*/ 2389515 h 6858000"/>
                <a:gd name="connsiteX74" fmla="*/ 8978865 w 9767847"/>
                <a:gd name="connsiteY74" fmla="*/ 2200953 h 6858000"/>
                <a:gd name="connsiteX75" fmla="*/ 8956694 w 9767847"/>
                <a:gd name="connsiteY75" fmla="*/ 2154317 h 6858000"/>
                <a:gd name="connsiteX76" fmla="*/ 8934176 w 9767847"/>
                <a:gd name="connsiteY76" fmla="*/ 2108012 h 6858000"/>
                <a:gd name="connsiteX77" fmla="*/ 8887151 w 9767847"/>
                <a:gd name="connsiteY77" fmla="*/ 2015448 h 6858000"/>
                <a:gd name="connsiteX78" fmla="*/ 8787533 w 9767847"/>
                <a:gd name="connsiteY78" fmla="*/ 1832625 h 6858000"/>
                <a:gd name="connsiteX79" fmla="*/ 8761485 w 9767847"/>
                <a:gd name="connsiteY79" fmla="*/ 1787496 h 6858000"/>
                <a:gd name="connsiteX80" fmla="*/ 8734791 w 9767847"/>
                <a:gd name="connsiteY80" fmla="*/ 1741991 h 6858000"/>
                <a:gd name="connsiteX81" fmla="*/ 8680808 w 9767847"/>
                <a:gd name="connsiteY81" fmla="*/ 1652910 h 6858000"/>
                <a:gd name="connsiteX82" fmla="*/ 8567024 w 9767847"/>
                <a:gd name="connsiteY82" fmla="*/ 1477004 h 6858000"/>
                <a:gd name="connsiteX83" fmla="*/ 8537446 w 9767847"/>
                <a:gd name="connsiteY83" fmla="*/ 1433428 h 6858000"/>
                <a:gd name="connsiteX84" fmla="*/ 8507423 w 9767847"/>
                <a:gd name="connsiteY84" fmla="*/ 1389994 h 6858000"/>
                <a:gd name="connsiteX85" fmla="*/ 8446529 w 9767847"/>
                <a:gd name="connsiteY85" fmla="*/ 1304393 h 6858000"/>
                <a:gd name="connsiteX86" fmla="*/ 8319224 w 9767847"/>
                <a:gd name="connsiteY86" fmla="*/ 1135124 h 6858000"/>
                <a:gd name="connsiteX87" fmla="*/ 8286366 w 9767847"/>
                <a:gd name="connsiteY87" fmla="*/ 1093148 h 6858000"/>
                <a:gd name="connsiteX88" fmla="*/ 8270161 w 9767847"/>
                <a:gd name="connsiteY88" fmla="*/ 1072538 h 6858000"/>
                <a:gd name="connsiteX89" fmla="*/ 8253856 w 9767847"/>
                <a:gd name="connsiteY89" fmla="*/ 1052254 h 6858000"/>
                <a:gd name="connsiteX90" fmla="*/ 8186352 w 9767847"/>
                <a:gd name="connsiteY90" fmla="*/ 970373 h 6858000"/>
                <a:gd name="connsiteX91" fmla="*/ 8046768 w 9767847"/>
                <a:gd name="connsiteY91" fmla="*/ 809527 h 6858000"/>
                <a:gd name="connsiteX92" fmla="*/ 8010927 w 9767847"/>
                <a:gd name="connsiteY92" fmla="*/ 769951 h 6858000"/>
                <a:gd name="connsiteX93" fmla="*/ 7974788 w 9767847"/>
                <a:gd name="connsiteY93" fmla="*/ 730751 h 6858000"/>
                <a:gd name="connsiteX94" fmla="*/ 7901070 w 9767847"/>
                <a:gd name="connsiteY94" fmla="*/ 652823 h 6858000"/>
                <a:gd name="connsiteX95" fmla="*/ 7750054 w 9767847"/>
                <a:gd name="connsiteY95" fmla="*/ 501106 h 6858000"/>
                <a:gd name="connsiteX96" fmla="*/ 7592277 w 9767847"/>
                <a:gd name="connsiteY96" fmla="*/ 355319 h 6858000"/>
                <a:gd name="connsiteX97" fmla="*/ 7257734 w 9767847"/>
                <a:gd name="connsiteY97" fmla="*/ 81062 h 6858000"/>
                <a:gd name="connsiteX98" fmla="*/ 1892109 w 9767847"/>
                <a:gd name="connsiteY98" fmla="*/ 0 h 6858000"/>
                <a:gd name="connsiteX99" fmla="*/ 2298402 w 9767847"/>
                <a:gd name="connsiteY99" fmla="*/ 0 h 6858000"/>
                <a:gd name="connsiteX100" fmla="*/ 2135542 w 9767847"/>
                <a:gd name="connsiteY100" fmla="*/ 121879 h 6858000"/>
                <a:gd name="connsiteX101" fmla="*/ 1969576 w 9767847"/>
                <a:gd name="connsiteY101" fmla="*/ 259084 h 6858000"/>
                <a:gd name="connsiteX102" fmla="*/ 1659938 w 9767847"/>
                <a:gd name="connsiteY102" fmla="*/ 553953 h 6858000"/>
                <a:gd name="connsiteX103" fmla="*/ 729383 w 9767847"/>
                <a:gd name="connsiteY103" fmla="*/ 1940578 h 6858000"/>
                <a:gd name="connsiteX104" fmla="*/ 578465 w 9767847"/>
                <a:gd name="connsiteY104" fmla="*/ 2324905 h 6858000"/>
                <a:gd name="connsiteX105" fmla="*/ 465080 w 9767847"/>
                <a:gd name="connsiteY105" fmla="*/ 2718973 h 6858000"/>
                <a:gd name="connsiteX106" fmla="*/ 423820 w 9767847"/>
                <a:gd name="connsiteY106" fmla="*/ 2919535 h 6858000"/>
                <a:gd name="connsiteX107" fmla="*/ 392355 w 9767847"/>
                <a:gd name="connsiteY107" fmla="*/ 3122169 h 6858000"/>
                <a:gd name="connsiteX108" fmla="*/ 358801 w 9767847"/>
                <a:gd name="connsiteY108" fmla="*/ 3531013 h 6858000"/>
                <a:gd name="connsiteX109" fmla="*/ 410350 w 9767847"/>
                <a:gd name="connsiteY109" fmla="*/ 4352324 h 6858000"/>
                <a:gd name="connsiteX110" fmla="*/ 449022 w 9767847"/>
                <a:gd name="connsiteY110" fmla="*/ 4555147 h 6858000"/>
                <a:gd name="connsiteX111" fmla="*/ 498882 w 9767847"/>
                <a:gd name="connsiteY111" fmla="*/ 4756463 h 6858000"/>
                <a:gd name="connsiteX112" fmla="*/ 559775 w 9767847"/>
                <a:gd name="connsiteY112" fmla="*/ 4955755 h 6858000"/>
                <a:gd name="connsiteX113" fmla="*/ 631406 w 9767847"/>
                <a:gd name="connsiteY113" fmla="*/ 5152084 h 6858000"/>
                <a:gd name="connsiteX114" fmla="*/ 1023461 w 9767847"/>
                <a:gd name="connsiteY114" fmla="*/ 5898055 h 6858000"/>
                <a:gd name="connsiteX115" fmla="*/ 1575880 w 9767847"/>
                <a:gd name="connsiteY115" fmla="*/ 6551744 h 6858000"/>
                <a:gd name="connsiteX116" fmla="*/ 1905228 w 9767847"/>
                <a:gd name="connsiteY116" fmla="*/ 6833566 h 6858000"/>
                <a:gd name="connsiteX117" fmla="*/ 1938629 w 9767847"/>
                <a:gd name="connsiteY117" fmla="*/ 6858000 h 6858000"/>
                <a:gd name="connsiteX118" fmla="*/ 1368607 w 9767847"/>
                <a:gd name="connsiteY118" fmla="*/ 6858000 h 6858000"/>
                <a:gd name="connsiteX119" fmla="*/ 1115251 w 9767847"/>
                <a:gd name="connsiteY119" fmla="*/ 6594103 h 6858000"/>
                <a:gd name="connsiteX120" fmla="*/ 0 w 9767847"/>
                <a:gd name="connsiteY120" fmla="*/ 3653129 h 6858000"/>
                <a:gd name="connsiteX121" fmla="*/ 1777294 w 9767847"/>
                <a:gd name="connsiteY121" fmla="*/ 85415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</a:cxnLst>
              <a:rect l="l" t="t" r="r" b="b"/>
              <a:pathLst>
                <a:path w="9767847" h="6858000">
                  <a:moveTo>
                    <a:pt x="7145704" y="0"/>
                  </a:moveTo>
                  <a:lnTo>
                    <a:pt x="7875738" y="0"/>
                  </a:lnTo>
                  <a:lnTo>
                    <a:pt x="7990553" y="85415"/>
                  </a:lnTo>
                  <a:cubicBezTo>
                    <a:pt x="9075991" y="933432"/>
                    <a:pt x="9767847" y="2216793"/>
                    <a:pt x="9767847" y="3653129"/>
                  </a:cubicBezTo>
                  <a:cubicBezTo>
                    <a:pt x="9767847" y="4770280"/>
                    <a:pt x="9349317" y="5794890"/>
                    <a:pt x="8652597" y="6594103"/>
                  </a:cubicBezTo>
                  <a:lnTo>
                    <a:pt x="8399240" y="6858000"/>
                  </a:lnTo>
                  <a:lnTo>
                    <a:pt x="6766926" y="6858000"/>
                  </a:lnTo>
                  <a:lnTo>
                    <a:pt x="6804586" y="6821201"/>
                  </a:lnTo>
                  <a:lnTo>
                    <a:pt x="6881735" y="6745295"/>
                  </a:lnTo>
                  <a:cubicBezTo>
                    <a:pt x="6907435" y="6719979"/>
                    <a:pt x="6933134" y="6694896"/>
                    <a:pt x="6958883" y="6668920"/>
                  </a:cubicBezTo>
                  <a:lnTo>
                    <a:pt x="7267925" y="6359792"/>
                  </a:lnTo>
                  <a:lnTo>
                    <a:pt x="7424360" y="6204783"/>
                  </a:lnTo>
                  <a:cubicBezTo>
                    <a:pt x="7450754" y="6178900"/>
                    <a:pt x="7477598" y="6152829"/>
                    <a:pt x="7504938" y="6126806"/>
                  </a:cubicBezTo>
                  <a:lnTo>
                    <a:pt x="7546396" y="6087795"/>
                  </a:lnTo>
                  <a:cubicBezTo>
                    <a:pt x="7560264" y="6074901"/>
                    <a:pt x="7574780" y="6061630"/>
                    <a:pt x="7588002" y="6049630"/>
                  </a:cubicBezTo>
                  <a:lnTo>
                    <a:pt x="7631000" y="6010807"/>
                  </a:lnTo>
                  <a:lnTo>
                    <a:pt x="7675440" y="5972407"/>
                  </a:lnTo>
                  <a:cubicBezTo>
                    <a:pt x="7690404" y="5959796"/>
                    <a:pt x="7705564" y="5947419"/>
                    <a:pt x="7720626" y="5934949"/>
                  </a:cubicBezTo>
                  <a:cubicBezTo>
                    <a:pt x="7735738" y="5922525"/>
                    <a:pt x="7751197" y="5910619"/>
                    <a:pt x="7766458" y="5898432"/>
                  </a:cubicBezTo>
                  <a:cubicBezTo>
                    <a:pt x="7827949" y="5850290"/>
                    <a:pt x="7890979" y="5804597"/>
                    <a:pt x="7955254" y="5760926"/>
                  </a:cubicBezTo>
                  <a:cubicBezTo>
                    <a:pt x="8083800" y="5673632"/>
                    <a:pt x="8216872" y="5594434"/>
                    <a:pt x="8352678" y="5521728"/>
                  </a:cubicBezTo>
                  <a:lnTo>
                    <a:pt x="8451350" y="5469352"/>
                  </a:lnTo>
                  <a:lnTo>
                    <a:pt x="8548532" y="5417493"/>
                  </a:lnTo>
                  <a:cubicBezTo>
                    <a:pt x="8612110" y="5383188"/>
                    <a:pt x="8673251" y="5349306"/>
                    <a:pt x="8729473" y="5314059"/>
                  </a:cubicBezTo>
                  <a:cubicBezTo>
                    <a:pt x="8743591" y="5305213"/>
                    <a:pt x="8757161" y="5296459"/>
                    <a:pt x="8770781" y="5287330"/>
                  </a:cubicBezTo>
                  <a:cubicBezTo>
                    <a:pt x="8777591" y="5282765"/>
                    <a:pt x="8784451" y="5278201"/>
                    <a:pt x="8790964" y="5273590"/>
                  </a:cubicBezTo>
                  <a:cubicBezTo>
                    <a:pt x="8797574" y="5268977"/>
                    <a:pt x="8804235" y="5264412"/>
                    <a:pt x="8810499" y="5259801"/>
                  </a:cubicBezTo>
                  <a:cubicBezTo>
                    <a:pt x="8835999" y="5241401"/>
                    <a:pt x="8860407" y="5222389"/>
                    <a:pt x="8883571" y="5202577"/>
                  </a:cubicBezTo>
                  <a:cubicBezTo>
                    <a:pt x="8929900" y="5162954"/>
                    <a:pt x="8971258" y="5120413"/>
                    <a:pt x="9006651" y="5074625"/>
                  </a:cubicBezTo>
                  <a:cubicBezTo>
                    <a:pt x="9015351" y="5063426"/>
                    <a:pt x="9024398" y="5050955"/>
                    <a:pt x="9033494" y="5038203"/>
                  </a:cubicBezTo>
                  <a:lnTo>
                    <a:pt x="9040305" y="5028649"/>
                  </a:lnTo>
                  <a:lnTo>
                    <a:pt x="9046568" y="5019379"/>
                  </a:lnTo>
                  <a:cubicBezTo>
                    <a:pt x="9050743" y="5013261"/>
                    <a:pt x="9054819" y="5007050"/>
                    <a:pt x="9058846" y="5000743"/>
                  </a:cubicBezTo>
                  <a:cubicBezTo>
                    <a:pt x="9075002" y="4975615"/>
                    <a:pt x="9090212" y="4949403"/>
                    <a:pt x="9104529" y="4922203"/>
                  </a:cubicBezTo>
                  <a:cubicBezTo>
                    <a:pt x="9133211" y="4867850"/>
                    <a:pt x="9158313" y="4809545"/>
                    <a:pt x="9181081" y="4748792"/>
                  </a:cubicBezTo>
                  <a:cubicBezTo>
                    <a:pt x="9203748" y="4688276"/>
                    <a:pt x="9223383" y="4625876"/>
                    <a:pt x="9240731" y="4561970"/>
                  </a:cubicBezTo>
                  <a:cubicBezTo>
                    <a:pt x="9249481" y="4530064"/>
                    <a:pt x="9257682" y="4497782"/>
                    <a:pt x="9265388" y="4465171"/>
                  </a:cubicBezTo>
                  <a:cubicBezTo>
                    <a:pt x="9269215" y="4448842"/>
                    <a:pt x="9272943" y="4432465"/>
                    <a:pt x="9276571" y="4416041"/>
                  </a:cubicBezTo>
                  <a:lnTo>
                    <a:pt x="9281841" y="4391477"/>
                  </a:lnTo>
                  <a:lnTo>
                    <a:pt x="9286513" y="4368936"/>
                  </a:lnTo>
                  <a:lnTo>
                    <a:pt x="9296754" y="4316136"/>
                  </a:lnTo>
                  <a:lnTo>
                    <a:pt x="9301029" y="4293172"/>
                  </a:lnTo>
                  <a:lnTo>
                    <a:pt x="9302818" y="4282679"/>
                  </a:lnTo>
                  <a:lnTo>
                    <a:pt x="9304658" y="4270914"/>
                  </a:lnTo>
                  <a:lnTo>
                    <a:pt x="9312810" y="4220043"/>
                  </a:lnTo>
                  <a:lnTo>
                    <a:pt x="9316887" y="4194584"/>
                  </a:lnTo>
                  <a:lnTo>
                    <a:pt x="9318923" y="4181878"/>
                  </a:lnTo>
                  <a:cubicBezTo>
                    <a:pt x="9319570" y="4177644"/>
                    <a:pt x="9319969" y="4173267"/>
                    <a:pt x="9320515" y="4168984"/>
                  </a:cubicBezTo>
                  <a:lnTo>
                    <a:pt x="9332445" y="4069079"/>
                  </a:lnTo>
                  <a:cubicBezTo>
                    <a:pt x="9333836" y="4056468"/>
                    <a:pt x="9334880" y="4040986"/>
                    <a:pt x="9336173" y="4022774"/>
                  </a:cubicBezTo>
                  <a:lnTo>
                    <a:pt x="9340199" y="3969269"/>
                  </a:lnTo>
                  <a:cubicBezTo>
                    <a:pt x="9345071" y="3903904"/>
                    <a:pt x="9347358" y="3837081"/>
                    <a:pt x="9347557" y="3770070"/>
                  </a:cubicBezTo>
                  <a:cubicBezTo>
                    <a:pt x="9347656" y="3736518"/>
                    <a:pt x="9347209" y="3702871"/>
                    <a:pt x="9346364" y="3669036"/>
                  </a:cubicBezTo>
                  <a:lnTo>
                    <a:pt x="9344921" y="3619341"/>
                  </a:lnTo>
                  <a:lnTo>
                    <a:pt x="9344524" y="3607624"/>
                  </a:lnTo>
                  <a:lnTo>
                    <a:pt x="9343728" y="3594872"/>
                  </a:lnTo>
                  <a:lnTo>
                    <a:pt x="9342188" y="3569366"/>
                  </a:lnTo>
                  <a:lnTo>
                    <a:pt x="9339056" y="3518354"/>
                  </a:lnTo>
                  <a:cubicBezTo>
                    <a:pt x="9337914" y="3501319"/>
                    <a:pt x="9335874" y="3484236"/>
                    <a:pt x="9334334" y="3467155"/>
                  </a:cubicBezTo>
                  <a:lnTo>
                    <a:pt x="9329363" y="3415908"/>
                  </a:lnTo>
                  <a:lnTo>
                    <a:pt x="9328319" y="3404755"/>
                  </a:lnTo>
                  <a:lnTo>
                    <a:pt x="9327177" y="3394214"/>
                  </a:lnTo>
                  <a:lnTo>
                    <a:pt x="9324293" y="3370872"/>
                  </a:lnTo>
                  <a:lnTo>
                    <a:pt x="9320763" y="3344427"/>
                  </a:lnTo>
                  <a:lnTo>
                    <a:pt x="9317184" y="3315343"/>
                  </a:lnTo>
                  <a:cubicBezTo>
                    <a:pt x="9315594" y="3300991"/>
                    <a:pt x="9313506" y="3286404"/>
                    <a:pt x="9311021" y="3270309"/>
                  </a:cubicBezTo>
                  <a:lnTo>
                    <a:pt x="9302719" y="3219815"/>
                  </a:lnTo>
                  <a:cubicBezTo>
                    <a:pt x="9299936" y="3203157"/>
                    <a:pt x="9297003" y="3186498"/>
                    <a:pt x="9293970" y="3169887"/>
                  </a:cubicBezTo>
                  <a:cubicBezTo>
                    <a:pt x="9281891" y="3103393"/>
                    <a:pt x="9267674" y="3037182"/>
                    <a:pt x="9252065" y="2971205"/>
                  </a:cubicBezTo>
                  <a:cubicBezTo>
                    <a:pt x="9244261" y="2938265"/>
                    <a:pt x="9235959" y="2905371"/>
                    <a:pt x="9227211" y="2872571"/>
                  </a:cubicBezTo>
                  <a:lnTo>
                    <a:pt x="9220699" y="2848524"/>
                  </a:lnTo>
                  <a:lnTo>
                    <a:pt x="9213740" y="2824289"/>
                  </a:lnTo>
                  <a:cubicBezTo>
                    <a:pt x="9209216" y="2808147"/>
                    <a:pt x="9204345" y="2791866"/>
                    <a:pt x="9199374" y="2775536"/>
                  </a:cubicBezTo>
                  <a:cubicBezTo>
                    <a:pt x="9159855" y="2645184"/>
                    <a:pt x="9114272" y="2516197"/>
                    <a:pt x="9061829" y="2389515"/>
                  </a:cubicBezTo>
                  <a:cubicBezTo>
                    <a:pt x="9035582" y="2326175"/>
                    <a:pt x="9008043" y="2263258"/>
                    <a:pt x="8978865" y="2200953"/>
                  </a:cubicBezTo>
                  <a:lnTo>
                    <a:pt x="8956694" y="2154317"/>
                  </a:lnTo>
                  <a:lnTo>
                    <a:pt x="8934176" y="2108012"/>
                  </a:lnTo>
                  <a:cubicBezTo>
                    <a:pt x="8918915" y="2077189"/>
                    <a:pt x="8903157" y="2046130"/>
                    <a:pt x="8887151" y="2015448"/>
                  </a:cubicBezTo>
                  <a:cubicBezTo>
                    <a:pt x="8854988" y="1953989"/>
                    <a:pt x="8822082" y="1892908"/>
                    <a:pt x="8787533" y="1832625"/>
                  </a:cubicBezTo>
                  <a:lnTo>
                    <a:pt x="8761485" y="1787496"/>
                  </a:lnTo>
                  <a:lnTo>
                    <a:pt x="8734791" y="1741991"/>
                  </a:lnTo>
                  <a:cubicBezTo>
                    <a:pt x="8717047" y="1711921"/>
                    <a:pt x="8699200" y="1682461"/>
                    <a:pt x="8680808" y="1652910"/>
                  </a:cubicBezTo>
                  <a:cubicBezTo>
                    <a:pt x="8644322" y="1593756"/>
                    <a:pt x="8606194" y="1535216"/>
                    <a:pt x="8567024" y="1477004"/>
                  </a:cubicBezTo>
                  <a:lnTo>
                    <a:pt x="8537446" y="1433428"/>
                  </a:lnTo>
                  <a:lnTo>
                    <a:pt x="8507423" y="1389994"/>
                  </a:lnTo>
                  <a:cubicBezTo>
                    <a:pt x="8487390" y="1361382"/>
                    <a:pt x="8467158" y="1332817"/>
                    <a:pt x="8446529" y="1304393"/>
                  </a:cubicBezTo>
                  <a:cubicBezTo>
                    <a:pt x="8405271" y="1247595"/>
                    <a:pt x="8362718" y="1191218"/>
                    <a:pt x="8319224" y="1135124"/>
                  </a:cubicBezTo>
                  <a:lnTo>
                    <a:pt x="8286366" y="1093148"/>
                  </a:lnTo>
                  <a:lnTo>
                    <a:pt x="8270161" y="1072538"/>
                  </a:lnTo>
                  <a:lnTo>
                    <a:pt x="8253856" y="1052254"/>
                  </a:lnTo>
                  <a:cubicBezTo>
                    <a:pt x="8231636" y="1024773"/>
                    <a:pt x="8209117" y="997479"/>
                    <a:pt x="8186352" y="970373"/>
                  </a:cubicBezTo>
                  <a:cubicBezTo>
                    <a:pt x="8140917" y="916020"/>
                    <a:pt x="8094240" y="862515"/>
                    <a:pt x="8046768" y="809527"/>
                  </a:cubicBezTo>
                  <a:lnTo>
                    <a:pt x="8010927" y="769951"/>
                  </a:lnTo>
                  <a:lnTo>
                    <a:pt x="7974788" y="730751"/>
                  </a:lnTo>
                  <a:cubicBezTo>
                    <a:pt x="7950382" y="704587"/>
                    <a:pt x="7925824" y="678563"/>
                    <a:pt x="7901070" y="652823"/>
                  </a:cubicBezTo>
                  <a:cubicBezTo>
                    <a:pt x="7851510" y="601387"/>
                    <a:pt x="7801404" y="550612"/>
                    <a:pt x="7750054" y="501106"/>
                  </a:cubicBezTo>
                  <a:cubicBezTo>
                    <a:pt x="7698902" y="451742"/>
                    <a:pt x="7645913" y="403036"/>
                    <a:pt x="7592277" y="355319"/>
                  </a:cubicBezTo>
                  <a:cubicBezTo>
                    <a:pt x="7484856" y="259884"/>
                    <a:pt x="7373308" y="168402"/>
                    <a:pt x="7257734" y="81062"/>
                  </a:cubicBezTo>
                  <a:close/>
                  <a:moveTo>
                    <a:pt x="1892109" y="0"/>
                  </a:moveTo>
                  <a:lnTo>
                    <a:pt x="2298402" y="0"/>
                  </a:lnTo>
                  <a:lnTo>
                    <a:pt x="2135542" y="121879"/>
                  </a:lnTo>
                  <a:cubicBezTo>
                    <a:pt x="2078998" y="166378"/>
                    <a:pt x="2023659" y="212143"/>
                    <a:pt x="1969576" y="259084"/>
                  </a:cubicBezTo>
                  <a:cubicBezTo>
                    <a:pt x="1861309" y="352918"/>
                    <a:pt x="1758064" y="451412"/>
                    <a:pt x="1659938" y="553953"/>
                  </a:cubicBezTo>
                  <a:cubicBezTo>
                    <a:pt x="1266987" y="964444"/>
                    <a:pt x="953820" y="1435593"/>
                    <a:pt x="729383" y="1940578"/>
                  </a:cubicBezTo>
                  <a:cubicBezTo>
                    <a:pt x="673260" y="2066459"/>
                    <a:pt x="622855" y="2195070"/>
                    <a:pt x="578465" y="2324905"/>
                  </a:cubicBezTo>
                  <a:cubicBezTo>
                    <a:pt x="534125" y="2454785"/>
                    <a:pt x="496147" y="2586314"/>
                    <a:pt x="465080" y="2718973"/>
                  </a:cubicBezTo>
                  <a:cubicBezTo>
                    <a:pt x="449769" y="2785089"/>
                    <a:pt x="435850" y="2852289"/>
                    <a:pt x="423820" y="2919535"/>
                  </a:cubicBezTo>
                  <a:cubicBezTo>
                    <a:pt x="411840" y="2986829"/>
                    <a:pt x="401054" y="3054358"/>
                    <a:pt x="392355" y="3122169"/>
                  </a:cubicBezTo>
                  <a:cubicBezTo>
                    <a:pt x="374509" y="3257744"/>
                    <a:pt x="363424" y="3393978"/>
                    <a:pt x="358801" y="3531013"/>
                  </a:cubicBezTo>
                  <a:cubicBezTo>
                    <a:pt x="349009" y="3804941"/>
                    <a:pt x="366357" y="4079668"/>
                    <a:pt x="410350" y="4352324"/>
                  </a:cubicBezTo>
                  <a:cubicBezTo>
                    <a:pt x="421286" y="4420230"/>
                    <a:pt x="434209" y="4487758"/>
                    <a:pt x="449022" y="4555147"/>
                  </a:cubicBezTo>
                  <a:cubicBezTo>
                    <a:pt x="463737" y="4622534"/>
                    <a:pt x="480389" y="4689686"/>
                    <a:pt x="498882" y="4756463"/>
                  </a:cubicBezTo>
                  <a:cubicBezTo>
                    <a:pt x="517373" y="4823239"/>
                    <a:pt x="537704" y="4889733"/>
                    <a:pt x="559775" y="4955755"/>
                  </a:cubicBezTo>
                  <a:cubicBezTo>
                    <a:pt x="581946" y="5021873"/>
                    <a:pt x="605358" y="5087473"/>
                    <a:pt x="631406" y="5152084"/>
                  </a:cubicBezTo>
                  <a:cubicBezTo>
                    <a:pt x="734055" y="5411706"/>
                    <a:pt x="865188" y="5662668"/>
                    <a:pt x="1023461" y="5898055"/>
                  </a:cubicBezTo>
                  <a:cubicBezTo>
                    <a:pt x="1181487" y="6133676"/>
                    <a:pt x="1367051" y="6353345"/>
                    <a:pt x="1575880" y="6551744"/>
                  </a:cubicBezTo>
                  <a:cubicBezTo>
                    <a:pt x="1680269" y="6651014"/>
                    <a:pt x="1790338" y="6745037"/>
                    <a:pt x="1905228" y="6833566"/>
                  </a:cubicBezTo>
                  <a:lnTo>
                    <a:pt x="1938629" y="6858000"/>
                  </a:lnTo>
                  <a:lnTo>
                    <a:pt x="1368607" y="6858000"/>
                  </a:lnTo>
                  <a:lnTo>
                    <a:pt x="1115251" y="6594103"/>
                  </a:lnTo>
                  <a:cubicBezTo>
                    <a:pt x="418530" y="5794890"/>
                    <a:pt x="0" y="4770280"/>
                    <a:pt x="0" y="3653129"/>
                  </a:cubicBezTo>
                  <a:cubicBezTo>
                    <a:pt x="0" y="2216793"/>
                    <a:pt x="691856" y="933432"/>
                    <a:pt x="1777294" y="85415"/>
                  </a:cubicBezTo>
                  <a:close/>
                </a:path>
              </a:pathLst>
            </a:custGeom>
            <a:solidFill>
              <a:schemeClr val="bg1"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  <p:sp>
        <p:nvSpPr>
          <p:cNvPr id="2" name="Title 4">
            <a:extLst>
              <a:ext uri="{FF2B5EF4-FFF2-40B4-BE49-F238E27FC236}">
                <a16:creationId xmlns:a16="http://schemas.microsoft.com/office/drawing/2014/main" id="{DA48F06B-D70C-CCB8-7C93-CED112E63417}"/>
              </a:ext>
            </a:extLst>
          </p:cNvPr>
          <p:cNvSpPr txBox="1">
            <a:spLocks/>
          </p:cNvSpPr>
          <p:nvPr/>
        </p:nvSpPr>
        <p:spPr>
          <a:xfrm>
            <a:off x="3045368" y="2043663"/>
            <a:ext cx="6105194" cy="203105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200" b="0" i="0" u="none" strike="noStrike" kern="1200" cap="none" spc="300" normalizeH="0" baseline="0" noProof="0" dirty="0">
                <a:ln>
                  <a:noFill/>
                </a:ln>
                <a:solidFill>
                  <a:srgbClr val="0E2841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El </a:t>
            </a:r>
            <a:r>
              <a:rPr kumimoji="0" lang="en-US" sz="5200" b="0" i="0" u="none" strike="noStrike" kern="1200" cap="none" spc="300" normalizeH="0" baseline="0" noProof="0" dirty="0" err="1">
                <a:ln>
                  <a:noFill/>
                </a:ln>
                <a:solidFill>
                  <a:srgbClr val="0E2841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arte</a:t>
            </a:r>
            <a:r>
              <a:rPr kumimoji="0" lang="en-US" sz="5200" b="0" i="0" u="none" strike="noStrike" kern="1200" cap="none" spc="300" normalizeH="0" baseline="0" noProof="0" dirty="0">
                <a:ln>
                  <a:noFill/>
                </a:ln>
                <a:solidFill>
                  <a:srgbClr val="0E2841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 del </a:t>
            </a:r>
            <a:r>
              <a:rPr kumimoji="0" lang="en-US" sz="5200" b="0" i="1" u="none" strike="noStrike" kern="1200" cap="none" spc="300" normalizeH="0" baseline="0" noProof="0" dirty="0">
                <a:ln>
                  <a:noFill/>
                </a:ln>
                <a:solidFill>
                  <a:srgbClr val="0E2841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prompting</a:t>
            </a:r>
            <a:endParaRPr kumimoji="0" lang="en-US" sz="5200" b="0" i="0" u="none" strike="noStrike" kern="1200" cap="none" spc="300" normalizeH="0" baseline="0" noProof="0" dirty="0">
              <a:ln>
                <a:noFill/>
              </a:ln>
              <a:solidFill>
                <a:srgbClr val="0E2841"/>
              </a:solidFill>
              <a:effectLst/>
              <a:uLnTx/>
              <a:uFillTx/>
              <a:latin typeface="Aptos Display" panose="02110004020202020204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261222204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97D7F5BD-AFFD-A8A7-5DA9-21B8BECDD8AC}"/>
              </a:ext>
            </a:extLst>
          </p:cNvPr>
          <p:cNvSpPr/>
          <p:nvPr/>
        </p:nvSpPr>
        <p:spPr>
          <a:xfrm>
            <a:off x="975360" y="48768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3200" b="1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¿Qué es un </a:t>
            </a:r>
            <a:r>
              <a:rPr lang="es-ES" sz="3200" b="1" i="1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prompt</a:t>
            </a:r>
            <a:r>
              <a:rPr lang="es-ES" sz="3200" b="1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?</a:t>
            </a:r>
            <a:endParaRPr lang="es-ES" sz="3200" dirty="0"/>
          </a:p>
        </p:txBody>
      </p:sp>
      <p:sp>
        <p:nvSpPr>
          <p:cNvPr id="3" name="Intro Text">
            <a:extLst>
              <a:ext uri="{FF2B5EF4-FFF2-40B4-BE49-F238E27FC236}">
                <a16:creationId xmlns:a16="http://schemas.microsoft.com/office/drawing/2014/main" id="{809D020B-E661-F12B-F522-F77CCB4B0176}"/>
              </a:ext>
            </a:extLst>
          </p:cNvPr>
          <p:cNvSpPr/>
          <p:nvPr/>
        </p:nvSpPr>
        <p:spPr>
          <a:xfrm>
            <a:off x="975360" y="1280160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6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Un </a:t>
            </a:r>
            <a:r>
              <a:rPr lang="es-ES" sz="1600" i="1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prompt</a:t>
            </a:r>
            <a:r>
              <a:rPr lang="es-ES" sz="16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 es la entrada que le das a un LLM para obtener una respuesta. Puede ser una pregunta, un comando o incluso un comentario informal para iniciar una conversación.</a:t>
            </a:r>
            <a:endParaRPr lang="es-ES" sz="1600" dirty="0"/>
          </a:p>
        </p:txBody>
      </p:sp>
      <p:sp>
        <p:nvSpPr>
          <p:cNvPr id="4" name="Card 1">
            <a:extLst>
              <a:ext uri="{FF2B5EF4-FFF2-40B4-BE49-F238E27FC236}">
                <a16:creationId xmlns:a16="http://schemas.microsoft.com/office/drawing/2014/main" id="{C8DCBEC0-3626-F439-02A7-EF8A6F492C32}"/>
              </a:ext>
            </a:extLst>
          </p:cNvPr>
          <p:cNvSpPr/>
          <p:nvPr/>
        </p:nvSpPr>
        <p:spPr>
          <a:xfrm>
            <a:off x="975360" y="2202873"/>
            <a:ext cx="4920640" cy="3967127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5" name="Circle 1">
            <a:extLst>
              <a:ext uri="{FF2B5EF4-FFF2-40B4-BE49-F238E27FC236}">
                <a16:creationId xmlns:a16="http://schemas.microsoft.com/office/drawing/2014/main" id="{EB0C1E96-4C8D-5B89-D1D8-E29938FC9704}"/>
              </a:ext>
            </a:extLst>
          </p:cNvPr>
          <p:cNvSpPr/>
          <p:nvPr/>
        </p:nvSpPr>
        <p:spPr>
          <a:xfrm>
            <a:off x="3001520" y="2310000"/>
            <a:ext cx="868320" cy="868320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6" name="Icon 1">
            <a:extLst>
              <a:ext uri="{FF2B5EF4-FFF2-40B4-BE49-F238E27FC236}">
                <a16:creationId xmlns:a16="http://schemas.microsoft.com/office/drawing/2014/main" id="{0F426728-46A1-8D5B-49C7-D5A3289218E6}"/>
              </a:ext>
            </a:extLst>
          </p:cNvPr>
          <p:cNvSpPr/>
          <p:nvPr/>
        </p:nvSpPr>
        <p:spPr>
          <a:xfrm>
            <a:off x="3001520" y="2310000"/>
            <a:ext cx="868320" cy="868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Segoe UI" panose="020B0502040204020203" pitchFamily="34" charset="0"/>
                <a:ea typeface="Segoe UI Semibold" pitchFamily="34" charset="-122"/>
                <a:cs typeface="Segoe UI" panose="020B0502040204020203" pitchFamily="34" charset="0"/>
              </a:rPr>
              <a:t>S</a:t>
            </a:r>
            <a:endParaRPr lang="en-US" sz="2800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85903BFD-9ECE-74EC-0494-CD5146A1A7CE}"/>
              </a:ext>
            </a:extLst>
          </p:cNvPr>
          <p:cNvSpPr/>
          <p:nvPr/>
        </p:nvSpPr>
        <p:spPr>
          <a:xfrm>
            <a:off x="1280160" y="3300000"/>
            <a:ext cx="4311040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s-ES" sz="2000" b="1" i="1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Prompts</a:t>
            </a:r>
            <a:r>
              <a:rPr lang="es-ES" sz="2000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de sistema</a:t>
            </a:r>
            <a:endParaRPr lang="es-ES" sz="2000"/>
          </a:p>
        </p:txBody>
      </p:sp>
      <p:sp>
        <p:nvSpPr>
          <p:cNvPr id="8" name="Desc 1">
            <a:extLst>
              <a:ext uri="{FF2B5EF4-FFF2-40B4-BE49-F238E27FC236}">
                <a16:creationId xmlns:a16="http://schemas.microsoft.com/office/drawing/2014/main" id="{2557DE1E-965B-DC5E-8B7C-78708F7A0AE5}"/>
              </a:ext>
            </a:extLst>
          </p:cNvPr>
          <p:cNvSpPr/>
          <p:nvPr/>
        </p:nvSpPr>
        <p:spPr>
          <a:xfrm>
            <a:off x="1280160" y="3750000"/>
            <a:ext cx="4311040" cy="9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s-ES" sz="150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Establece el comportamiento y el tono del modelo, así como cualquier restricción a la que deba ceñirse.</a:t>
            </a:r>
            <a:endParaRPr lang="es-ES" sz="1500"/>
          </a:p>
        </p:txBody>
      </p:sp>
      <p:sp>
        <p:nvSpPr>
          <p:cNvPr id="9" name="Quote Box 1">
            <a:extLst>
              <a:ext uri="{FF2B5EF4-FFF2-40B4-BE49-F238E27FC236}">
                <a16:creationId xmlns:a16="http://schemas.microsoft.com/office/drawing/2014/main" id="{AA0F69B1-09A3-2C0C-858A-A95E55F3A863}"/>
              </a:ext>
            </a:extLst>
          </p:cNvPr>
          <p:cNvSpPr/>
          <p:nvPr/>
        </p:nvSpPr>
        <p:spPr>
          <a:xfrm>
            <a:off x="1280160" y="4780000"/>
            <a:ext cx="4311040" cy="1280000"/>
          </a:xfrm>
          <a:prstGeom prst="roundRect">
            <a:avLst>
              <a:gd name="adj" fmla="val 8000"/>
            </a:avLst>
          </a:prstGeom>
          <a:solidFill>
            <a:srgbClr val="F5F0FF"/>
          </a:solidFill>
          <a:ln>
            <a:solidFill>
              <a:srgbClr val="7C3AED"/>
            </a:solidFill>
          </a:ln>
        </p:spPr>
        <p:txBody>
          <a:bodyPr wrap="square" lIns="182880" tIns="182880" rIns="182880" bIns="182880" rtlCol="0" anchor="ctr"/>
          <a:lstStyle/>
          <a:p>
            <a:pPr algn="ctr"/>
            <a:r>
              <a:rPr lang="es-ES" sz="1500" i="1">
                <a:solidFill>
                  <a:srgbClr val="1E293B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"Eres un asistente servicial que responde de manera alegre y amigable".</a:t>
            </a:r>
            <a:endParaRPr lang="es-ES" sz="1500"/>
          </a:p>
        </p:txBody>
      </p:sp>
      <p:sp>
        <p:nvSpPr>
          <p:cNvPr id="10" name="Card 2">
            <a:extLst>
              <a:ext uri="{FF2B5EF4-FFF2-40B4-BE49-F238E27FC236}">
                <a16:creationId xmlns:a16="http://schemas.microsoft.com/office/drawing/2014/main" id="{106DFECB-9AD1-2A99-FC21-4EDA1971246E}"/>
              </a:ext>
            </a:extLst>
          </p:cNvPr>
          <p:cNvSpPr/>
          <p:nvPr/>
        </p:nvSpPr>
        <p:spPr>
          <a:xfrm>
            <a:off x="6296000" y="2202872"/>
            <a:ext cx="4920640" cy="3967127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1" name="Circle 2">
            <a:extLst>
              <a:ext uri="{FF2B5EF4-FFF2-40B4-BE49-F238E27FC236}">
                <a16:creationId xmlns:a16="http://schemas.microsoft.com/office/drawing/2014/main" id="{DE1B3365-59B5-6D6A-B8CC-6E92E2ADDFD7}"/>
              </a:ext>
            </a:extLst>
          </p:cNvPr>
          <p:cNvSpPr/>
          <p:nvPr/>
        </p:nvSpPr>
        <p:spPr>
          <a:xfrm>
            <a:off x="8322160" y="2310000"/>
            <a:ext cx="868320" cy="868320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2" name="Icon 2">
            <a:extLst>
              <a:ext uri="{FF2B5EF4-FFF2-40B4-BE49-F238E27FC236}">
                <a16:creationId xmlns:a16="http://schemas.microsoft.com/office/drawing/2014/main" id="{0CE1AF7B-3958-3371-3525-51AD8A0BFBA9}"/>
              </a:ext>
            </a:extLst>
          </p:cNvPr>
          <p:cNvSpPr/>
          <p:nvPr/>
        </p:nvSpPr>
        <p:spPr>
          <a:xfrm>
            <a:off x="8322160" y="2310000"/>
            <a:ext cx="868320" cy="868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>
                <a:solidFill>
                  <a:srgbClr val="FFFFFF"/>
                </a:solidFill>
                <a:latin typeface="Segoe UI" panose="020B0502040204020203" pitchFamily="34" charset="0"/>
                <a:ea typeface="Segoe UI Semibold" pitchFamily="34" charset="-122"/>
                <a:cs typeface="Segoe UI" panose="020B0502040204020203" pitchFamily="34" charset="0"/>
              </a:rPr>
              <a:t>U</a:t>
            </a:r>
            <a:endParaRPr lang="en-US" sz="2800"/>
          </a:p>
        </p:txBody>
      </p:sp>
      <p:sp>
        <p:nvSpPr>
          <p:cNvPr id="13" name="Title 2">
            <a:extLst>
              <a:ext uri="{FF2B5EF4-FFF2-40B4-BE49-F238E27FC236}">
                <a16:creationId xmlns:a16="http://schemas.microsoft.com/office/drawing/2014/main" id="{33391CAD-3D61-70A1-1CCE-4E3A61AC6598}"/>
              </a:ext>
            </a:extLst>
          </p:cNvPr>
          <p:cNvSpPr/>
          <p:nvPr/>
        </p:nvSpPr>
        <p:spPr>
          <a:xfrm>
            <a:off x="6600800" y="3300000"/>
            <a:ext cx="4311040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s-ES" sz="2000" b="1" i="1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Prompts</a:t>
            </a:r>
            <a:r>
              <a:rPr lang="es-ES" sz="2000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de usuario</a:t>
            </a:r>
            <a:endParaRPr lang="es-ES" sz="2000"/>
          </a:p>
        </p:txBody>
      </p:sp>
      <p:sp>
        <p:nvSpPr>
          <p:cNvPr id="14" name="Desc 2">
            <a:extLst>
              <a:ext uri="{FF2B5EF4-FFF2-40B4-BE49-F238E27FC236}">
                <a16:creationId xmlns:a16="http://schemas.microsoft.com/office/drawing/2014/main" id="{6D480052-7847-0382-AC41-D68E0BBDD97B}"/>
              </a:ext>
            </a:extLst>
          </p:cNvPr>
          <p:cNvSpPr/>
          <p:nvPr/>
        </p:nvSpPr>
        <p:spPr>
          <a:xfrm>
            <a:off x="6600800" y="3750000"/>
            <a:ext cx="4311040" cy="9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s-ES" sz="150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Provoca u obtiene una respuesta ante una pregunta o instrucción específica.</a:t>
            </a:r>
            <a:endParaRPr lang="es-ES" sz="1500"/>
          </a:p>
        </p:txBody>
      </p:sp>
      <p:sp>
        <p:nvSpPr>
          <p:cNvPr id="15" name="Quote Box 2">
            <a:extLst>
              <a:ext uri="{FF2B5EF4-FFF2-40B4-BE49-F238E27FC236}">
                <a16:creationId xmlns:a16="http://schemas.microsoft.com/office/drawing/2014/main" id="{7B66FACF-6E36-77CC-C1DD-1E5412A8F3DA}"/>
              </a:ext>
            </a:extLst>
          </p:cNvPr>
          <p:cNvSpPr/>
          <p:nvPr/>
        </p:nvSpPr>
        <p:spPr>
          <a:xfrm>
            <a:off x="6600800" y="4780000"/>
            <a:ext cx="4311040" cy="1280000"/>
          </a:xfrm>
          <a:prstGeom prst="roundRect">
            <a:avLst>
              <a:gd name="adj" fmla="val 8000"/>
            </a:avLst>
          </a:prstGeom>
          <a:solidFill>
            <a:srgbClr val="EFF6FF"/>
          </a:solidFill>
          <a:ln>
            <a:solidFill>
              <a:srgbClr val="3B82F6"/>
            </a:solidFill>
          </a:ln>
        </p:spPr>
        <p:txBody>
          <a:bodyPr wrap="square" lIns="182880" tIns="182880" rIns="182880" bIns="182880" rtlCol="0" anchor="ctr"/>
          <a:lstStyle/>
          <a:p>
            <a:pPr algn="ctr"/>
            <a:r>
              <a:rPr lang="es-ES" sz="1300" i="1">
                <a:solidFill>
                  <a:srgbClr val="1E293B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"Resume para un ejecutivo corporativo las consideraciones clave para adoptar la IA generativa descritas en GenAI_Considerations.docx. Dale formato al resumen con no más de seis viñetas y un tono profesional".</a:t>
            </a:r>
            <a:endParaRPr lang="es-ES" sz="1300"/>
          </a:p>
        </p:txBody>
      </p:sp>
      <p:pic>
        <p:nvPicPr>
          <p:cNvPr id="16" name="Image 0" descr="Imagen ilustrativa relacionada con ¿Qué es un prompt?">
            <a:extLst>
              <a:ext uri="{FF2B5EF4-FFF2-40B4-BE49-F238E27FC236}">
                <a16:creationId xmlns:a16="http://schemas.microsoft.com/office/drawing/2014/main" id="{271B2E5C-402F-408A-6010-E416EE0F84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454021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agen ilustrativa relacionada con Personaliza Copilot">
            <a:extLst>
              <a:ext uri="{FF2B5EF4-FFF2-40B4-BE49-F238E27FC236}">
                <a16:creationId xmlns:a16="http://schemas.microsoft.com/office/drawing/2014/main" id="{DA5C8C9D-BCBB-344D-FE1D-85F3828CB7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  <p:sp>
        <p:nvSpPr>
          <p:cNvPr id="4" name="Subtitle">
            <a:extLst>
              <a:ext uri="{FF2B5EF4-FFF2-40B4-BE49-F238E27FC236}">
                <a16:creationId xmlns:a16="http://schemas.microsoft.com/office/drawing/2014/main" id="{61BC1F86-0DA5-B6ED-4605-63F8F2993107}"/>
              </a:ext>
            </a:extLst>
          </p:cNvPr>
          <p:cNvSpPr/>
          <p:nvPr/>
        </p:nvSpPr>
        <p:spPr>
          <a:xfrm>
            <a:off x="975360" y="1400000"/>
            <a:ext cx="1024128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8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0"/>
              </a:rPr>
              <a:t>Controla cómo </a:t>
            </a:r>
            <a:r>
              <a:rPr lang="es-ES" sz="18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0"/>
              </a:rPr>
              <a:t>Copilot</a:t>
            </a:r>
            <a:r>
              <a:rPr lang="es-ES" sz="18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0"/>
              </a:rPr>
              <a:t> adapta las respuestas según tus preferencias.</a:t>
            </a:r>
          </a:p>
        </p:txBody>
      </p:sp>
      <p:sp>
        <p:nvSpPr>
          <p:cNvPr id="5" name="Card BG 0">
            <a:extLst>
              <a:ext uri="{FF2B5EF4-FFF2-40B4-BE49-F238E27FC236}">
                <a16:creationId xmlns:a16="http://schemas.microsoft.com/office/drawing/2014/main" id="{8E4594BE-0262-4748-D94E-7E2CCCE6826F}"/>
              </a:ext>
            </a:extLst>
          </p:cNvPr>
          <p:cNvSpPr/>
          <p:nvPr/>
        </p:nvSpPr>
        <p:spPr>
          <a:xfrm>
            <a:off x="975360" y="1950000"/>
            <a:ext cx="3100000" cy="3700000"/>
          </a:xfrm>
          <a:prstGeom prst="roundRect">
            <a:avLst>
              <a:gd name="adj" fmla="val 5000"/>
            </a:avLst>
          </a:prstGeom>
          <a:solidFill>
            <a:srgbClr val="FAF5FF"/>
          </a:solidFill>
          <a:ln w="6350">
            <a:solidFill>
              <a:srgbClr val="7C3AED">
                <a:alpha val="20000"/>
              </a:srgbClr>
            </a:solidFill>
          </a:ln>
          <a:effectLst>
            <a:outerShdw blurRad="1016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6" name="Accent 0">
            <a:extLst>
              <a:ext uri="{FF2B5EF4-FFF2-40B4-BE49-F238E27FC236}">
                <a16:creationId xmlns:a16="http://schemas.microsoft.com/office/drawing/2014/main" id="{2A77381C-6283-7FA9-14C2-1AEA5105EC5E}"/>
              </a:ext>
            </a:extLst>
          </p:cNvPr>
          <p:cNvSpPr/>
          <p:nvPr/>
        </p:nvSpPr>
        <p:spPr>
          <a:xfrm>
            <a:off x="975360" y="1950000"/>
            <a:ext cx="3100000" cy="6000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7" name="Circle 0">
            <a:extLst>
              <a:ext uri="{FF2B5EF4-FFF2-40B4-BE49-F238E27FC236}">
                <a16:creationId xmlns:a16="http://schemas.microsoft.com/office/drawing/2014/main" id="{BF9F362D-AD51-CC55-39FC-4613B5B588D0}"/>
              </a:ext>
            </a:extLst>
          </p:cNvPr>
          <p:cNvSpPr/>
          <p:nvPr/>
        </p:nvSpPr>
        <p:spPr>
          <a:xfrm>
            <a:off x="2200360" y="2150000"/>
            <a:ext cx="650000" cy="650000"/>
          </a:xfrm>
          <a:prstGeom prst="ellipse">
            <a:avLst/>
          </a:prstGeom>
          <a:solidFill>
            <a:srgbClr val="7C3AED">
              <a:alpha val="15000"/>
            </a:srgbClr>
          </a:solidFill>
          <a:ln w="19050">
            <a:solidFill>
              <a:srgbClr val="7C3AED"/>
            </a:solidFill>
          </a:ln>
        </p:spPr>
        <p:txBody>
          <a:bodyPr/>
          <a:lstStyle/>
          <a:p>
            <a:endParaRPr lang="es-ES"/>
          </a:p>
        </p:txBody>
      </p:sp>
      <p:sp>
        <p:nvSpPr>
          <p:cNvPr id="8" name="Num 0">
            <a:extLst>
              <a:ext uri="{FF2B5EF4-FFF2-40B4-BE49-F238E27FC236}">
                <a16:creationId xmlns:a16="http://schemas.microsoft.com/office/drawing/2014/main" id="{B0D08B70-31C0-ADEC-E7A6-58D130DA4374}"/>
              </a:ext>
            </a:extLst>
          </p:cNvPr>
          <p:cNvSpPr/>
          <p:nvPr/>
        </p:nvSpPr>
        <p:spPr>
          <a:xfrm>
            <a:off x="2200360" y="2150000"/>
            <a:ext cx="650000" cy="6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s-ES" sz="2400" b="1">
                <a:solidFill>
                  <a:srgbClr val="7C3AED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1</a:t>
            </a:r>
          </a:p>
        </p:txBody>
      </p:sp>
      <p:sp>
        <p:nvSpPr>
          <p:cNvPr id="9" name="Title 0">
            <a:extLst>
              <a:ext uri="{FF2B5EF4-FFF2-40B4-BE49-F238E27FC236}">
                <a16:creationId xmlns:a16="http://schemas.microsoft.com/office/drawing/2014/main" id="{3E27CE21-E517-1C33-1326-E7655E66EF2B}"/>
              </a:ext>
            </a:extLst>
          </p:cNvPr>
          <p:cNvSpPr/>
          <p:nvPr/>
        </p:nvSpPr>
        <p:spPr>
          <a:xfrm>
            <a:off x="1155360" y="3000000"/>
            <a:ext cx="2740000" cy="6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s-ES" sz="1800" b="1">
                <a:solidFill>
                  <a:srgbClr val="7C3AED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Instrucciones personalizadas</a:t>
            </a:r>
          </a:p>
        </p:txBody>
      </p:sp>
      <p:sp>
        <p:nvSpPr>
          <p:cNvPr id="10" name="Desc 0">
            <a:extLst>
              <a:ext uri="{FF2B5EF4-FFF2-40B4-BE49-F238E27FC236}">
                <a16:creationId xmlns:a16="http://schemas.microsoft.com/office/drawing/2014/main" id="{92182487-84C8-BC55-F580-00FD61FD0899}"/>
              </a:ext>
            </a:extLst>
          </p:cNvPr>
          <p:cNvSpPr/>
          <p:nvPr/>
        </p:nvSpPr>
        <p:spPr>
          <a:xfrm>
            <a:off x="1155360" y="3700000"/>
            <a:ext cx="2740000" cy="10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s-ES" sz="14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0"/>
              </a:rPr>
              <a:t>Definen cómo responde </a:t>
            </a:r>
            <a:r>
              <a:rPr lang="es-ES" sz="14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0"/>
              </a:rPr>
              <a:t>Copilot</a:t>
            </a:r>
            <a:r>
              <a:rPr lang="es-ES" sz="14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0"/>
              </a:rPr>
              <a:t>: tono, formato, idioma y reglas de comportamiento. Se ejecutan en segundo plano en cada conversación.</a:t>
            </a:r>
          </a:p>
        </p:txBody>
      </p:sp>
      <p:sp>
        <p:nvSpPr>
          <p:cNvPr id="11" name="Callout 0">
            <a:extLst>
              <a:ext uri="{FF2B5EF4-FFF2-40B4-BE49-F238E27FC236}">
                <a16:creationId xmlns:a16="http://schemas.microsoft.com/office/drawing/2014/main" id="{F07D1176-15BF-B434-BD10-8C1BCCFB3634}"/>
              </a:ext>
            </a:extLst>
          </p:cNvPr>
          <p:cNvSpPr/>
          <p:nvPr/>
        </p:nvSpPr>
        <p:spPr>
          <a:xfrm>
            <a:off x="1155360" y="5008000"/>
            <a:ext cx="2740000" cy="450000"/>
          </a:xfrm>
          <a:prstGeom prst="roundRect">
            <a:avLst>
              <a:gd name="adj" fmla="val 8000"/>
            </a:avLst>
          </a:prstGeom>
          <a:solidFill>
            <a:srgbClr val="F3F0FF"/>
          </a:solidFill>
          <a:ln w="12700">
            <a:solidFill>
              <a:srgbClr val="7C3AED">
                <a:alpha val="40000"/>
              </a:srgbClr>
            </a:solidFill>
          </a:ln>
        </p:spPr>
        <p:txBody>
          <a:bodyPr wrap="square" lIns="72000" tIns="36000" rIns="72000" bIns="36000" rtlCol="0" anchor="ctr"/>
          <a:lstStyle/>
          <a:p>
            <a:pPr algn="ctr"/>
            <a:r>
              <a:rPr lang="es-ES" sz="900" b="1">
                <a:solidFill>
                  <a:srgbClr val="7C3AED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📍 Configuración → Personalización → Instrucciones personalizadas</a:t>
            </a:r>
          </a:p>
        </p:txBody>
      </p:sp>
      <p:sp>
        <p:nvSpPr>
          <p:cNvPr id="12" name="Card BG 1">
            <a:extLst>
              <a:ext uri="{FF2B5EF4-FFF2-40B4-BE49-F238E27FC236}">
                <a16:creationId xmlns:a16="http://schemas.microsoft.com/office/drawing/2014/main" id="{B51FEB26-9CEA-4678-F065-7EC052F00719}"/>
              </a:ext>
            </a:extLst>
          </p:cNvPr>
          <p:cNvSpPr/>
          <p:nvPr/>
        </p:nvSpPr>
        <p:spPr>
          <a:xfrm>
            <a:off x="4546000" y="1950000"/>
            <a:ext cx="3100000" cy="3700000"/>
          </a:xfrm>
          <a:prstGeom prst="roundRect">
            <a:avLst>
              <a:gd name="adj" fmla="val 5000"/>
            </a:avLst>
          </a:prstGeom>
          <a:solidFill>
            <a:srgbClr val="EFF6FF"/>
          </a:solidFill>
          <a:ln w="6350">
            <a:solidFill>
              <a:srgbClr val="3B82F6">
                <a:alpha val="20000"/>
              </a:srgbClr>
            </a:solidFill>
          </a:ln>
          <a:effectLst>
            <a:outerShdw blurRad="1016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3" name="Accent 1">
            <a:extLst>
              <a:ext uri="{FF2B5EF4-FFF2-40B4-BE49-F238E27FC236}">
                <a16:creationId xmlns:a16="http://schemas.microsoft.com/office/drawing/2014/main" id="{4F7DEE12-215E-EAE1-8925-3E53E46C8B2D}"/>
              </a:ext>
            </a:extLst>
          </p:cNvPr>
          <p:cNvSpPr/>
          <p:nvPr/>
        </p:nvSpPr>
        <p:spPr>
          <a:xfrm>
            <a:off x="4546000" y="1950000"/>
            <a:ext cx="3100000" cy="6000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4" name="Circle 1">
            <a:extLst>
              <a:ext uri="{FF2B5EF4-FFF2-40B4-BE49-F238E27FC236}">
                <a16:creationId xmlns:a16="http://schemas.microsoft.com/office/drawing/2014/main" id="{F10042A6-0257-B3CE-FFF6-E8B23455C401}"/>
              </a:ext>
            </a:extLst>
          </p:cNvPr>
          <p:cNvSpPr/>
          <p:nvPr/>
        </p:nvSpPr>
        <p:spPr>
          <a:xfrm>
            <a:off x="5771000" y="2150000"/>
            <a:ext cx="650000" cy="650000"/>
          </a:xfrm>
          <a:prstGeom prst="ellipse">
            <a:avLst/>
          </a:prstGeom>
          <a:solidFill>
            <a:srgbClr val="3B82F6">
              <a:alpha val="15000"/>
            </a:srgbClr>
          </a:solidFill>
          <a:ln w="19050">
            <a:solidFill>
              <a:srgbClr val="3B82F6"/>
            </a:solidFill>
          </a:ln>
        </p:spPr>
        <p:txBody>
          <a:bodyPr/>
          <a:lstStyle/>
          <a:p>
            <a:endParaRPr lang="es-ES"/>
          </a:p>
        </p:txBody>
      </p:sp>
      <p:sp>
        <p:nvSpPr>
          <p:cNvPr id="15" name="Num 1">
            <a:extLst>
              <a:ext uri="{FF2B5EF4-FFF2-40B4-BE49-F238E27FC236}">
                <a16:creationId xmlns:a16="http://schemas.microsoft.com/office/drawing/2014/main" id="{0F341F04-EF3D-2FC0-2A5A-ACEF9A9C60F8}"/>
              </a:ext>
            </a:extLst>
          </p:cNvPr>
          <p:cNvSpPr/>
          <p:nvPr/>
        </p:nvSpPr>
        <p:spPr>
          <a:xfrm>
            <a:off x="5771000" y="2150000"/>
            <a:ext cx="650000" cy="6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s-ES" sz="2400" b="1">
                <a:solidFill>
                  <a:srgbClr val="3B82F6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2</a:t>
            </a:r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CFBF230F-4417-C588-2A56-F4865DB805D7}"/>
              </a:ext>
            </a:extLst>
          </p:cNvPr>
          <p:cNvSpPr/>
          <p:nvPr/>
        </p:nvSpPr>
        <p:spPr>
          <a:xfrm>
            <a:off x="4726000" y="3000000"/>
            <a:ext cx="2740000" cy="6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s-ES" sz="1800" b="1">
                <a:solidFill>
                  <a:srgbClr val="3B82F6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Perfil de trabajo</a:t>
            </a:r>
          </a:p>
        </p:txBody>
      </p:sp>
      <p:sp>
        <p:nvSpPr>
          <p:cNvPr id="17" name="Desc 1">
            <a:extLst>
              <a:ext uri="{FF2B5EF4-FFF2-40B4-BE49-F238E27FC236}">
                <a16:creationId xmlns:a16="http://schemas.microsoft.com/office/drawing/2014/main" id="{45D1CCF3-1A45-9D70-06CD-896182C32C27}"/>
              </a:ext>
            </a:extLst>
          </p:cNvPr>
          <p:cNvSpPr/>
          <p:nvPr/>
        </p:nvSpPr>
        <p:spPr>
          <a:xfrm>
            <a:off x="4726000" y="3700000"/>
            <a:ext cx="2740000" cy="10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s-ES" sz="14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0"/>
              </a:rPr>
              <a:t>Contexto organizacional que </a:t>
            </a:r>
            <a:r>
              <a:rPr lang="es-ES" sz="14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0"/>
              </a:rPr>
              <a:t>Copilot</a:t>
            </a:r>
            <a:r>
              <a:rPr lang="es-ES" sz="14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0"/>
              </a:rPr>
              <a:t> usa para personalizar respuestas según tu rol, departamento y área de </a:t>
            </a:r>
            <a:r>
              <a:rPr lang="es-ES" sz="14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0"/>
              </a:rPr>
              <a:t>expertise</a:t>
            </a:r>
            <a:r>
              <a:rPr lang="es-ES" sz="14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0"/>
              </a:rPr>
              <a:t>.</a:t>
            </a:r>
          </a:p>
        </p:txBody>
      </p:sp>
      <p:sp>
        <p:nvSpPr>
          <p:cNvPr id="18" name="Card BG 2">
            <a:extLst>
              <a:ext uri="{FF2B5EF4-FFF2-40B4-BE49-F238E27FC236}">
                <a16:creationId xmlns:a16="http://schemas.microsoft.com/office/drawing/2014/main" id="{090BE3F5-7EB5-A7AA-2C33-8FC47EFD6670}"/>
              </a:ext>
            </a:extLst>
          </p:cNvPr>
          <p:cNvSpPr/>
          <p:nvPr/>
        </p:nvSpPr>
        <p:spPr>
          <a:xfrm>
            <a:off x="8116640" y="1950000"/>
            <a:ext cx="3100000" cy="3700000"/>
          </a:xfrm>
          <a:prstGeom prst="roundRect">
            <a:avLst>
              <a:gd name="adj" fmla="val 5000"/>
            </a:avLst>
          </a:prstGeom>
          <a:solidFill>
            <a:srgbClr val="F0FDFA"/>
          </a:solidFill>
          <a:ln w="6350">
            <a:solidFill>
              <a:srgbClr val="0D9488">
                <a:alpha val="20000"/>
              </a:srgbClr>
            </a:solidFill>
          </a:ln>
          <a:effectLst>
            <a:outerShdw blurRad="1016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9" name="Accent 2">
            <a:extLst>
              <a:ext uri="{FF2B5EF4-FFF2-40B4-BE49-F238E27FC236}">
                <a16:creationId xmlns:a16="http://schemas.microsoft.com/office/drawing/2014/main" id="{F0BF96B5-8418-F25C-56AC-9C8B61A9B497}"/>
              </a:ext>
            </a:extLst>
          </p:cNvPr>
          <p:cNvSpPr/>
          <p:nvPr/>
        </p:nvSpPr>
        <p:spPr>
          <a:xfrm>
            <a:off x="8116640" y="1950000"/>
            <a:ext cx="3100000" cy="6000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0" name="Circle 2">
            <a:extLst>
              <a:ext uri="{FF2B5EF4-FFF2-40B4-BE49-F238E27FC236}">
                <a16:creationId xmlns:a16="http://schemas.microsoft.com/office/drawing/2014/main" id="{FCF78FD6-4DED-5B4E-B5B9-DA7EFA560CC9}"/>
              </a:ext>
            </a:extLst>
          </p:cNvPr>
          <p:cNvSpPr/>
          <p:nvPr/>
        </p:nvSpPr>
        <p:spPr>
          <a:xfrm>
            <a:off x="9341640" y="2150000"/>
            <a:ext cx="650000" cy="650000"/>
          </a:xfrm>
          <a:prstGeom prst="ellipse">
            <a:avLst/>
          </a:prstGeom>
          <a:solidFill>
            <a:srgbClr val="0D9488">
              <a:alpha val="15000"/>
            </a:srgbClr>
          </a:solidFill>
          <a:ln w="19050">
            <a:solidFill>
              <a:srgbClr val="0D9488"/>
            </a:solidFill>
          </a:ln>
        </p:spPr>
        <p:txBody>
          <a:bodyPr/>
          <a:lstStyle/>
          <a:p>
            <a:endParaRPr lang="es-ES"/>
          </a:p>
        </p:txBody>
      </p:sp>
      <p:sp>
        <p:nvSpPr>
          <p:cNvPr id="21" name="Num 2">
            <a:extLst>
              <a:ext uri="{FF2B5EF4-FFF2-40B4-BE49-F238E27FC236}">
                <a16:creationId xmlns:a16="http://schemas.microsoft.com/office/drawing/2014/main" id="{0239B8FA-C183-A911-D31C-9DD25664848E}"/>
              </a:ext>
            </a:extLst>
          </p:cNvPr>
          <p:cNvSpPr/>
          <p:nvPr/>
        </p:nvSpPr>
        <p:spPr>
          <a:xfrm>
            <a:off x="9341640" y="2150000"/>
            <a:ext cx="650000" cy="6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s-ES" sz="2400" b="1">
                <a:solidFill>
                  <a:srgbClr val="0D9488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3</a:t>
            </a:r>
          </a:p>
        </p:txBody>
      </p:sp>
      <p:sp>
        <p:nvSpPr>
          <p:cNvPr id="22" name="Title 2">
            <a:extLst>
              <a:ext uri="{FF2B5EF4-FFF2-40B4-BE49-F238E27FC236}">
                <a16:creationId xmlns:a16="http://schemas.microsoft.com/office/drawing/2014/main" id="{FFFBDBC5-6110-02AB-A82E-A6E54F235019}"/>
              </a:ext>
            </a:extLst>
          </p:cNvPr>
          <p:cNvSpPr/>
          <p:nvPr/>
        </p:nvSpPr>
        <p:spPr>
          <a:xfrm>
            <a:off x="8296640" y="3000000"/>
            <a:ext cx="2740000" cy="6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s-ES" sz="1800" b="1">
                <a:solidFill>
                  <a:srgbClr val="0D9488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Recuerdos guardados</a:t>
            </a:r>
          </a:p>
        </p:txBody>
      </p:sp>
      <p:sp>
        <p:nvSpPr>
          <p:cNvPr id="23" name="Desc 2">
            <a:extLst>
              <a:ext uri="{FF2B5EF4-FFF2-40B4-BE49-F238E27FC236}">
                <a16:creationId xmlns:a16="http://schemas.microsoft.com/office/drawing/2014/main" id="{05CB55DE-C2B5-DA7A-92B9-30B2368BB4C8}"/>
              </a:ext>
            </a:extLst>
          </p:cNvPr>
          <p:cNvSpPr/>
          <p:nvPr/>
        </p:nvSpPr>
        <p:spPr>
          <a:xfrm>
            <a:off x="8296640" y="3700000"/>
            <a:ext cx="2740000" cy="10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s-ES" sz="14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0"/>
              </a:rPr>
              <a:t>Datos y hechos que </a:t>
            </a:r>
            <a:r>
              <a:rPr lang="es-ES" sz="14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0"/>
              </a:rPr>
              <a:t>Copilot</a:t>
            </a:r>
            <a:r>
              <a:rPr lang="es-ES" sz="14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0"/>
              </a:rPr>
              <a:t> recuerda entre conversaciones: proyectos activos, preferencias y contexto continuo.</a:t>
            </a:r>
          </a:p>
        </p:txBody>
      </p:sp>
      <p:sp>
        <p:nvSpPr>
          <p:cNvPr id="24" name="Title">
            <a:extLst>
              <a:ext uri="{FF2B5EF4-FFF2-40B4-BE49-F238E27FC236}">
                <a16:creationId xmlns:a16="http://schemas.microsoft.com/office/drawing/2014/main" id="{C1344D3A-6E6A-951E-5CE2-B19FAE1725A5}"/>
              </a:ext>
            </a:extLst>
          </p:cNvPr>
          <p:cNvSpPr/>
          <p:nvPr/>
        </p:nvSpPr>
        <p:spPr>
          <a:xfrm>
            <a:off x="975360" y="48768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3200" b="1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Personaliza </a:t>
            </a:r>
            <a:r>
              <a:rPr lang="es-ES" sz="3200" b="1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Copilot</a:t>
            </a:r>
            <a:endParaRPr lang="es-ES" sz="3200" dirty="0"/>
          </a:p>
        </p:txBody>
      </p:sp>
    </p:spTree>
    <p:extLst>
      <p:ext uri="{BB962C8B-B14F-4D97-AF65-F5344CB8AC3E}">
        <p14:creationId xmlns:p14="http://schemas.microsoft.com/office/powerpoint/2010/main" val="147637618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6BD25D-7D34-E345-3C2A-A55186DA2D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>
            <a:extLst>
              <a:ext uri="{FF2B5EF4-FFF2-40B4-BE49-F238E27FC236}">
                <a16:creationId xmlns:a16="http://schemas.microsoft.com/office/drawing/2014/main" id="{88FD4A9A-B888-6202-2437-225F7E4C8AA1}"/>
              </a:ext>
            </a:extLst>
          </p:cNvPr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gradFill>
            <a:gsLst>
              <a:gs pos="0">
                <a:srgbClr val="0D9488"/>
              </a:gs>
              <a:gs pos="50000">
                <a:srgbClr val="3B82F6"/>
              </a:gs>
              <a:gs pos="100000">
                <a:srgbClr val="7C3AED"/>
              </a:gs>
            </a:gsLst>
            <a:lin ang="0" scaled="1"/>
          </a:gra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007C6F92-DBFD-970E-C63B-861EBD2EFFBD}"/>
              </a:ext>
            </a:extLst>
          </p:cNvPr>
          <p:cNvSpPr/>
          <p:nvPr/>
        </p:nvSpPr>
        <p:spPr>
          <a:xfrm>
            <a:off x="600000" y="320000"/>
            <a:ext cx="10992000" cy="54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lang="es-ES" sz="3000" b="1" dirty="0">
                <a:solidFill>
                  <a:srgbClr val="1E293B"/>
                </a:solidFill>
                <a:latin typeface="Segoe UI Semibold"/>
              </a:rPr>
              <a:t>Historial de </a:t>
            </a:r>
            <a:r>
              <a:rPr lang="es-ES" sz="3000" b="1" dirty="0">
                <a:latin typeface="Segoe UI Semibold"/>
              </a:rPr>
              <a:t>conversaciones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ABB0BB56-446E-3B5E-57F4-A16051E6B048}"/>
              </a:ext>
            </a:extLst>
          </p:cNvPr>
          <p:cNvSpPr/>
          <p:nvPr/>
        </p:nvSpPr>
        <p:spPr>
          <a:xfrm>
            <a:off x="1500000" y="900000"/>
            <a:ext cx="9192000" cy="40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lang="es-ES" sz="1500">
                <a:solidFill>
                  <a:srgbClr val="475569"/>
                </a:solidFill>
                <a:latin typeface="Segoe UI"/>
              </a:rPr>
              <a:t>Cómo Copilot mantiene el contexto continuo turno a turno dentro de una misma conversación.</a:t>
            </a:r>
          </a:p>
        </p:txBody>
      </p:sp>
      <p:sp>
        <p:nvSpPr>
          <p:cNvPr id="5" name="SchemaHeading">
            <a:extLst>
              <a:ext uri="{FF2B5EF4-FFF2-40B4-BE49-F238E27FC236}">
                <a16:creationId xmlns:a16="http://schemas.microsoft.com/office/drawing/2014/main" id="{68FC971E-EB4E-2842-E486-80969A5D6C2C}"/>
              </a:ext>
            </a:extLst>
          </p:cNvPr>
          <p:cNvSpPr/>
          <p:nvPr/>
        </p:nvSpPr>
        <p:spPr>
          <a:xfrm>
            <a:off x="600000" y="1620000"/>
            <a:ext cx="10992000" cy="32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lang="es-ES" sz="1300" b="1">
                <a:solidFill>
                  <a:srgbClr val="334155"/>
                </a:solidFill>
                <a:latin typeface="Segoe UI Semibold"/>
              </a:rPr>
              <a:t>El ciclo del contexto continuo turno a turno</a:t>
            </a:r>
          </a:p>
        </p:txBody>
      </p:sp>
      <p:sp>
        <p:nvSpPr>
          <p:cNvPr id="6" name="ConnLine">
            <a:extLst>
              <a:ext uri="{FF2B5EF4-FFF2-40B4-BE49-F238E27FC236}">
                <a16:creationId xmlns:a16="http://schemas.microsoft.com/office/drawing/2014/main" id="{19072A28-CA14-87FE-4D27-4856F2347BEC}"/>
              </a:ext>
            </a:extLst>
          </p:cNvPr>
          <p:cNvSpPr/>
          <p:nvPr/>
        </p:nvSpPr>
        <p:spPr>
          <a:xfrm>
            <a:off x="2346000" y="2542000"/>
            <a:ext cx="7500000" cy="160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0" name="Step1Circle">
            <a:extLst>
              <a:ext uri="{FF2B5EF4-FFF2-40B4-BE49-F238E27FC236}">
                <a16:creationId xmlns:a16="http://schemas.microsoft.com/office/drawing/2014/main" id="{1E506255-2111-D3C2-0841-455290019B27}"/>
              </a:ext>
            </a:extLst>
          </p:cNvPr>
          <p:cNvSpPr/>
          <p:nvPr/>
        </p:nvSpPr>
        <p:spPr>
          <a:xfrm>
            <a:off x="1896000" y="2100000"/>
            <a:ext cx="900000" cy="900000"/>
          </a:xfrm>
          <a:prstGeom prst="ellipse">
            <a:avLst/>
          </a:prstGeom>
          <a:solidFill>
            <a:srgbClr val="0D9488"/>
          </a:solidFill>
          <a:ln>
            <a:noFill/>
          </a:ln>
          <a:effectLst>
            <a:outerShdw blurRad="50000" dist="12000" dir="5400000" algn="bl" rotWithShape="0">
              <a:srgbClr val="0D9488">
                <a:alpha val="25000"/>
              </a:srgbClr>
            </a:outerShdw>
          </a:effectLst>
        </p:spPr>
        <p:txBody>
          <a:bodyPr wrap="square" lIns="0" tIns="0" rIns="0" bIns="0" anchor="ctr"/>
          <a:lstStyle/>
          <a:p>
            <a:pPr algn="ctr"/>
            <a:r>
              <a:rPr lang="es-ES" sz="2800" b="1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11" name="Step2Circle">
            <a:extLst>
              <a:ext uri="{FF2B5EF4-FFF2-40B4-BE49-F238E27FC236}">
                <a16:creationId xmlns:a16="http://schemas.microsoft.com/office/drawing/2014/main" id="{82D80649-7B10-047F-346B-61EB4346F067}"/>
              </a:ext>
            </a:extLst>
          </p:cNvPr>
          <p:cNvSpPr/>
          <p:nvPr/>
        </p:nvSpPr>
        <p:spPr>
          <a:xfrm>
            <a:off x="4396000" y="2100000"/>
            <a:ext cx="900000" cy="900000"/>
          </a:xfrm>
          <a:prstGeom prst="ellipse">
            <a:avLst/>
          </a:prstGeom>
          <a:solidFill>
            <a:srgbClr val="3B82F6"/>
          </a:solidFill>
          <a:ln>
            <a:noFill/>
          </a:ln>
          <a:effectLst>
            <a:outerShdw blurRad="50000" dist="12000" dir="5400000" algn="bl" rotWithShape="0">
              <a:srgbClr val="3B82F6">
                <a:alpha val="25000"/>
              </a:srgbClr>
            </a:outerShdw>
          </a:effectLst>
        </p:spPr>
        <p:txBody>
          <a:bodyPr wrap="square" lIns="0" tIns="0" rIns="0" bIns="0" anchor="ctr"/>
          <a:lstStyle/>
          <a:p>
            <a:pPr algn="ctr"/>
            <a:r>
              <a:rPr lang="es-ES" sz="2800" b="1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12" name="Step3Circle">
            <a:extLst>
              <a:ext uri="{FF2B5EF4-FFF2-40B4-BE49-F238E27FC236}">
                <a16:creationId xmlns:a16="http://schemas.microsoft.com/office/drawing/2014/main" id="{DF4F0F7F-4BC1-CA25-2461-571E96B9596C}"/>
              </a:ext>
            </a:extLst>
          </p:cNvPr>
          <p:cNvSpPr/>
          <p:nvPr/>
        </p:nvSpPr>
        <p:spPr>
          <a:xfrm>
            <a:off x="6896000" y="2100000"/>
            <a:ext cx="900000" cy="900000"/>
          </a:xfrm>
          <a:prstGeom prst="ellipse">
            <a:avLst/>
          </a:prstGeom>
          <a:solidFill>
            <a:srgbClr val="7C3AED"/>
          </a:solidFill>
          <a:ln>
            <a:noFill/>
          </a:ln>
          <a:effectLst>
            <a:outerShdw blurRad="50000" dist="12000" dir="5400000" algn="bl" rotWithShape="0">
              <a:srgbClr val="7C3AED">
                <a:alpha val="25000"/>
              </a:srgbClr>
            </a:outerShdw>
          </a:effectLst>
        </p:spPr>
        <p:txBody>
          <a:bodyPr wrap="square" lIns="0" tIns="0" rIns="0" bIns="0" anchor="ctr"/>
          <a:lstStyle/>
          <a:p>
            <a:pPr algn="ctr"/>
            <a:r>
              <a:rPr lang="es-ES" sz="2800" b="1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13" name="Step4Circle">
            <a:extLst>
              <a:ext uri="{FF2B5EF4-FFF2-40B4-BE49-F238E27FC236}">
                <a16:creationId xmlns:a16="http://schemas.microsoft.com/office/drawing/2014/main" id="{87A43DF8-118E-B592-82CC-6CBE9A2381BE}"/>
              </a:ext>
            </a:extLst>
          </p:cNvPr>
          <p:cNvSpPr/>
          <p:nvPr/>
        </p:nvSpPr>
        <p:spPr>
          <a:xfrm>
            <a:off x="9396000" y="2100000"/>
            <a:ext cx="900000" cy="900000"/>
          </a:xfrm>
          <a:prstGeom prst="ellipse">
            <a:avLst/>
          </a:prstGeom>
          <a:solidFill>
            <a:srgbClr val="EC4899"/>
          </a:solidFill>
          <a:ln>
            <a:noFill/>
          </a:ln>
          <a:effectLst>
            <a:outerShdw blurRad="50000" dist="12000" dir="5400000" algn="bl" rotWithShape="0">
              <a:srgbClr val="EC4899">
                <a:alpha val="25000"/>
              </a:srgbClr>
            </a:outerShdw>
          </a:effectLst>
        </p:spPr>
        <p:txBody>
          <a:bodyPr wrap="square" lIns="0" tIns="0" rIns="0" bIns="0" anchor="ctr"/>
          <a:lstStyle/>
          <a:p>
            <a:pPr algn="ctr"/>
            <a:r>
              <a:rPr lang="es-ES" sz="2800" b="1">
                <a:solidFill>
                  <a:srgbClr val="FFFFFF"/>
                </a:solidFill>
                <a:latin typeface="Segoe UI Semibold"/>
              </a:rPr>
              <a:t>4</a:t>
            </a:r>
          </a:p>
        </p:txBody>
      </p:sp>
      <p:sp>
        <p:nvSpPr>
          <p:cNvPr id="20" name="Step1Label">
            <a:extLst>
              <a:ext uri="{FF2B5EF4-FFF2-40B4-BE49-F238E27FC236}">
                <a16:creationId xmlns:a16="http://schemas.microsoft.com/office/drawing/2014/main" id="{D42DE9A7-03F2-220D-6CDB-2F4441C14BC0}"/>
              </a:ext>
            </a:extLst>
          </p:cNvPr>
          <p:cNvSpPr/>
          <p:nvPr/>
        </p:nvSpPr>
        <p:spPr>
          <a:xfrm>
            <a:off x="1246000" y="3100000"/>
            <a:ext cx="2200000" cy="34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ctr"/>
            <a:r>
              <a:rPr lang="es-ES" sz="1500" b="1">
                <a:solidFill>
                  <a:srgbClr val="0F172A"/>
                </a:solidFill>
                <a:latin typeface="Segoe UI Semibold"/>
              </a:rPr>
              <a:t>Prompt</a:t>
            </a:r>
          </a:p>
        </p:txBody>
      </p:sp>
      <p:sp>
        <p:nvSpPr>
          <p:cNvPr id="21" name="Step2Label">
            <a:extLst>
              <a:ext uri="{FF2B5EF4-FFF2-40B4-BE49-F238E27FC236}">
                <a16:creationId xmlns:a16="http://schemas.microsoft.com/office/drawing/2014/main" id="{76285ACB-8CC3-5791-CA05-2E550D4C6FB2}"/>
              </a:ext>
            </a:extLst>
          </p:cNvPr>
          <p:cNvSpPr/>
          <p:nvPr/>
        </p:nvSpPr>
        <p:spPr>
          <a:xfrm>
            <a:off x="3746000" y="3100000"/>
            <a:ext cx="2200000" cy="34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ctr"/>
            <a:r>
              <a:rPr lang="es-ES" sz="1500" b="1">
                <a:solidFill>
                  <a:srgbClr val="0F172A"/>
                </a:solidFill>
                <a:latin typeface="Segoe UI Semibold"/>
              </a:rPr>
              <a:t>Contexto</a:t>
            </a:r>
          </a:p>
        </p:txBody>
      </p:sp>
      <p:sp>
        <p:nvSpPr>
          <p:cNvPr id="22" name="Step3Label">
            <a:extLst>
              <a:ext uri="{FF2B5EF4-FFF2-40B4-BE49-F238E27FC236}">
                <a16:creationId xmlns:a16="http://schemas.microsoft.com/office/drawing/2014/main" id="{827AAA37-7159-7EA4-A2C4-C338AEC911CE}"/>
              </a:ext>
            </a:extLst>
          </p:cNvPr>
          <p:cNvSpPr/>
          <p:nvPr/>
        </p:nvSpPr>
        <p:spPr>
          <a:xfrm>
            <a:off x="6246000" y="3100000"/>
            <a:ext cx="2200000" cy="34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ctr"/>
            <a:r>
              <a:rPr lang="es-ES" sz="1500" b="1">
                <a:solidFill>
                  <a:srgbClr val="0F172A"/>
                </a:solidFill>
                <a:latin typeface="Segoe UI Semibold"/>
              </a:rPr>
              <a:t>Generación</a:t>
            </a:r>
          </a:p>
        </p:txBody>
      </p:sp>
      <p:sp>
        <p:nvSpPr>
          <p:cNvPr id="23" name="Step4Label">
            <a:extLst>
              <a:ext uri="{FF2B5EF4-FFF2-40B4-BE49-F238E27FC236}">
                <a16:creationId xmlns:a16="http://schemas.microsoft.com/office/drawing/2014/main" id="{2E99D487-A932-52F0-E794-F893D849528E}"/>
              </a:ext>
            </a:extLst>
          </p:cNvPr>
          <p:cNvSpPr/>
          <p:nvPr/>
        </p:nvSpPr>
        <p:spPr>
          <a:xfrm>
            <a:off x="8746000" y="3100000"/>
            <a:ext cx="2200000" cy="34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ctr"/>
            <a:r>
              <a:rPr lang="es-ES" sz="1500" b="1">
                <a:solidFill>
                  <a:srgbClr val="0F172A"/>
                </a:solidFill>
                <a:latin typeface="Segoe UI Semibold"/>
              </a:rPr>
              <a:t>Respuesta</a:t>
            </a:r>
          </a:p>
        </p:txBody>
      </p:sp>
      <p:sp>
        <p:nvSpPr>
          <p:cNvPr id="30" name="Step1Desc">
            <a:extLst>
              <a:ext uri="{FF2B5EF4-FFF2-40B4-BE49-F238E27FC236}">
                <a16:creationId xmlns:a16="http://schemas.microsoft.com/office/drawing/2014/main" id="{7E8C5FC9-EB22-46CC-5987-D04A40A23026}"/>
              </a:ext>
            </a:extLst>
          </p:cNvPr>
          <p:cNvSpPr/>
          <p:nvPr/>
        </p:nvSpPr>
        <p:spPr>
          <a:xfrm>
            <a:off x="1246000" y="3500000"/>
            <a:ext cx="2200000" cy="9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ctr">
              <a:lnSpc>
                <a:spcPct val="125000"/>
              </a:lnSpc>
            </a:pPr>
            <a:r>
              <a:rPr lang="es-ES" sz="1100">
                <a:solidFill>
                  <a:srgbClr val="475569"/>
                </a:solidFill>
                <a:latin typeface="Segoe UI"/>
              </a:rPr>
              <a:t>El usuario formula una pregunta o instrucción en el chat.</a:t>
            </a:r>
          </a:p>
        </p:txBody>
      </p:sp>
      <p:sp>
        <p:nvSpPr>
          <p:cNvPr id="31" name="Step2Desc">
            <a:extLst>
              <a:ext uri="{FF2B5EF4-FFF2-40B4-BE49-F238E27FC236}">
                <a16:creationId xmlns:a16="http://schemas.microsoft.com/office/drawing/2014/main" id="{C75430F5-0B15-31AB-9078-E26ED59558C7}"/>
              </a:ext>
            </a:extLst>
          </p:cNvPr>
          <p:cNvSpPr/>
          <p:nvPr/>
        </p:nvSpPr>
        <p:spPr>
          <a:xfrm>
            <a:off x="3746000" y="3500000"/>
            <a:ext cx="2200000" cy="9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ctr">
              <a:lnSpc>
                <a:spcPct val="125000"/>
              </a:lnSpc>
            </a:pPr>
            <a:r>
              <a:rPr lang="es-ES" sz="1100">
                <a:solidFill>
                  <a:srgbClr val="475569"/>
                </a:solidFill>
                <a:latin typeface="Segoe UI"/>
              </a:rPr>
              <a:t>Copilot añade un resumen condensado del historial reciente al prompt.</a:t>
            </a:r>
          </a:p>
        </p:txBody>
      </p:sp>
      <p:sp>
        <p:nvSpPr>
          <p:cNvPr id="32" name="Step3Desc">
            <a:extLst>
              <a:ext uri="{FF2B5EF4-FFF2-40B4-BE49-F238E27FC236}">
                <a16:creationId xmlns:a16="http://schemas.microsoft.com/office/drawing/2014/main" id="{0A0EAA05-2851-E2B9-9603-630ED711A6F6}"/>
              </a:ext>
            </a:extLst>
          </p:cNvPr>
          <p:cNvSpPr/>
          <p:nvPr/>
        </p:nvSpPr>
        <p:spPr>
          <a:xfrm>
            <a:off x="6246000" y="3500000"/>
            <a:ext cx="2200000" cy="9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ctr">
              <a:lnSpc>
                <a:spcPct val="125000"/>
              </a:lnSpc>
            </a:pPr>
            <a:r>
              <a:rPr lang="es-ES" sz="1100">
                <a:solidFill>
                  <a:srgbClr val="475569"/>
                </a:solidFill>
                <a:latin typeface="Segoe UI"/>
              </a:rPr>
              <a:t>El LLM produce la respuesta combinando prompt y contexto.</a:t>
            </a:r>
          </a:p>
        </p:txBody>
      </p:sp>
      <p:sp>
        <p:nvSpPr>
          <p:cNvPr id="33" name="Step4Desc">
            <a:extLst>
              <a:ext uri="{FF2B5EF4-FFF2-40B4-BE49-F238E27FC236}">
                <a16:creationId xmlns:a16="http://schemas.microsoft.com/office/drawing/2014/main" id="{CA7190B7-F9C3-0D28-246D-9E33EBDE3C3E}"/>
              </a:ext>
            </a:extLst>
          </p:cNvPr>
          <p:cNvSpPr/>
          <p:nvPr/>
        </p:nvSpPr>
        <p:spPr>
          <a:xfrm>
            <a:off x="8746000" y="3500000"/>
            <a:ext cx="2200000" cy="9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ctr">
              <a:lnSpc>
                <a:spcPct val="125000"/>
              </a:lnSpc>
            </a:pPr>
            <a:r>
              <a:rPr lang="es-ES" sz="1100">
                <a:solidFill>
                  <a:srgbClr val="475569"/>
                </a:solidFill>
                <a:latin typeface="Segoe UI"/>
              </a:rPr>
              <a:t>Se entrega al usuario y se añade como nuevo turno del historial.</a:t>
            </a:r>
          </a:p>
        </p:txBody>
      </p:sp>
      <p:sp>
        <p:nvSpPr>
          <p:cNvPr id="50" name="HowToCard"/>
          <p:cNvSpPr/>
          <p:nvPr/>
        </p:nvSpPr>
        <p:spPr>
          <a:xfrm>
            <a:off x="1500000" y="4788000"/>
            <a:ext cx="9192000" cy="8800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9050">
            <a:solidFill>
              <a:srgbClr val="0D9488"/>
            </a:solidFill>
          </a:ln>
          <a:effectLst>
            <a:outerShdw blurRad="60000" dist="150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51" name="HowToBadge"/>
          <p:cNvSpPr/>
          <p:nvPr/>
        </p:nvSpPr>
        <p:spPr>
          <a:xfrm>
            <a:off x="1692000" y="5038000"/>
            <a:ext cx="1800000" cy="380000"/>
          </a:xfrm>
          <a:prstGeom prst="roundRect">
            <a:avLst>
              <a:gd name="adj" fmla="val 30000"/>
            </a:avLst>
          </a:prstGeom>
          <a:gradFill>
            <a:gsLst>
              <a:gs pos="0">
                <a:srgbClr val="0D9488"/>
              </a:gs>
              <a:gs pos="100000">
                <a:srgbClr val="14A8BC"/>
              </a:gs>
            </a:gsLst>
            <a:lin ang="0" scaled="1"/>
          </a:gra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s-ES" sz="1400" b="1">
                <a:solidFill>
                  <a:srgbClr val="FFFFFF"/>
                </a:solidFill>
                <a:latin typeface="Segoe UI Semibold"/>
                <a:cs typeface="Segoe UI Semibold"/>
              </a:rPr>
              <a:t>Cómo usarlo</a:t>
            </a:r>
          </a:p>
        </p:txBody>
      </p:sp>
      <p:sp>
        <p:nvSpPr>
          <p:cNvPr id="52" name="HowToCol1"/>
          <p:cNvSpPr/>
          <p:nvPr/>
        </p:nvSpPr>
        <p:spPr>
          <a:xfrm>
            <a:off x="3700000" y="4838000"/>
            <a:ext cx="3400000" cy="80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200000" indent="-200000">
              <a:lnSpc>
                <a:spcPct val="130000"/>
              </a:lnSpc>
              <a:buClr>
                <a:srgbClr val="0D9488"/>
              </a:buClr>
              <a:buFont typeface="Arial"/>
              <a:buChar char="•"/>
            </a:pPr>
            <a:r>
              <a:rPr lang="es-ES" sz="1100">
                <a:solidFill>
                  <a:srgbClr val="0D9488"/>
                </a:solidFill>
                <a:latin typeface="Segoe UI Semibold"/>
                <a:cs typeface="Segoe UI Semibold"/>
              </a:rPr>
              <a:t>Contexto continuo </a:t>
            </a:r>
            <a:r>
              <a:rPr lang="es-ES" sz="1100">
                <a:solidFill>
                  <a:srgbClr val="334155"/>
                </a:solidFill>
                <a:latin typeface="Segoe UI"/>
                <a:cs typeface="Segoe UI"/>
              </a:rPr>
              <a:t>entre sesiones del chat</a:t>
            </a:r>
          </a:p>
          <a:p>
            <a:pPr marL="200000" indent="-200000">
              <a:lnSpc>
                <a:spcPct val="130000"/>
              </a:lnSpc>
              <a:buClr>
                <a:srgbClr val="0D9488"/>
              </a:buClr>
              <a:buFont typeface="Arial"/>
              <a:buChar char="•"/>
            </a:pPr>
            <a:r>
              <a:rPr lang="es-ES" sz="1100">
                <a:solidFill>
                  <a:srgbClr val="334155"/>
                </a:solidFill>
                <a:latin typeface="Segoe UI"/>
                <a:cs typeface="Segoe UI"/>
              </a:rPr>
              <a:t>Las conversaciones se guardan hasta </a:t>
            </a:r>
            <a:r>
              <a:rPr lang="es-ES" sz="1100">
                <a:solidFill>
                  <a:srgbClr val="0D9488"/>
                </a:solidFill>
                <a:latin typeface="Segoe UI Semibold"/>
                <a:cs typeface="Segoe UI Semibold"/>
              </a:rPr>
              <a:t>18 meses</a:t>
            </a:r>
          </a:p>
        </p:txBody>
      </p:sp>
      <p:sp>
        <p:nvSpPr>
          <p:cNvPr id="53" name="HowToCol2"/>
          <p:cNvSpPr/>
          <p:nvPr/>
        </p:nvSpPr>
        <p:spPr>
          <a:xfrm>
            <a:off x="7200000" y="4838000"/>
            <a:ext cx="3300000" cy="80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200000" indent="-200000">
              <a:lnSpc>
                <a:spcPct val="130000"/>
              </a:lnSpc>
              <a:buClr>
                <a:srgbClr val="0D9488"/>
              </a:buClr>
              <a:buFont typeface="Arial"/>
              <a:buChar char="•"/>
            </a:pPr>
            <a:r>
              <a:rPr lang="es-ES" sz="1100">
                <a:solidFill>
                  <a:srgbClr val="0D9488"/>
                </a:solidFill>
                <a:latin typeface="Segoe UI Semibold"/>
                <a:cs typeface="Segoe UI Semibold"/>
              </a:rPr>
              <a:t>Retoma </a:t>
            </a:r>
            <a:r>
              <a:rPr lang="es-ES" sz="1100">
                <a:solidFill>
                  <a:srgbClr val="334155"/>
                </a:solidFill>
                <a:latin typeface="Segoe UI"/>
                <a:cs typeface="Segoe UI"/>
              </a:rPr>
              <a:t>conversaciones desde el panel lateral</a:t>
            </a:r>
          </a:p>
          <a:p>
            <a:pPr marL="200000" indent="-200000">
              <a:lnSpc>
                <a:spcPct val="130000"/>
              </a:lnSpc>
              <a:buClr>
                <a:srgbClr val="0D9488"/>
              </a:buClr>
              <a:buFont typeface="Arial"/>
              <a:buChar char="•"/>
            </a:pPr>
            <a:r>
              <a:rPr lang="es-ES" sz="1100">
                <a:solidFill>
                  <a:srgbClr val="0D9488"/>
                </a:solidFill>
                <a:latin typeface="Segoe UI Semibold"/>
                <a:cs typeface="Segoe UI Semibold"/>
              </a:rPr>
              <a:t>Renombra</a:t>
            </a:r>
            <a:r>
              <a:rPr lang="es-ES" sz="1100">
                <a:solidFill>
                  <a:srgbClr val="334155"/>
                </a:solidFill>
                <a:latin typeface="Segoe UI"/>
                <a:cs typeface="Segoe UI"/>
              </a:rPr>
              <a:t> o </a:t>
            </a:r>
            <a:r>
              <a:rPr lang="es-ES" sz="1100">
                <a:solidFill>
                  <a:srgbClr val="0D9488"/>
                </a:solidFill>
                <a:latin typeface="Segoe UI Semibold"/>
                <a:cs typeface="Segoe UI Semibold"/>
              </a:rPr>
              <a:t>elimina</a:t>
            </a:r>
            <a:r>
              <a:rPr lang="es-ES" sz="1100">
                <a:solidFill>
                  <a:srgbClr val="334155"/>
                </a:solidFill>
                <a:latin typeface="Segoe UI"/>
                <a:cs typeface="Segoe UI"/>
              </a:rPr>
              <a:t> conversaciones</a:t>
            </a:r>
          </a:p>
        </p:txBody>
      </p:sp>
    </p:spTree>
    <p:extLst>
      <p:ext uri="{BB962C8B-B14F-4D97-AF65-F5344CB8AC3E}">
        <p14:creationId xmlns:p14="http://schemas.microsoft.com/office/powerpoint/2010/main" val="298735640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B720BE-8B17-2D0A-C8B3-459EDC5B50FD}"/>
              </a:ext>
            </a:extLst>
          </p:cNvPr>
          <p:cNvSpPr txBox="1">
            <a:spLocks/>
          </p:cNvSpPr>
          <p:nvPr/>
        </p:nvSpPr>
        <p:spPr>
          <a:xfrm>
            <a:off x="588262" y="585216"/>
            <a:ext cx="8193024" cy="553998"/>
          </a:xfrm>
          <a:prstGeom prst="rect">
            <a:avLst/>
          </a:prstGeom>
        </p:spPr>
        <p:txBody>
          <a:bodyPr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3600">
                <a:solidFill>
                  <a:srgbClr val="1E293B"/>
                </a:solidFill>
                <a:latin typeface="Segoe UI Semibold"/>
                <a:ea typeface="Segoe UI Semibold"/>
                <a:cs typeface="Segoe UI Semibold"/>
              </a:rPr>
              <a:t>Creación de </a:t>
            </a:r>
            <a:r>
              <a:rPr lang="es-ES" sz="3600" i="1">
                <a:solidFill>
                  <a:srgbClr val="1E293B"/>
                </a:solidFill>
                <a:latin typeface="Segoe UI Semibold"/>
                <a:ea typeface="Segoe UI Semibold"/>
                <a:cs typeface="Segoe UI Semibold"/>
              </a:rPr>
              <a:t>prompts </a:t>
            </a:r>
            <a:r>
              <a:rPr lang="es-ES" sz="3600">
                <a:solidFill>
                  <a:srgbClr val="1E293B"/>
                </a:solidFill>
                <a:latin typeface="Segoe UI Semibold"/>
                <a:ea typeface="Segoe UI Semibold"/>
                <a:cs typeface="Segoe UI Semibold"/>
              </a:rPr>
              <a:t>efectivos</a:t>
            </a:r>
            <a:endParaRPr lang="en-US" sz="36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1EC2A06-136C-CEB5-654F-C42F6A369B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2337667" y="1475486"/>
            <a:ext cx="9515458" cy="4828454"/>
          </a:xfrm>
          <a:prstGeom prst="roundRect">
            <a:avLst>
              <a:gd name="adj" fmla="val 3190"/>
            </a:avLst>
          </a:prstGeom>
          <a:solidFill>
            <a:srgbClr val="FFFFFF">
              <a:alpha val="46000"/>
            </a:srgbClr>
          </a:solidFill>
          <a:ln w="25400">
            <a:solidFill>
              <a:srgbClr val="5B21B6"/>
            </a:solidFill>
          </a:ln>
          <a:effectLst>
            <a:outerShdw blurRad="63500" algn="ctr" rotWithShape="0">
              <a:schemeClr val="tx1">
                <a:alpha val="15000"/>
              </a:scheme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="horz" wrap="square" lIns="91440" tIns="91440" rIns="91440" bIns="91440" numCol="1" spcCol="0" rtlCol="0" fromWordArt="0" anchor="t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fontAlgn="base">
              <a:spcBef>
                <a:spcPct val="0"/>
              </a:spcBef>
              <a:spcAft>
                <a:spcPts val="1200"/>
              </a:spcAft>
              <a:defRPr sz="1000">
                <a:ln w="3175">
                  <a:noFill/>
                </a:ln>
                <a:solidFill>
                  <a:schemeClr val="tx1"/>
                </a:solidFill>
                <a:cs typeface="Segoe UI" charset="0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ClrTx/>
              <a:buSzTx/>
              <a:buFontTx/>
              <a:buNone/>
              <a:defRPr/>
            </a:pPr>
            <a:endParaRPr kumimoji="0" lang="en-US" sz="1000" b="0" i="0" u="none" strike="noStrike" kern="1200" cap="none" spc="0" normalizeH="0" baseline="0" noProof="0" dirty="0">
              <a:ln w="3175">
                <a:noFill/>
              </a:ln>
              <a:solidFill>
                <a:prstClr val="black"/>
              </a:solidFill>
              <a:effectLst/>
              <a:uLnTx/>
              <a:uFillTx/>
              <a:latin typeface="Segoe UI"/>
              <a:ea typeface="+mn-ea"/>
              <a:cs typeface="Segoe UI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A410EE8-81B9-A95E-9C38-8CB4E4E05E0B}"/>
              </a:ext>
            </a:extLst>
          </p:cNvPr>
          <p:cNvSpPr txBox="1"/>
          <p:nvPr/>
        </p:nvSpPr>
        <p:spPr>
          <a:xfrm>
            <a:off x="335373" y="2115059"/>
            <a:ext cx="2002295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32472">
              <a:spcBef>
                <a:spcPct val="0"/>
              </a:spcBef>
              <a:spcAft>
                <a:spcPct val="0"/>
              </a:spcAft>
              <a:defRPr/>
            </a:pPr>
            <a:r>
              <a:rPr lang="es-ES" sz="2200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Para obtener la mejor respuesta, es importante centrarse en algunos de los </a:t>
            </a:r>
            <a:r>
              <a:rPr lang="es-ES" sz="2200" dirty="0">
                <a:solidFill>
                  <a:srgbClr val="1E293B"/>
                </a:solidFill>
                <a:latin typeface="Segoe UI Semibold" panose="020B0702040204020203" pitchFamily="34" charset="0"/>
                <a:ea typeface="Segoe UI"/>
                <a:cs typeface="Segoe UI Semibold" panose="020B0702040204020203" pitchFamily="34" charset="0"/>
              </a:rPr>
              <a:t>elementos clave </a:t>
            </a:r>
            <a:r>
              <a:rPr lang="es-ES" sz="2200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a la hora de expresar los </a:t>
            </a:r>
            <a:r>
              <a:rPr lang="es-ES" sz="2200" i="1" dirty="0" err="1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prompts</a:t>
            </a:r>
            <a:r>
              <a:rPr lang="es-ES" sz="2200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.</a:t>
            </a:r>
          </a:p>
        </p:txBody>
      </p:sp>
      <p:sp>
        <p:nvSpPr>
          <p:cNvPr id="5" name="Rounded Rectangle 15">
            <a:extLst>
              <a:ext uri="{FF2B5EF4-FFF2-40B4-BE49-F238E27FC236}">
                <a16:creationId xmlns:a16="http://schemas.microsoft.com/office/drawing/2014/main" id="{847AEE87-676A-2229-AFB1-519485FFF7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113732" y="2714978"/>
            <a:ext cx="8519595" cy="2386846"/>
          </a:xfrm>
          <a:prstGeom prst="roundRect">
            <a:avLst>
              <a:gd name="adj" fmla="val 7542"/>
            </a:avLst>
          </a:prstGeom>
          <a:gradFill flip="none" rotWithShape="1">
            <a:gsLst>
              <a:gs pos="58000">
                <a:srgbClr val="FFFFFF"/>
              </a:gs>
              <a:gs pos="100000">
                <a:schemeClr val="bg1">
                  <a:lumMod val="95000"/>
                  <a:alpha val="0"/>
                </a:schemeClr>
              </a:gs>
              <a:gs pos="34000">
                <a:schemeClr val="bg1"/>
              </a:gs>
            </a:gsLst>
            <a:lin ang="18900000" scaled="1"/>
          </a:gradFill>
          <a:ln w="12700">
            <a:noFill/>
            <a:headEnd type="none" w="med" len="med"/>
            <a:tailEnd type="none" w="med" len="med"/>
          </a:ln>
          <a:effectLst/>
          <a:scene3d>
            <a:camera prst="perspectiveRight">
              <a:rot lat="0" lon="21594000" rev="0"/>
            </a:camera>
            <a:lightRig rig="flat" dir="t"/>
          </a:scene3d>
          <a:sp3d>
            <a:bevelT w="0" h="0"/>
            <a:bevelB w="0" h="0"/>
            <a:contourClr>
              <a:schemeClr val="bg1"/>
            </a:contourClr>
          </a:sp3d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183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367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550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734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5918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101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284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469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32472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Segoe UI"/>
              <a:ea typeface="+mn-ea"/>
              <a:cs typeface="Segoe UI" pitchFamily="34" charset="0"/>
            </a:endParaRPr>
          </a:p>
        </p:txBody>
      </p:sp>
      <p:sp>
        <p:nvSpPr>
          <p:cNvPr id="6" name="Rounded Rectangle 25">
            <a:extLst>
              <a:ext uri="{FF2B5EF4-FFF2-40B4-BE49-F238E27FC236}">
                <a16:creationId xmlns:a16="http://schemas.microsoft.com/office/drawing/2014/main" id="{D2257005-D2AF-CCEE-D100-A358BA658142}"/>
              </a:ext>
            </a:extLst>
          </p:cNvPr>
          <p:cNvSpPr/>
          <p:nvPr/>
        </p:nvSpPr>
        <p:spPr bwMode="auto">
          <a:xfrm>
            <a:off x="3066870" y="1648760"/>
            <a:ext cx="1835900" cy="347158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5875">
            <a:solidFill>
              <a:srgbClr val="3B82F6"/>
            </a:solidFill>
            <a:headEnd type="none" w="med" len="med"/>
            <a:tailEnd type="none" w="med" len="med"/>
          </a:ln>
          <a:effectLst>
            <a:outerShdw blurRad="114300" dist="63500" dir="2700000" algn="tl" rotWithShape="0">
              <a:srgbClr val="334155">
                <a:alpha val="20000"/>
              </a:srgb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="horz" wrap="square" lIns="36000" tIns="0" rIns="3600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183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367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550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734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5918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101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284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469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32472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s-ES" sz="2200" b="1" i="0" strike="noStrike" cap="none" baseline="0">
                <a:solidFill>
                  <a:srgbClr val="3B82F6"/>
                </a:solidFill>
                <a:effectLst/>
                <a:latin typeface="Segoe UI Semibold"/>
                <a:ea typeface="Segoe UI Semibold"/>
                <a:cs typeface="Segoe UI Semibold"/>
              </a:rPr>
              <a:t>Rol</a:t>
            </a:r>
          </a:p>
        </p:txBody>
      </p:sp>
      <p:sp>
        <p:nvSpPr>
          <p:cNvPr id="7" name="TextBox 9">
            <a:extLst>
              <a:ext uri="{FF2B5EF4-FFF2-40B4-BE49-F238E27FC236}">
                <a16:creationId xmlns:a16="http://schemas.microsoft.com/office/drawing/2014/main" id="{0F6260FF-1A35-3160-8E49-7F2E5EFD85A1}"/>
              </a:ext>
            </a:extLst>
          </p:cNvPr>
          <p:cNvSpPr txBox="1"/>
          <p:nvPr/>
        </p:nvSpPr>
        <p:spPr>
          <a:xfrm>
            <a:off x="3113732" y="2095187"/>
            <a:ext cx="2982268" cy="54864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83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67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50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34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918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101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284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469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367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s-ES" sz="1800" b="0" i="0" strike="noStrike" cap="none" baseline="0">
                <a:solidFill>
                  <a:srgbClr val="1E293B"/>
                </a:solidFill>
                <a:effectLst/>
                <a:latin typeface="Segoe UI Semibold"/>
                <a:ea typeface="Segoe UI Semibold"/>
                <a:cs typeface="Segoe UI Semibold"/>
              </a:rPr>
              <a:t>¿Qué papel debe asumir la IA?</a:t>
            </a:r>
          </a:p>
        </p:txBody>
      </p:sp>
      <p:sp>
        <p:nvSpPr>
          <p:cNvPr id="8" name="Rounded Rectangle 26">
            <a:extLst>
              <a:ext uri="{FF2B5EF4-FFF2-40B4-BE49-F238E27FC236}">
                <a16:creationId xmlns:a16="http://schemas.microsoft.com/office/drawing/2014/main" id="{3E383DBA-A62F-3763-1C6B-418D5FBEDF2B}"/>
              </a:ext>
            </a:extLst>
          </p:cNvPr>
          <p:cNvSpPr/>
          <p:nvPr/>
        </p:nvSpPr>
        <p:spPr bwMode="auto">
          <a:xfrm>
            <a:off x="7863420" y="1645996"/>
            <a:ext cx="1835732" cy="347158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5875">
            <a:solidFill>
              <a:srgbClr val="0D9488"/>
            </a:solidFill>
            <a:headEnd type="none" w="med" len="med"/>
            <a:tailEnd type="none" w="med" len="med"/>
          </a:ln>
          <a:effectLst>
            <a:outerShdw blurRad="114300" dist="63500" dir="2700000" algn="tl" rotWithShape="0">
              <a:srgbClr val="334155">
                <a:alpha val="20000"/>
              </a:srgb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="horz" wrap="square" lIns="36000" tIns="0" rIns="3600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183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367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550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734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5918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101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284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469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32472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s-ES" sz="2200" b="1" i="0" strike="noStrike" cap="none" baseline="0">
                <a:solidFill>
                  <a:srgbClr val="0D9488"/>
                </a:solidFill>
                <a:effectLst/>
                <a:latin typeface="Segoe UI Semibold"/>
                <a:ea typeface="Segoe UI Semibold"/>
                <a:cs typeface="Segoe UI Semibold"/>
              </a:rPr>
              <a:t>Contexto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4544148-AF5C-3CCF-FD8A-14F7AEAE6715}"/>
              </a:ext>
            </a:extLst>
          </p:cNvPr>
          <p:cNvSpPr txBox="1"/>
          <p:nvPr/>
        </p:nvSpPr>
        <p:spPr>
          <a:xfrm>
            <a:off x="7877772" y="2138241"/>
            <a:ext cx="3197545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marL="0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83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67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50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34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918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101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284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469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367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s-ES" sz="1800" b="1" i="0" strike="noStrike" cap="none" baseline="0">
                <a:solidFill>
                  <a:srgbClr val="1E293B"/>
                </a:solidFill>
                <a:effectLst/>
                <a:latin typeface="Segoe UI Semibold"/>
                <a:ea typeface="Segoe UI Semibold"/>
                <a:cs typeface="Segoe UI Semibold"/>
              </a:rPr>
              <a:t>¿Por qué lo necesitas y quién está implicado?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7552ED3-FB9C-95C6-6227-B048F1C1DD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8782293" y="2661852"/>
            <a:ext cx="169" cy="0"/>
          </a:xfrm>
          <a:prstGeom prst="line">
            <a:avLst/>
          </a:prstGeom>
          <a:ln w="12700">
            <a:gradFill flip="none" rotWithShape="1">
              <a:gsLst>
                <a:gs pos="0">
                  <a:srgbClr val="C2C2C2"/>
                </a:gs>
                <a:gs pos="90000">
                  <a:schemeClr val="bg1">
                    <a:alpha val="0"/>
                  </a:schemeClr>
                </a:gs>
              </a:gsLst>
              <a:lin ang="162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37">
            <a:extLst>
              <a:ext uri="{FF2B5EF4-FFF2-40B4-BE49-F238E27FC236}">
                <a16:creationId xmlns:a16="http://schemas.microsoft.com/office/drawing/2014/main" id="{A83A3DE6-1A37-0015-50FD-2C6A0AF1253F}"/>
              </a:ext>
            </a:extLst>
          </p:cNvPr>
          <p:cNvSpPr/>
          <p:nvPr/>
        </p:nvSpPr>
        <p:spPr bwMode="auto">
          <a:xfrm>
            <a:off x="3066870" y="5250407"/>
            <a:ext cx="1835732" cy="347158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5875">
            <a:solidFill>
              <a:srgbClr val="7C3AED"/>
            </a:solidFill>
            <a:headEnd type="none" w="med" len="med"/>
            <a:tailEnd type="none" w="med" len="med"/>
          </a:ln>
          <a:effectLst>
            <a:outerShdw blurRad="114300" dist="63500" dir="2700000" algn="tl" rotWithShape="0">
              <a:srgbClr val="334155">
                <a:alpha val="20000"/>
              </a:srgb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="horz" wrap="square" lIns="36000" tIns="0" rIns="3600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183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367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550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734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5918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101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284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469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32472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s-ES" sz="2200" b="1" i="0" strike="noStrike" cap="none" baseline="0" dirty="0">
                <a:solidFill>
                  <a:srgbClr val="7C3AED"/>
                </a:solidFill>
                <a:effectLst/>
                <a:latin typeface="Segoe UI Semibold"/>
                <a:ea typeface="Segoe UI Semibold"/>
                <a:cs typeface="Segoe UI Semibold"/>
              </a:rPr>
              <a:t>  Tarea</a:t>
            </a:r>
          </a:p>
        </p:txBody>
      </p:sp>
      <p:sp>
        <p:nvSpPr>
          <p:cNvPr id="12" name="TextBox 7">
            <a:extLst>
              <a:ext uri="{FF2B5EF4-FFF2-40B4-BE49-F238E27FC236}">
                <a16:creationId xmlns:a16="http://schemas.microsoft.com/office/drawing/2014/main" id="{06E6145A-6EB2-BBFD-8F4D-CE476DBC1F63}"/>
              </a:ext>
            </a:extLst>
          </p:cNvPr>
          <p:cNvSpPr txBox="1"/>
          <p:nvPr/>
        </p:nvSpPr>
        <p:spPr>
          <a:xfrm>
            <a:off x="3066870" y="5714529"/>
            <a:ext cx="339327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marL="0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83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67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50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34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918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101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284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469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367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s-ES" sz="1800" b="1" i="0" strike="noStrike" cap="none" baseline="0" dirty="0">
                <a:solidFill>
                  <a:srgbClr val="1E293B"/>
                </a:solidFill>
                <a:effectLst/>
                <a:latin typeface="Segoe UI Semibold"/>
                <a:ea typeface="Segoe UI Semibold"/>
                <a:cs typeface="Segoe UI Semibold"/>
              </a:rPr>
              <a:t>¿Qué quieres que haga?</a:t>
            </a:r>
          </a:p>
        </p:txBody>
      </p:sp>
      <p:sp>
        <p:nvSpPr>
          <p:cNvPr id="13" name="Rounded Rectangle 34">
            <a:extLst>
              <a:ext uri="{FF2B5EF4-FFF2-40B4-BE49-F238E27FC236}">
                <a16:creationId xmlns:a16="http://schemas.microsoft.com/office/drawing/2014/main" id="{C5B32D6E-5D3B-BCD4-02A8-D0F3F72A29CA}"/>
              </a:ext>
            </a:extLst>
          </p:cNvPr>
          <p:cNvSpPr/>
          <p:nvPr/>
        </p:nvSpPr>
        <p:spPr bwMode="auto">
          <a:xfrm>
            <a:off x="7863420" y="5250407"/>
            <a:ext cx="1835732" cy="347158"/>
          </a:xfrm>
          <a:prstGeom prst="roundRect">
            <a:avLst>
              <a:gd name="adj" fmla="val 50000"/>
            </a:avLst>
          </a:prstGeom>
          <a:solidFill>
            <a:schemeClr val="bg1">
              <a:alpha val="99000"/>
            </a:schemeClr>
          </a:solidFill>
          <a:ln w="15875">
            <a:solidFill>
              <a:srgbClr val="EC55A0"/>
            </a:solidFill>
            <a:headEnd type="none" w="med" len="med"/>
            <a:tailEnd type="none" w="med" len="med"/>
          </a:ln>
          <a:effectLst>
            <a:outerShdw blurRad="114300" dist="63500" dir="2700000" algn="tl" rotWithShape="0">
              <a:srgbClr val="334155">
                <a:alpha val="20000"/>
              </a:srgb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="horz" wrap="square" lIns="36000" tIns="0" rIns="3600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183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367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550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734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5918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101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284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469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32472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s-ES" sz="2200" b="1" i="0" strike="noStrike" cap="none" baseline="0" dirty="0">
                <a:solidFill>
                  <a:srgbClr val="EC4899"/>
                </a:solidFill>
                <a:effectLst/>
                <a:latin typeface="Segoe UI Semibold"/>
                <a:ea typeface="Segoe UI Semibold"/>
                <a:cs typeface="Segoe UI Semibold"/>
              </a:rPr>
              <a:t>Formato</a:t>
            </a:r>
          </a:p>
        </p:txBody>
      </p:sp>
      <p:sp>
        <p:nvSpPr>
          <p:cNvPr id="14" name="TextBox 6">
            <a:extLst>
              <a:ext uri="{FF2B5EF4-FFF2-40B4-BE49-F238E27FC236}">
                <a16:creationId xmlns:a16="http://schemas.microsoft.com/office/drawing/2014/main" id="{1A5D714E-536C-6BE7-3332-B3985B1E0E37}"/>
              </a:ext>
            </a:extLst>
          </p:cNvPr>
          <p:cNvSpPr txBox="1"/>
          <p:nvPr/>
        </p:nvSpPr>
        <p:spPr>
          <a:xfrm>
            <a:off x="7863420" y="5714529"/>
            <a:ext cx="3474031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marL="0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83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67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50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34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918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101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284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469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367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s-ES" sz="1800" b="1" i="0" strike="noStrike" cap="none" baseline="0" dirty="0">
                <a:solidFill>
                  <a:srgbClr val="1E293B"/>
                </a:solidFill>
                <a:effectLst/>
                <a:latin typeface="Segoe UI Semibold"/>
                <a:ea typeface="Segoe UI Semibold"/>
                <a:cs typeface="Segoe UI Semibold"/>
              </a:rPr>
              <a:t>¿Cómo debe entregar la respuesta?</a:t>
            </a:r>
          </a:p>
        </p:txBody>
      </p:sp>
      <p:pic>
        <p:nvPicPr>
          <p:cNvPr id="16" name="Image 0" descr="Imagen ilustrativa relacionada con Creación de prompts efectivos">
            <a:extLst>
              <a:ext uri="{FF2B5EF4-FFF2-40B4-BE49-F238E27FC236}">
                <a16:creationId xmlns:a16="http://schemas.microsoft.com/office/drawing/2014/main" id="{57B35A92-1B75-2ABC-6771-69CEFDF9C6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  <p:sp>
        <p:nvSpPr>
          <p:cNvPr id="17" name="Rounded Rectangle 41">
            <a:extLst>
              <a:ext uri="{FF2B5EF4-FFF2-40B4-BE49-F238E27FC236}">
                <a16:creationId xmlns:a16="http://schemas.microsoft.com/office/drawing/2014/main" id="{CC4BCB06-E050-9411-4C7D-0C7FE9C80669}"/>
              </a:ext>
            </a:extLst>
          </p:cNvPr>
          <p:cNvSpPr/>
          <p:nvPr/>
        </p:nvSpPr>
        <p:spPr bwMode="auto">
          <a:xfrm>
            <a:off x="2393244" y="1218085"/>
            <a:ext cx="5540112" cy="367117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8000">
                <a:srgbClr val="7C3AED"/>
              </a:gs>
              <a:gs pos="100000">
                <a:srgbClr val="3B82F6"/>
              </a:gs>
            </a:gsLst>
            <a:path path="circle">
              <a:fillToRect l="100000" t="100000"/>
            </a:path>
            <a:tileRect r="-100000" b="-100000"/>
          </a:gradFill>
          <a:ln w="9525" cap="flat" cmpd="sng" algn="ctr">
            <a:noFill/>
            <a:prstDash val="solid"/>
            <a:headEnd type="none" w="med" len="med"/>
            <a:tailEnd type="none" w="med" len="med"/>
          </a:ln>
          <a:effectLst>
            <a:outerShdw blurRad="114300" dist="63500" dir="2700000" algn="tl" rotWithShape="0">
              <a:srgbClr val="334155">
                <a:alpha val="20000"/>
              </a:srgbClr>
            </a:outerShdw>
          </a:effectLst>
        </p:spPr>
        <p:txBody>
          <a:bodyPr rot="0" spcFirstLastPara="0" vertOverflow="overflow" horzOverflow="overflow" vert="horz" wrap="square" lIns="27000" tIns="0" rIns="2700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699354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s-ES" sz="1800" b="1" i="0" strike="noStrike" cap="none" baseline="0" dirty="0">
                <a:solidFill>
                  <a:srgbClr val="FFFFFF"/>
                </a:solidFill>
                <a:effectLst/>
                <a:latin typeface="Segoe UI Semibold"/>
                <a:ea typeface="Segoe UI Semibold"/>
                <a:cs typeface="Segoe UI Semibold"/>
              </a:rPr>
              <a:t>Framework RCTF: los 4 ingredientes de un </a:t>
            </a:r>
            <a:r>
              <a:rPr lang="es-ES" sz="1800" b="1" i="1" strike="noStrike" cap="none" baseline="0" dirty="0" err="1">
                <a:solidFill>
                  <a:srgbClr val="FFFFFF"/>
                </a:solidFill>
                <a:effectLst/>
                <a:latin typeface="Segoe UI Semibold"/>
                <a:ea typeface="Segoe UI Semibold"/>
                <a:cs typeface="Segoe UI Semibold"/>
              </a:rPr>
              <a:t>prompt</a:t>
            </a:r>
            <a:endParaRPr lang="es-ES" sz="1800" b="1" i="0" strike="noStrike" cap="none" baseline="0" dirty="0">
              <a:solidFill>
                <a:srgbClr val="FFFFFF"/>
              </a:solidFill>
              <a:effectLst/>
              <a:latin typeface="Segoe UI Semibold"/>
              <a:ea typeface="Segoe UI Semibold"/>
              <a:cs typeface="Segoe UI Semibold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9E2B531-10B4-3C67-74C6-05F24ADDC7B7}"/>
              </a:ext>
            </a:extLst>
          </p:cNvPr>
          <p:cNvSpPr txBox="1"/>
          <p:nvPr/>
        </p:nvSpPr>
        <p:spPr>
          <a:xfrm>
            <a:off x="3294978" y="2847886"/>
            <a:ext cx="844569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2400" b="1" i="0" strike="noStrike" cap="none" baseline="0" dirty="0">
                <a:solidFill>
                  <a:srgbClr val="0D9488"/>
                </a:solidFill>
                <a:effectLst/>
                <a:latin typeface="Segoe UI Semibold"/>
                <a:ea typeface="Segoe UI Semibold"/>
                <a:cs typeface="Segoe UI Semibold"/>
              </a:rPr>
              <a:t>							    Trabajo en </a:t>
            </a:r>
          </a:p>
          <a:p>
            <a:r>
              <a:rPr lang="es-ES" sz="2400" b="1" i="0" strike="noStrike" cap="none" baseline="0" dirty="0">
                <a:solidFill>
                  <a:srgbClr val="0D9488"/>
                </a:solidFill>
                <a:effectLst/>
                <a:latin typeface="Segoe UI Semibold"/>
                <a:ea typeface="Segoe UI Semibold"/>
                <a:cs typeface="Segoe UI Semibold"/>
              </a:rPr>
              <a:t>marketing y necesito vigilar a </a:t>
            </a:r>
            <a:r>
              <a:rPr lang="es-ES" sz="2400" b="1" dirty="0">
                <a:solidFill>
                  <a:srgbClr val="0D9488"/>
                </a:solidFill>
                <a:latin typeface="Segoe UI Semibold"/>
                <a:ea typeface="Segoe UI Semibold"/>
                <a:cs typeface="Segoe UI Semibold"/>
              </a:rPr>
              <a:t>Contoso, </a:t>
            </a:r>
            <a:r>
              <a:rPr lang="es-ES" sz="2400" b="1" i="0" strike="noStrike" cap="none" baseline="0" dirty="0">
                <a:solidFill>
                  <a:srgbClr val="0D9488"/>
                </a:solidFill>
                <a:effectLst/>
                <a:latin typeface="Segoe UI Semibold"/>
                <a:ea typeface="Segoe UI Semibold"/>
                <a:cs typeface="Segoe UI Semibold"/>
              </a:rPr>
              <a:t>uno de nuestros competidores. </a:t>
            </a:r>
            <a:endParaRPr lang="es-ES" sz="24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EDBDA9C-0D3C-075A-1A80-5F64D7189188}"/>
              </a:ext>
            </a:extLst>
          </p:cNvPr>
          <p:cNvSpPr txBox="1"/>
          <p:nvPr/>
        </p:nvSpPr>
        <p:spPr>
          <a:xfrm>
            <a:off x="3292558" y="2863409"/>
            <a:ext cx="721697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2400" b="1" i="0" strike="noStrike" cap="none" baseline="0" dirty="0">
                <a:solidFill>
                  <a:srgbClr val="3B82F6"/>
                </a:solidFill>
                <a:effectLst/>
                <a:latin typeface="Segoe UI Semibold"/>
                <a:ea typeface="Segoe UI Semibold"/>
                <a:cs typeface="Segoe UI Semibold"/>
              </a:rPr>
              <a:t>Actúa como analista de inteligencia competitiva.</a:t>
            </a:r>
            <a:endParaRPr lang="es-ES" sz="24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FF90654-47B6-C52D-1E0B-5C28255B6637}"/>
              </a:ext>
            </a:extLst>
          </p:cNvPr>
          <p:cNvSpPr txBox="1"/>
          <p:nvPr/>
        </p:nvSpPr>
        <p:spPr>
          <a:xfrm>
            <a:off x="3292557" y="3562340"/>
            <a:ext cx="832852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2400" b="1" i="0" strike="noStrike" cap="none" baseline="0" dirty="0">
                <a:solidFill>
                  <a:srgbClr val="7C3AED"/>
                </a:solidFill>
                <a:effectLst/>
                <a:latin typeface="Segoe UI Semibold"/>
                <a:ea typeface="Segoe UI Semibold"/>
                <a:cs typeface="Segoe UI Semibold"/>
              </a:rPr>
              <a:t>		   Resume las últimas noticias sobre esa empresa publicadas en artículos web de los últimos 2 meses. </a:t>
            </a:r>
            <a:endParaRPr lang="es-ES" sz="24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7368A85-3DDE-0685-AD13-14DEC8C35E47}"/>
              </a:ext>
            </a:extLst>
          </p:cNvPr>
          <p:cNvSpPr txBox="1"/>
          <p:nvPr/>
        </p:nvSpPr>
        <p:spPr>
          <a:xfrm>
            <a:off x="3278608" y="4282994"/>
            <a:ext cx="834077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2400" b="1" dirty="0">
                <a:solidFill>
                  <a:srgbClr val="EC4899"/>
                </a:solidFill>
                <a:latin typeface="Segoe UI Semibold"/>
                <a:ea typeface="Segoe UI Semibold"/>
                <a:cs typeface="Segoe UI Semibold"/>
              </a:rPr>
              <a:t>	 </a:t>
            </a:r>
            <a:r>
              <a:rPr lang="es-ES" sz="2400" b="1" i="0" strike="noStrike" cap="none" baseline="0" dirty="0">
                <a:solidFill>
                  <a:srgbClr val="EC4899"/>
                </a:solidFill>
                <a:effectLst/>
                <a:latin typeface="Segoe UI Semibold"/>
                <a:ea typeface="Segoe UI Semibold"/>
                <a:cs typeface="Segoe UI Semibold"/>
              </a:rPr>
              <a:t>Entrega la respuesta en dos o tres párrafos con un tono profesional.</a:t>
            </a:r>
            <a:endParaRPr lang="es-ES" sz="2400" dirty="0"/>
          </a:p>
        </p:txBody>
      </p:sp>
    </p:spTree>
    <p:extLst>
      <p:ext uri="{BB962C8B-B14F-4D97-AF65-F5344CB8AC3E}">
        <p14:creationId xmlns:p14="http://schemas.microsoft.com/office/powerpoint/2010/main" val="10019423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/>
      <p:bldP spid="8" grpId="0" animBg="1"/>
      <p:bldP spid="9" grpId="0"/>
      <p:bldP spid="11" grpId="0" animBg="1"/>
      <p:bldP spid="12" grpId="0"/>
      <p:bldP spid="13" grpId="0" animBg="1"/>
      <p:bldP spid="14" grpId="0"/>
      <p:bldP spid="21" grpId="0"/>
      <p:bldP spid="19" grpId="0"/>
      <p:bldP spid="23" grpId="0"/>
      <p:bldP spid="25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5">
            <a:extLst>
              <a:ext uri="{FF2B5EF4-FFF2-40B4-BE49-F238E27FC236}">
                <a16:creationId xmlns:a16="http://schemas.microsoft.com/office/drawing/2014/main" id="{937FB07E-AEE1-C6AC-07D9-6F709FC706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88262" y="1677009"/>
            <a:ext cx="11099944" cy="4595775"/>
          </a:xfrm>
          <a:prstGeom prst="roundRect">
            <a:avLst>
              <a:gd name="adj" fmla="val 2364"/>
            </a:avLst>
          </a:prstGeom>
          <a:solidFill>
            <a:srgbClr val="FFFFFF">
              <a:alpha val="74118"/>
            </a:srgb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32472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ffectLst/>
              <a:uLnTx/>
              <a:uFillTx/>
              <a:latin typeface="Segoe UI"/>
              <a:ea typeface="+mn-ea"/>
              <a:cs typeface="Segoe UI" pitchFamily="34" charset="0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453D518B-88A9-A887-C0FB-133A957787A9}"/>
              </a:ext>
            </a:extLst>
          </p:cNvPr>
          <p:cNvSpPr txBox="1">
            <a:spLocks/>
          </p:cNvSpPr>
          <p:nvPr/>
        </p:nvSpPr>
        <p:spPr>
          <a:xfrm>
            <a:off x="546028" y="585216"/>
            <a:ext cx="11099944" cy="553998"/>
          </a:xfrm>
          <a:prstGeom prst="rect">
            <a:avLst/>
          </a:prstGeom>
        </p:spPr>
        <p:txBody>
          <a:bodyPr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3600">
                <a:solidFill>
                  <a:srgbClr val="1E293B"/>
                </a:solidFill>
                <a:latin typeface="Segoe UI Semibold"/>
                <a:ea typeface="Segoe UI Semibold"/>
                <a:cs typeface="Segoe UI Semibold"/>
              </a:rPr>
              <a:t>Creación de </a:t>
            </a:r>
            <a:r>
              <a:rPr lang="es-ES" sz="3600" i="1">
                <a:solidFill>
                  <a:srgbClr val="1E293B"/>
                </a:solidFill>
                <a:latin typeface="Segoe UI Semibold"/>
                <a:ea typeface="Segoe UI Semibold"/>
                <a:cs typeface="Segoe UI Semibold"/>
              </a:rPr>
              <a:t>prompts </a:t>
            </a:r>
            <a:r>
              <a:rPr lang="es-ES" sz="3600">
                <a:solidFill>
                  <a:srgbClr val="1E293B"/>
                </a:solidFill>
                <a:latin typeface="Segoe UI Semibold"/>
                <a:ea typeface="Segoe UI Semibold"/>
                <a:cs typeface="Segoe UI Semibold"/>
              </a:rPr>
              <a:t>efectivos</a:t>
            </a:r>
            <a:endParaRPr lang="es-ES" sz="3600" i="1">
              <a:solidFill>
                <a:srgbClr val="1E293B"/>
              </a:solidFill>
              <a:latin typeface="Segoe UI Semibold"/>
              <a:ea typeface="Segoe UI Semibold"/>
              <a:cs typeface="Segoe UI Semibold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C781996-88DC-5D44-B67A-77313D01BDFD}"/>
              </a:ext>
            </a:extLst>
          </p:cNvPr>
          <p:cNvSpPr txBox="1"/>
          <p:nvPr/>
        </p:nvSpPr>
        <p:spPr>
          <a:xfrm>
            <a:off x="953587" y="1863661"/>
            <a:ext cx="4323806" cy="409766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342900" indent="-342900" algn="l">
              <a:lnSpc>
                <a:spcPct val="150000"/>
              </a:lnSpc>
              <a:buClr>
                <a:srgbClr val="16A34A"/>
              </a:buClr>
              <a:buSzPct val="125000"/>
              <a:buFont typeface="Wingdings" panose="05000000000000000000" pitchFamily="2" charset="2"/>
              <a:buChar char="ü"/>
            </a:pPr>
            <a:r>
              <a:rPr lang="es-ES" sz="2000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 </a:t>
            </a:r>
            <a:r>
              <a:rPr lang="es-ES" sz="2000" b="0" i="0" strike="noStrike" cap="none" baseline="0" dirty="0">
                <a:solidFill>
                  <a:srgbClr val="1E293B"/>
                </a:solidFill>
                <a:effectLst/>
                <a:latin typeface="Segoe UI"/>
                <a:ea typeface="Segoe UI"/>
                <a:cs typeface="Segoe UI"/>
              </a:rPr>
              <a:t>Ser claro y específico</a:t>
            </a:r>
          </a:p>
          <a:p>
            <a:pPr marL="342900" indent="-342900">
              <a:lnSpc>
                <a:spcPct val="150000"/>
              </a:lnSpc>
              <a:buClr>
                <a:srgbClr val="16A34A"/>
              </a:buClr>
              <a:buSzPct val="125000"/>
              <a:buFont typeface="Wingdings" panose="05000000000000000000" pitchFamily="2" charset="2"/>
              <a:buChar char="ü"/>
            </a:pPr>
            <a:r>
              <a:rPr lang="es-ES" sz="2000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 Proporcionar detalles</a:t>
            </a:r>
          </a:p>
          <a:p>
            <a:pPr marL="342900" indent="-342900">
              <a:lnSpc>
                <a:spcPct val="150000"/>
              </a:lnSpc>
              <a:buClr>
                <a:srgbClr val="16A34A"/>
              </a:buClr>
              <a:buSzPct val="125000"/>
              <a:buFont typeface="Wingdings" panose="05000000000000000000" pitchFamily="2" charset="2"/>
              <a:buChar char="ü"/>
            </a:pPr>
            <a:r>
              <a:rPr lang="es-ES" sz="2000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 Proporcionar ejemplos</a:t>
            </a:r>
            <a:endParaRPr lang="es-ES" sz="2000" b="0" i="0" strike="noStrike" cap="none" baseline="0" dirty="0">
              <a:solidFill>
                <a:srgbClr val="1E293B"/>
              </a:solidFill>
              <a:effectLst/>
              <a:latin typeface="Segoe UI"/>
              <a:ea typeface="Segoe UI"/>
              <a:cs typeface="Segoe UI"/>
            </a:endParaRPr>
          </a:p>
          <a:p>
            <a:pPr marL="342900" indent="-342900" algn="l">
              <a:lnSpc>
                <a:spcPct val="150000"/>
              </a:lnSpc>
              <a:buClr>
                <a:srgbClr val="16A34A"/>
              </a:buClr>
              <a:buSzPct val="125000"/>
              <a:buFont typeface="Wingdings" panose="05000000000000000000" pitchFamily="2" charset="2"/>
              <a:buChar char="ü"/>
            </a:pPr>
            <a:r>
              <a:rPr lang="es-ES" sz="2000" b="0" i="0" strike="noStrike" cap="none" baseline="0" dirty="0">
                <a:solidFill>
                  <a:srgbClr val="1E293B"/>
                </a:solidFill>
                <a:effectLst/>
                <a:latin typeface="Segoe UI"/>
                <a:ea typeface="Segoe UI"/>
                <a:cs typeface="Segoe UI"/>
              </a:rPr>
              <a:t> Hacerlo ameno y cercano</a:t>
            </a:r>
          </a:p>
          <a:p>
            <a:pPr marL="342900" indent="-342900">
              <a:lnSpc>
                <a:spcPct val="150000"/>
              </a:lnSpc>
              <a:buClr>
                <a:srgbClr val="16A34A"/>
              </a:buClr>
              <a:buSzPct val="125000"/>
              <a:buFont typeface="Wingdings" panose="05000000000000000000" pitchFamily="2" charset="2"/>
              <a:buChar char="ü"/>
            </a:pPr>
            <a:r>
              <a:rPr lang="es-ES" sz="2000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 Ser cortés</a:t>
            </a:r>
          </a:p>
          <a:p>
            <a:pPr marL="342900" indent="-342900">
              <a:lnSpc>
                <a:spcPct val="150000"/>
              </a:lnSpc>
              <a:buClr>
                <a:srgbClr val="16A34A"/>
              </a:buClr>
              <a:buSzPct val="125000"/>
              <a:buFont typeface="Wingdings" panose="05000000000000000000" pitchFamily="2" charset="2"/>
              <a:buChar char="ü"/>
            </a:pPr>
            <a:r>
              <a:rPr lang="es-ES" sz="2000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 Escribir de manera legible</a:t>
            </a:r>
          </a:p>
          <a:p>
            <a:pPr marL="342900" indent="-342900">
              <a:lnSpc>
                <a:spcPct val="150000"/>
              </a:lnSpc>
              <a:buClr>
                <a:srgbClr val="16A34A"/>
              </a:buClr>
              <a:buSzPct val="125000"/>
              <a:buFont typeface="Wingdings" panose="05000000000000000000" pitchFamily="2" charset="2"/>
              <a:buChar char="ü"/>
            </a:pPr>
            <a:r>
              <a:rPr lang="es-ES" sz="2000" b="0" i="0" strike="noStrike" cap="none" baseline="0" dirty="0">
                <a:solidFill>
                  <a:srgbClr val="1E293B"/>
                </a:solidFill>
                <a:effectLst/>
                <a:latin typeface="Segoe UI"/>
                <a:ea typeface="Segoe UI"/>
                <a:cs typeface="Segoe UI"/>
              </a:rPr>
              <a:t> Pedir comentarios</a:t>
            </a:r>
          </a:p>
          <a:p>
            <a:pPr marL="342900" indent="-342900" algn="l">
              <a:lnSpc>
                <a:spcPct val="150000"/>
              </a:lnSpc>
              <a:buClr>
                <a:srgbClr val="16A34A"/>
              </a:buClr>
              <a:buSzPct val="125000"/>
              <a:buFont typeface="Wingdings" panose="05000000000000000000" pitchFamily="2" charset="2"/>
              <a:buChar char="ü"/>
            </a:pPr>
            <a:r>
              <a:rPr lang="es-ES" sz="2000" b="0" i="0" strike="noStrike" cap="none" baseline="0" dirty="0">
                <a:solidFill>
                  <a:srgbClr val="1E293B"/>
                </a:solidFill>
                <a:effectLst/>
                <a:latin typeface="Segoe UI"/>
                <a:ea typeface="Segoe UI"/>
                <a:cs typeface="Segoe UI"/>
              </a:rPr>
              <a:t> Verificar la precisión</a:t>
            </a:r>
          </a:p>
          <a:p>
            <a:pPr marL="342900" indent="-342900" algn="l">
              <a:lnSpc>
                <a:spcPct val="150000"/>
              </a:lnSpc>
              <a:buClr>
                <a:srgbClr val="16A34A"/>
              </a:buClr>
              <a:buSzPct val="125000"/>
              <a:buFont typeface="Wingdings" panose="05000000000000000000" pitchFamily="2" charset="2"/>
              <a:buChar char="ü"/>
            </a:pPr>
            <a:r>
              <a:rPr lang="es-ES" sz="2000" b="0" i="0" strike="noStrike" cap="none" baseline="0" dirty="0">
                <a:solidFill>
                  <a:srgbClr val="1E293B"/>
                </a:solidFill>
                <a:effectLst/>
                <a:latin typeface="Segoe UI"/>
                <a:ea typeface="Segoe UI"/>
                <a:cs typeface="Segoe UI"/>
              </a:rPr>
              <a:t> Iterar y refinar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A60D914-9DEE-34C4-66CD-5B7F64E77A0E}"/>
              </a:ext>
            </a:extLst>
          </p:cNvPr>
          <p:cNvSpPr txBox="1"/>
          <p:nvPr/>
        </p:nvSpPr>
        <p:spPr>
          <a:xfrm>
            <a:off x="6096000" y="1863661"/>
            <a:ext cx="5507738" cy="31872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342900" indent="-342900" algn="l">
              <a:lnSpc>
                <a:spcPct val="150000"/>
              </a:lnSpc>
              <a:buClr>
                <a:srgbClr val="EC4899"/>
              </a:buClr>
              <a:buSzPct val="150000"/>
              <a:buFont typeface="Wingdings 2" panose="05020102010507070707" pitchFamily="18" charset="2"/>
              <a:buChar char=""/>
            </a:pPr>
            <a:r>
              <a:rPr lang="es-ES" sz="2000" b="0" i="0" strike="noStrike" cap="none" baseline="0" dirty="0">
                <a:solidFill>
                  <a:srgbClr val="1E293B"/>
                </a:solidFill>
                <a:effectLst/>
                <a:latin typeface="Segoe UI"/>
                <a:ea typeface="Segoe UI"/>
                <a:cs typeface="Segoe UI"/>
              </a:rPr>
              <a:t> Ser impreciso</a:t>
            </a:r>
          </a:p>
          <a:p>
            <a:pPr marL="342900" indent="-342900">
              <a:lnSpc>
                <a:spcPct val="150000"/>
              </a:lnSpc>
              <a:buClr>
                <a:srgbClr val="EC4899"/>
              </a:buClr>
              <a:buSzPct val="150000"/>
              <a:buFont typeface="Wingdings 2" panose="05020102010507070707" pitchFamily="18" charset="2"/>
              <a:buChar char=""/>
            </a:pPr>
            <a:r>
              <a:rPr lang="es-ES" sz="2000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 Usar argot, jerga o lenguaje informal</a:t>
            </a:r>
            <a:endParaRPr lang="es-ES" sz="2000" b="0" i="0" strike="noStrike" cap="none" baseline="0" dirty="0">
              <a:solidFill>
                <a:srgbClr val="1E293B"/>
              </a:solidFill>
              <a:effectLst/>
              <a:latin typeface="Segoe UI"/>
              <a:ea typeface="Segoe UI"/>
              <a:cs typeface="Segoe UI"/>
            </a:endParaRPr>
          </a:p>
          <a:p>
            <a:pPr marL="342900" indent="-342900" algn="l">
              <a:lnSpc>
                <a:spcPct val="150000"/>
              </a:lnSpc>
              <a:buClr>
                <a:srgbClr val="EC4899"/>
              </a:buClr>
              <a:buSzPct val="150000"/>
              <a:buFont typeface="Wingdings 2" panose="05020102010507070707" pitchFamily="18" charset="2"/>
              <a:buChar char=""/>
            </a:pPr>
            <a:r>
              <a:rPr lang="es-ES" sz="2000" b="0" i="0" strike="noStrike" cap="none" baseline="0" dirty="0">
                <a:solidFill>
                  <a:srgbClr val="1E293B"/>
                </a:solidFill>
                <a:effectLst/>
                <a:latin typeface="Segoe UI"/>
                <a:ea typeface="Segoe UI"/>
                <a:cs typeface="Segoe UI"/>
              </a:rPr>
              <a:t> Solicitar contenido inapropiado o poco ético</a:t>
            </a:r>
          </a:p>
          <a:p>
            <a:pPr marL="342900" indent="-342900" algn="l">
              <a:lnSpc>
                <a:spcPct val="150000"/>
              </a:lnSpc>
              <a:buClr>
                <a:srgbClr val="EC4899"/>
              </a:buClr>
              <a:buSzPct val="150000"/>
              <a:buFont typeface="Wingdings 2" panose="05020102010507070707" pitchFamily="18" charset="2"/>
              <a:buChar char=""/>
            </a:pPr>
            <a:r>
              <a:rPr lang="es-ES" sz="2000" b="0" i="0" strike="noStrike" cap="none" baseline="0" dirty="0">
                <a:solidFill>
                  <a:srgbClr val="1E293B"/>
                </a:solidFill>
                <a:effectLst/>
                <a:latin typeface="Segoe UI"/>
                <a:ea typeface="Segoe UI"/>
                <a:cs typeface="Segoe UI"/>
              </a:rPr>
              <a:t> Dar instrucciones contradictorias</a:t>
            </a:r>
          </a:p>
          <a:p>
            <a:pPr marL="342900" indent="-342900" algn="l">
              <a:lnSpc>
                <a:spcPct val="150000"/>
              </a:lnSpc>
              <a:buClr>
                <a:srgbClr val="EC4899"/>
              </a:buClr>
              <a:buSzPct val="150000"/>
              <a:buFont typeface="Wingdings 2" panose="05020102010507070707" pitchFamily="18" charset="2"/>
              <a:buChar char=""/>
            </a:pPr>
            <a:r>
              <a:rPr lang="es-ES" sz="2000" b="0" i="0" strike="noStrike" cap="none" baseline="0" dirty="0">
                <a:solidFill>
                  <a:srgbClr val="1E293B"/>
                </a:solidFill>
                <a:effectLst/>
                <a:latin typeface="Segoe UI"/>
                <a:ea typeface="Segoe UI"/>
                <a:cs typeface="Segoe UI"/>
              </a:rPr>
              <a:t> Interrumpir o cambiar de tema abruptamente</a:t>
            </a:r>
          </a:p>
          <a:p>
            <a:pPr marL="342900" indent="-342900" algn="l">
              <a:lnSpc>
                <a:spcPct val="150000"/>
              </a:lnSpc>
              <a:buClr>
                <a:srgbClr val="EC4899"/>
              </a:buClr>
              <a:buSzPct val="150000"/>
              <a:buFont typeface="Wingdings 2" panose="05020102010507070707" pitchFamily="18" charset="2"/>
              <a:buChar char=""/>
            </a:pPr>
            <a:endParaRPr lang="en-US" sz="2000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BEE0F09-3F67-7303-8F20-2796F6DB87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H="1">
            <a:off x="5277393" y="1863661"/>
            <a:ext cx="0" cy="4097660"/>
          </a:xfrm>
          <a:prstGeom prst="line">
            <a:avLst/>
          </a:prstGeom>
          <a:ln w="38100">
            <a:headEnd type="none" w="lg" len="med"/>
            <a:tailEnd type="none" w="lg" len="med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pic>
        <p:nvPicPr>
          <p:cNvPr id="7" name="Image 0" descr="Imagen ilustrativa relacionada con Creación de prompts efectivos">
            <a:extLst>
              <a:ext uri="{FF2B5EF4-FFF2-40B4-BE49-F238E27FC236}">
                <a16:creationId xmlns:a16="http://schemas.microsoft.com/office/drawing/2014/main" id="{2B30F533-5CE5-55A0-415A-CE8179CBDF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486384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"/>
          <p:cNvSpPr txBox="1"/>
          <p:nvPr/>
        </p:nvSpPr>
        <p:spPr>
          <a:xfrm>
            <a:off x="685800" y="250000"/>
            <a:ext cx="10800000" cy="70000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ctr"/>
          <a:lstStyle/>
          <a:p>
            <a:pPr>
              <a:spcAft>
                <a:spcPts val="0"/>
              </a:spcAft>
              <a:buNone/>
            </a:pPr>
            <a:r>
              <a:rPr lang="es-ES" sz="3200" b="1" dirty="0">
                <a:latin typeface="Segoe UI Semibold" panose="020B0702040204020203" pitchFamily="34" charset="0"/>
                <a:cs typeface="Segoe UI Semibold" panose="020B0702040204020203" pitchFamily="34" charset="0"/>
              </a:rPr>
              <a:t>La técnica del </a:t>
            </a:r>
            <a:r>
              <a:rPr lang="es-ES" sz="3200" b="1" dirty="0" err="1">
                <a:latin typeface="Segoe UI Semibold" panose="020B0702040204020203" pitchFamily="34" charset="0"/>
                <a:cs typeface="Segoe UI Semibold" panose="020B0702040204020203" pitchFamily="34" charset="0"/>
              </a:rPr>
              <a:t>Superprompt</a:t>
            </a:r>
            <a:endParaRPr lang="es-ES" sz="3200" b="1" dirty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2" name="Subtitle"/>
          <p:cNvSpPr txBox="1"/>
          <p:nvPr/>
        </p:nvSpPr>
        <p:spPr>
          <a:xfrm>
            <a:off x="685800" y="770000"/>
            <a:ext cx="10800000" cy="35000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ctr"/>
          <a:lstStyle/>
          <a:p>
            <a:pPr>
              <a:spcAft>
                <a:spcPts val="0"/>
              </a:spcAft>
              <a:buNone/>
            </a:pPr>
            <a:r>
              <a:rPr lang="es-E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Una instrucción densa que integra rol, contexto, tarea, formato y restricciones.</a:t>
            </a:r>
          </a:p>
        </p:txBody>
      </p:sp>
      <p:sp>
        <p:nvSpPr>
          <p:cNvPr id="20" name="DefinitionBox"/>
          <p:cNvSpPr txBox="1"/>
          <p:nvPr/>
        </p:nvSpPr>
        <p:spPr>
          <a:xfrm>
            <a:off x="457200" y="1350000"/>
            <a:ext cx="5180000" cy="4010349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ctr"/>
          <a:lstStyle/>
          <a:p>
            <a:pPr>
              <a:spcAft>
                <a:spcPts val="800"/>
              </a:spcAft>
              <a:buNone/>
            </a:pPr>
            <a:r>
              <a:rPr lang="es-ES" sz="2200" b="1" dirty="0">
                <a:solidFill>
                  <a:srgbClr val="7C3AED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¿En qué consiste?</a:t>
            </a:r>
          </a:p>
          <a:p>
            <a:pPr marL="285750" indent="-285750">
              <a:spcAft>
                <a:spcPts val="600"/>
              </a:spcAft>
              <a:buClr>
                <a:srgbClr val="7C3AED"/>
              </a:buClr>
              <a:buFont typeface="Arial" panose="020B0604020202020204" pitchFamily="34" charset="0"/>
              <a:buChar char="•"/>
            </a:pPr>
            <a:r>
              <a:rPr lang="es-ES" sz="1600" dirty="0">
                <a:solidFill>
                  <a:srgbClr val="1E293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Indicación extensa que reúne en un </a:t>
            </a:r>
            <a:r>
              <a:rPr lang="es-ES" sz="1600" b="1" dirty="0">
                <a:solidFill>
                  <a:srgbClr val="7C3AED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único mensaje</a:t>
            </a:r>
            <a:r>
              <a:rPr lang="es-ES" sz="1600" dirty="0">
                <a:solidFill>
                  <a:srgbClr val="1E293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todo lo necesario para resolver la tarea con precisión.</a:t>
            </a:r>
          </a:p>
          <a:p>
            <a:pPr marL="285750" indent="-285750">
              <a:spcAft>
                <a:spcPts val="600"/>
              </a:spcAft>
              <a:buClr>
                <a:srgbClr val="7C3AED"/>
              </a:buClr>
              <a:buFont typeface="Arial" panose="020B0604020202020204" pitchFamily="34" charset="0"/>
              <a:buChar char="•"/>
            </a:pPr>
            <a:r>
              <a:rPr lang="es-ES" sz="1600" dirty="0">
                <a:solidFill>
                  <a:srgbClr val="33415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Anticipa los </a:t>
            </a:r>
            <a:r>
              <a:rPr lang="es-ES" sz="1600" b="1" dirty="0">
                <a:solidFill>
                  <a:srgbClr val="7C3AED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componentes clave</a:t>
            </a:r>
            <a:r>
              <a:rPr lang="es-ES" sz="1600" dirty="0">
                <a:solidFill>
                  <a:srgbClr val="33415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: rol, contexto, resultado esperado, estructura y restricciones.</a:t>
            </a:r>
          </a:p>
          <a:p>
            <a:pPr marL="285750" indent="-285750">
              <a:spcAft>
                <a:spcPts val="0"/>
              </a:spcAft>
              <a:buClr>
                <a:srgbClr val="7C3AED"/>
              </a:buClr>
              <a:buFont typeface="Arial" panose="020B0604020202020204" pitchFamily="34" charset="0"/>
              <a:buChar char="•"/>
            </a:pPr>
            <a:r>
              <a:rPr lang="es-ES" sz="1600" dirty="0">
                <a:solidFill>
                  <a:srgbClr val="33415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Objetivo: </a:t>
            </a:r>
            <a:r>
              <a:rPr lang="es-ES" sz="1600" b="1" dirty="0">
                <a:solidFill>
                  <a:srgbClr val="7C3AED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respuesta útil a la primera</a:t>
            </a:r>
            <a:r>
              <a:rPr lang="es-ES" sz="1600" dirty="0">
                <a:solidFill>
                  <a:srgbClr val="33415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, con menos iteraciones y menos ambigüedad.</a:t>
            </a:r>
          </a:p>
        </p:txBody>
      </p:sp>
      <p:sp>
        <p:nvSpPr>
          <p:cNvPr id="30" name="ExampleCard"/>
          <p:cNvSpPr/>
          <p:nvPr/>
        </p:nvSpPr>
        <p:spPr>
          <a:xfrm>
            <a:off x="5943600" y="1350000"/>
            <a:ext cx="5791200" cy="5200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 wrap="square" anchor="t"/>
          <a:lstStyle/>
          <a:p>
            <a:endParaRPr lang="es-ES"/>
          </a:p>
        </p:txBody>
      </p:sp>
      <p:sp>
        <p:nvSpPr>
          <p:cNvPr id="31" name="ExampleBox"/>
          <p:cNvSpPr txBox="1"/>
          <p:nvPr/>
        </p:nvSpPr>
        <p:spPr>
          <a:xfrm>
            <a:off x="5943600" y="1350000"/>
            <a:ext cx="5791200" cy="520000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>
              <a:spcAft>
                <a:spcPts val="400"/>
              </a:spcAft>
              <a:buNone/>
            </a:pPr>
            <a:r>
              <a:rPr lang="es-ES" sz="2200" b="1" dirty="0">
                <a:solidFill>
                  <a:srgbClr val="1E293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Ejemplo</a:t>
            </a:r>
          </a:p>
          <a:p>
            <a:pPr>
              <a:spcAft>
                <a:spcPts val="600"/>
              </a:spcAft>
              <a:buNone/>
            </a:pPr>
            <a:r>
              <a:rPr lang="es-ES" sz="1300" dirty="0">
                <a:solidFill>
                  <a:srgbClr val="64748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Caso: nota interna sobre los resultados de una empresa SaaS.</a:t>
            </a:r>
          </a:p>
          <a:p>
            <a:pPr>
              <a:spcAft>
                <a:spcPts val="400"/>
              </a:spcAft>
              <a:buNone/>
            </a:pPr>
            <a:r>
              <a:rPr lang="es-ES" sz="1500" b="1" i="1" dirty="0">
                <a:solidFill>
                  <a:srgbClr val="7C3AED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Rol. </a:t>
            </a:r>
            <a:r>
              <a:rPr lang="es-ES" sz="1500" i="1" dirty="0">
                <a:solidFill>
                  <a:srgbClr val="1E293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Actúa como analista financiero senior especializado en compañías tecnológicas cotizadas.</a:t>
            </a:r>
          </a:p>
          <a:p>
            <a:pPr>
              <a:spcAft>
                <a:spcPts val="400"/>
              </a:spcAft>
              <a:buNone/>
            </a:pPr>
            <a:r>
              <a:rPr lang="es-ES" sz="1500" b="1" i="1" dirty="0">
                <a:solidFill>
                  <a:srgbClr val="7C3AED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Contexto. </a:t>
            </a:r>
            <a:r>
              <a:rPr lang="es-ES" sz="1500" i="1" dirty="0">
                <a:solidFill>
                  <a:srgbClr val="1E293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Formo parte de una gestora de fondos y preparo una nota interna para el equipo de inversión sobre el último trimestre de una empresa SaaS europea.</a:t>
            </a:r>
          </a:p>
          <a:p>
            <a:pPr>
              <a:spcAft>
                <a:spcPts val="400"/>
              </a:spcAft>
              <a:buNone/>
            </a:pPr>
            <a:r>
              <a:rPr lang="es-ES" sz="1500" b="1" i="1" dirty="0">
                <a:solidFill>
                  <a:srgbClr val="7C3AED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Tarea. </a:t>
            </a:r>
            <a:r>
              <a:rPr lang="es-ES" sz="1500" i="1" dirty="0">
                <a:solidFill>
                  <a:srgbClr val="1E293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Resume el informe adjunto y señala los riesgos y las oportunidades más relevantes para los próximos doce meses.</a:t>
            </a:r>
          </a:p>
          <a:p>
            <a:pPr>
              <a:spcAft>
                <a:spcPts val="400"/>
              </a:spcAft>
              <a:buNone/>
            </a:pPr>
            <a:r>
              <a:rPr lang="es-ES" sz="1500" b="1" i="1" dirty="0">
                <a:solidFill>
                  <a:srgbClr val="7C3AED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Formato. </a:t>
            </a:r>
            <a:r>
              <a:rPr lang="es-ES" sz="1500" i="1" dirty="0">
                <a:solidFill>
                  <a:srgbClr val="1E293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Devuelve la respuesta en tres bloques: resumen ejecutivo en cinco viñetas, tres riesgos con su explicación breve y tres oportunidades con su impacto estimado.</a:t>
            </a:r>
          </a:p>
          <a:p>
            <a:pPr>
              <a:spcAft>
                <a:spcPts val="0"/>
              </a:spcAft>
              <a:buNone/>
            </a:pPr>
            <a:r>
              <a:rPr lang="es-ES" sz="1500" b="1" i="1" dirty="0">
                <a:solidFill>
                  <a:srgbClr val="7C3AED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Restricciones. </a:t>
            </a:r>
            <a:r>
              <a:rPr lang="es-ES" sz="1500" i="1" dirty="0">
                <a:solidFill>
                  <a:srgbClr val="1E293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Lenguaje técnico pero claro, máximo 300 palabras, sin recomendaciones de inversión y citando los datos numéricos exactos del informe.</a:t>
            </a:r>
          </a:p>
        </p:txBody>
      </p:sp>
      <p:sp>
        <p:nvSpPr>
          <p:cNvPr id="40" name="FooterAccent"/>
          <p:cNvSpPr/>
          <p:nvPr/>
        </p:nvSpPr>
        <p:spPr>
          <a:xfrm>
            <a:off x="457200" y="6650000"/>
            <a:ext cx="11277600" cy="300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txBody>
          <a:bodyPr wrap="square" anchor="t"/>
          <a:lstStyle/>
          <a:p>
            <a:endParaRPr lang="es-ES"/>
          </a:p>
        </p:txBody>
      </p:sp>
      <p:sp>
        <p:nvSpPr>
          <p:cNvPr id="41" name="Footer"/>
          <p:cNvSpPr txBox="1"/>
          <p:nvPr/>
        </p:nvSpPr>
        <p:spPr>
          <a:xfrm>
            <a:off x="457200" y="6700000"/>
            <a:ext cx="11277600" cy="13000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ctr"/>
          <a:lstStyle/>
          <a:p>
            <a:pPr>
              <a:spcAft>
                <a:spcPts val="0"/>
              </a:spcAft>
              <a:buNone/>
            </a:pPr>
            <a:r>
              <a:rPr lang="es-ES" sz="1100">
                <a:solidFill>
                  <a:srgbClr val="64748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Estructura RCTF + restricciones · un único mensaje · respuesta más precisa a la primera</a:t>
            </a:r>
          </a:p>
        </p:txBody>
      </p:sp>
      <p:pic>
        <p:nvPicPr>
          <p:cNvPr id="2" name="Image 0" descr="Imagen ilustrativa relacionada con Creación de prompts efectivos">
            <a:extLst>
              <a:ext uri="{FF2B5EF4-FFF2-40B4-BE49-F238E27FC236}">
                <a16:creationId xmlns:a16="http://schemas.microsoft.com/office/drawing/2014/main" id="{F9A4EB05-B878-9C2B-C3C3-92D51E5EFF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"/>
          <p:cNvSpPr txBox="1"/>
          <p:nvPr/>
        </p:nvSpPr>
        <p:spPr>
          <a:xfrm>
            <a:off x="685800" y="250000"/>
            <a:ext cx="10800000" cy="70000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ctr"/>
          <a:lstStyle/>
          <a:p>
            <a:pPr>
              <a:spcAft>
                <a:spcPts val="0"/>
              </a:spcAft>
              <a:buNone/>
            </a:pPr>
            <a:r>
              <a:rPr lang="es-ES" sz="3200" b="1" dirty="0">
                <a:latin typeface="Segoe UI Semibold" panose="020B0702040204020203" pitchFamily="34" charset="0"/>
                <a:cs typeface="Segoe UI Semibold" panose="020B0702040204020203" pitchFamily="34" charset="0"/>
              </a:rPr>
              <a:t>La técnica del Chain </a:t>
            </a:r>
            <a:r>
              <a:rPr lang="es-ES" sz="3200" b="1" dirty="0" err="1">
                <a:latin typeface="Segoe UI Semibold" panose="020B0702040204020203" pitchFamily="34" charset="0"/>
                <a:cs typeface="Segoe UI Semibold" panose="020B0702040204020203" pitchFamily="34" charset="0"/>
              </a:rPr>
              <a:t>of</a:t>
            </a:r>
            <a:r>
              <a:rPr lang="es-ES" sz="3200" b="1" dirty="0">
                <a:latin typeface="Segoe UI Semibold" panose="020B0702040204020203" pitchFamily="34" charset="0"/>
                <a:cs typeface="Segoe UI Semibold" panose="020B0702040204020203" pitchFamily="34" charset="0"/>
              </a:rPr>
              <a:t> </a:t>
            </a:r>
            <a:r>
              <a:rPr lang="es-ES" sz="3200" b="1" dirty="0" err="1">
                <a:latin typeface="Segoe UI Semibold" panose="020B0702040204020203" pitchFamily="34" charset="0"/>
                <a:cs typeface="Segoe UI Semibold" panose="020B0702040204020203" pitchFamily="34" charset="0"/>
              </a:rPr>
              <a:t>Thought</a:t>
            </a:r>
            <a:endParaRPr lang="es-ES" sz="3200" b="1" dirty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2" name="Subtitle"/>
          <p:cNvSpPr txBox="1"/>
          <p:nvPr/>
        </p:nvSpPr>
        <p:spPr>
          <a:xfrm>
            <a:off x="685800" y="770000"/>
            <a:ext cx="10800000" cy="35000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ctr"/>
          <a:lstStyle/>
          <a:p>
            <a:pPr>
              <a:spcAft>
                <a:spcPts val="0"/>
              </a:spcAft>
              <a:buNone/>
            </a:pPr>
            <a:r>
              <a:rPr lang="es-E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Pedir al modelo que razone paso a paso antes de ofrecer la respuesta final.</a:t>
            </a:r>
          </a:p>
        </p:txBody>
      </p:sp>
      <p:sp>
        <p:nvSpPr>
          <p:cNvPr id="20" name="DefinitionBox"/>
          <p:cNvSpPr txBox="1"/>
          <p:nvPr/>
        </p:nvSpPr>
        <p:spPr>
          <a:xfrm>
            <a:off x="457200" y="1350000"/>
            <a:ext cx="5180000" cy="418000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ctr"/>
          <a:lstStyle/>
          <a:p>
            <a:pPr>
              <a:spcAft>
                <a:spcPts val="800"/>
              </a:spcAft>
              <a:buNone/>
            </a:pPr>
            <a:r>
              <a:rPr lang="es-ES" sz="2200" b="1" dirty="0">
                <a:solidFill>
                  <a:srgbClr val="16A34A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¿En qué consiste?</a:t>
            </a:r>
          </a:p>
          <a:p>
            <a:pPr marL="285750" indent="-285750">
              <a:spcAft>
                <a:spcPts val="600"/>
              </a:spcAft>
              <a:buClr>
                <a:srgbClr val="16A34A"/>
              </a:buClr>
              <a:buFont typeface="Arial" panose="020B0604020202020204" pitchFamily="34" charset="0"/>
              <a:buChar char="•"/>
            </a:pPr>
            <a:r>
              <a:rPr lang="es-ES" sz="1600" dirty="0">
                <a:solidFill>
                  <a:srgbClr val="1E293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El modelo despliega su </a:t>
            </a:r>
            <a:r>
              <a:rPr lang="es-ES" sz="1600" b="1" dirty="0">
                <a:solidFill>
                  <a:srgbClr val="16A34A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razonamiento paso a paso</a:t>
            </a:r>
            <a:r>
              <a:rPr lang="es-ES" sz="1600" dirty="0">
                <a:solidFill>
                  <a:srgbClr val="1E293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antes de la respuesta definitiva.</a:t>
            </a:r>
          </a:p>
          <a:p>
            <a:pPr marL="285750" indent="-285750">
              <a:spcAft>
                <a:spcPts val="600"/>
              </a:spcAft>
              <a:buClr>
                <a:srgbClr val="16A34A"/>
              </a:buClr>
              <a:buFont typeface="Arial" panose="020B0604020202020204" pitchFamily="34" charset="0"/>
              <a:buChar char="•"/>
            </a:pPr>
            <a:r>
              <a:rPr lang="es-ES" sz="1600" dirty="0">
                <a:solidFill>
                  <a:srgbClr val="33415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Verbaliza etapas, expone supuestos y </a:t>
            </a:r>
            <a:r>
              <a:rPr lang="es-ES" sz="1600" b="1" dirty="0">
                <a:solidFill>
                  <a:srgbClr val="16A34A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reduce errores</a:t>
            </a:r>
            <a:r>
              <a:rPr lang="es-ES" sz="1600" dirty="0">
                <a:solidFill>
                  <a:srgbClr val="33415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en aritmética, lógica, planificación y decisiones multicriterio.</a:t>
            </a:r>
          </a:p>
          <a:p>
            <a:pPr marL="285750" indent="-285750">
              <a:spcAft>
                <a:spcPts val="0"/>
              </a:spcAft>
              <a:buClr>
                <a:srgbClr val="16A34A"/>
              </a:buClr>
              <a:buFont typeface="Arial" panose="020B0604020202020204" pitchFamily="34" charset="0"/>
              <a:buChar char="•"/>
            </a:pPr>
            <a:r>
              <a:rPr lang="es-ES" sz="1600" dirty="0">
                <a:solidFill>
                  <a:srgbClr val="33415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 activa con </a:t>
            </a:r>
            <a:r>
              <a:rPr lang="es-ES" sz="1600" b="1" dirty="0">
                <a:solidFill>
                  <a:srgbClr val="16A34A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instrucciones explícitas</a:t>
            </a:r>
            <a:r>
              <a:rPr lang="es-ES" sz="1600" dirty="0">
                <a:solidFill>
                  <a:srgbClr val="33415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: «razona paso a paso», «explica tu lógica» o «detalla cada cálculo intermedio».</a:t>
            </a:r>
          </a:p>
        </p:txBody>
      </p:sp>
      <p:sp>
        <p:nvSpPr>
          <p:cNvPr id="30" name="ExampleCard"/>
          <p:cNvSpPr/>
          <p:nvPr/>
        </p:nvSpPr>
        <p:spPr>
          <a:xfrm>
            <a:off x="5943600" y="1350000"/>
            <a:ext cx="5791200" cy="5200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 wrap="square" anchor="t"/>
          <a:lstStyle/>
          <a:p>
            <a:endParaRPr lang="es-ES"/>
          </a:p>
        </p:txBody>
      </p:sp>
      <p:sp>
        <p:nvSpPr>
          <p:cNvPr id="31" name="ExampleBox"/>
          <p:cNvSpPr txBox="1"/>
          <p:nvPr/>
        </p:nvSpPr>
        <p:spPr>
          <a:xfrm>
            <a:off x="5943600" y="1350000"/>
            <a:ext cx="5791200" cy="520000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>
              <a:spcAft>
                <a:spcPts val="400"/>
              </a:spcAft>
              <a:buNone/>
            </a:pPr>
            <a:r>
              <a:rPr lang="es-ES" sz="2200" b="1" dirty="0">
                <a:solidFill>
                  <a:srgbClr val="1E293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Ejemplo</a:t>
            </a:r>
          </a:p>
          <a:p>
            <a:pPr>
              <a:spcAft>
                <a:spcPts val="600"/>
              </a:spcAft>
              <a:buNone/>
            </a:pPr>
            <a:r>
              <a:rPr lang="es-ES" sz="1300" dirty="0">
                <a:solidFill>
                  <a:srgbClr val="64748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Caso: dimensionar el equipo logístico para una campaña de envíos.</a:t>
            </a:r>
          </a:p>
          <a:p>
            <a:pPr>
              <a:spcAft>
                <a:spcPts val="400"/>
              </a:spcAft>
              <a:buNone/>
            </a:pPr>
            <a:r>
              <a:rPr lang="es-ES" sz="1500" b="1" i="1" dirty="0">
                <a:solidFill>
                  <a:srgbClr val="16A34A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Problema. </a:t>
            </a:r>
            <a:r>
              <a:rPr lang="es-ES" sz="1500" i="1" dirty="0">
                <a:solidFill>
                  <a:srgbClr val="1E293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Una tienda recibe 4.800 pedidos en 6 días. Cada operario procesa 60 pedidos por turno de 8 horas y trabaja como máximo 5 turnos por semana. ¿Cuántos operarios hacen falta para cumplir el plazo?</a:t>
            </a:r>
          </a:p>
          <a:p>
            <a:pPr>
              <a:spcAft>
                <a:spcPts val="400"/>
              </a:spcAft>
              <a:buNone/>
            </a:pPr>
            <a:r>
              <a:rPr lang="es-ES" sz="1500" b="1" i="1" dirty="0">
                <a:solidFill>
                  <a:srgbClr val="16A34A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Instrucción. </a:t>
            </a:r>
            <a:r>
              <a:rPr lang="es-ES" sz="1500" i="1" dirty="0">
                <a:solidFill>
                  <a:srgbClr val="1E293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Razona paso a paso antes de dar la cifra final: identifica los datos relevantes, calcula los pedidos diarios, la capacidad por operario y por semana, y compara los totales.</a:t>
            </a:r>
          </a:p>
          <a:p>
            <a:pPr>
              <a:spcAft>
                <a:spcPts val="400"/>
              </a:spcAft>
              <a:buNone/>
            </a:pPr>
            <a:r>
              <a:rPr lang="es-ES" sz="1500" b="1" i="1" dirty="0">
                <a:solidFill>
                  <a:srgbClr val="16A34A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Razonamiento. </a:t>
            </a:r>
            <a:r>
              <a:rPr lang="es-ES" sz="1500" i="1" dirty="0">
                <a:solidFill>
                  <a:srgbClr val="1E293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Muestra cada operación intermedia (suma, división, redondeo) y explica brevemente por qué se aplica antes de avanzar a la siguiente.</a:t>
            </a:r>
          </a:p>
          <a:p>
            <a:pPr>
              <a:spcAft>
                <a:spcPts val="400"/>
              </a:spcAft>
              <a:buNone/>
            </a:pPr>
            <a:r>
              <a:rPr lang="es-ES" sz="1500" b="1" i="1" dirty="0">
                <a:solidFill>
                  <a:srgbClr val="16A34A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Respuesta. </a:t>
            </a:r>
            <a:r>
              <a:rPr lang="es-ES" sz="1500" i="1" dirty="0">
                <a:solidFill>
                  <a:srgbClr val="1E293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Tras el razonamiento, indica en una línea aparte el número entero de operarios necesarios para cubrir la campaña.</a:t>
            </a:r>
          </a:p>
          <a:p>
            <a:pPr>
              <a:spcAft>
                <a:spcPts val="0"/>
              </a:spcAft>
              <a:buNone/>
            </a:pPr>
            <a:r>
              <a:rPr lang="es-ES" sz="1500" b="1" i="1" dirty="0">
                <a:solidFill>
                  <a:srgbClr val="16A34A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Verificación. </a:t>
            </a:r>
            <a:r>
              <a:rPr lang="es-ES" sz="1500" i="1" dirty="0">
                <a:solidFill>
                  <a:srgbClr val="1E293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Comprueba el resultado multiplicando hacia atrás (operarios × turnos × capacidad) y confirma que cubre o supera los 4.800 pedidos.</a:t>
            </a:r>
          </a:p>
        </p:txBody>
      </p:sp>
      <p:sp>
        <p:nvSpPr>
          <p:cNvPr id="40" name="FooterAccent"/>
          <p:cNvSpPr/>
          <p:nvPr/>
        </p:nvSpPr>
        <p:spPr>
          <a:xfrm>
            <a:off x="457200" y="6650000"/>
            <a:ext cx="11277600" cy="3000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txBody>
          <a:bodyPr wrap="square" anchor="t"/>
          <a:lstStyle/>
          <a:p>
            <a:endParaRPr lang="es-ES"/>
          </a:p>
        </p:txBody>
      </p:sp>
      <p:sp>
        <p:nvSpPr>
          <p:cNvPr id="41" name="Footer"/>
          <p:cNvSpPr txBox="1"/>
          <p:nvPr/>
        </p:nvSpPr>
        <p:spPr>
          <a:xfrm>
            <a:off x="457200" y="6700000"/>
            <a:ext cx="11277600" cy="13000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ctr"/>
          <a:lstStyle/>
          <a:p>
            <a:pPr>
              <a:spcAft>
                <a:spcPts val="0"/>
              </a:spcAft>
              <a:buNone/>
            </a:pPr>
            <a:r>
              <a:rPr lang="es-ES" sz="1100">
                <a:solidFill>
                  <a:srgbClr val="64748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Razonamiento paso a paso · menos errores en tareas complejas · respuesta verificable</a:t>
            </a:r>
          </a:p>
        </p:txBody>
      </p:sp>
      <p:pic>
        <p:nvPicPr>
          <p:cNvPr id="2" name="Image 0" descr="Imagen ilustrativa relacionada con Creación de prompts efectivos">
            <a:extLst>
              <a:ext uri="{FF2B5EF4-FFF2-40B4-BE49-F238E27FC236}">
                <a16:creationId xmlns:a16="http://schemas.microsoft.com/office/drawing/2014/main" id="{CF4BF73D-6560-BAB5-2707-C64E6FF208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Comparison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7067707"/>
              </p:ext>
            </p:extLst>
          </p:nvPr>
        </p:nvGraphicFramePr>
        <p:xfrm>
          <a:off x="975360" y="1584960"/>
          <a:ext cx="10241280" cy="426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20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20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31520">
                <a:tc>
                  <a:txBody>
                    <a:bodyPr/>
                    <a:lstStyle/>
                    <a:p>
                      <a:pPr algn="l"/>
                      <a:r>
                        <a:rPr lang="es-ES" sz="1800" b="1">
                          <a:solidFill>
                            <a:srgbClr val="FFFFFF"/>
                          </a:solidFill>
                          <a:latin typeface="Segoe UI Semibold"/>
                          <a:cs typeface="Segoe UI Semibold"/>
                        </a:rPr>
                        <a:t>Aspecto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2000" b="1">
                          <a:solidFill>
                            <a:srgbClr val="FFFFFF"/>
                          </a:solidFill>
                          <a:latin typeface="Segoe UI Semibold"/>
                          <a:cs typeface="Segoe UI Semibold"/>
                        </a:rPr>
                        <a:t>Superprompts</a:t>
                      </a:r>
                    </a:p>
                  </a:txBody>
                  <a:tcPr anchor="ctr">
                    <a:solidFill>
                      <a:srgbClr val="7C3AE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2000" b="1" dirty="0">
                          <a:solidFill>
                            <a:srgbClr val="FFFFFF"/>
                          </a:solidFill>
                          <a:latin typeface="Segoe UI Semibold"/>
                          <a:cs typeface="Segoe UI Semibold"/>
                        </a:rPr>
                        <a:t>Chain </a:t>
                      </a:r>
                      <a:r>
                        <a:rPr lang="es-ES" sz="2000" b="1" dirty="0" err="1">
                          <a:solidFill>
                            <a:srgbClr val="FFFFFF"/>
                          </a:solidFill>
                          <a:latin typeface="Segoe UI Semibold"/>
                          <a:cs typeface="Segoe UI Semibold"/>
                        </a:rPr>
                        <a:t>of</a:t>
                      </a:r>
                      <a:r>
                        <a:rPr lang="es-ES" sz="2000" b="1" dirty="0">
                          <a:solidFill>
                            <a:srgbClr val="FFFFFF"/>
                          </a:solidFill>
                          <a:latin typeface="Segoe UI Semibold"/>
                          <a:cs typeface="Segoe UI Semibold"/>
                        </a:rPr>
                        <a:t> </a:t>
                      </a:r>
                      <a:r>
                        <a:rPr lang="es-ES" sz="2000" b="1" dirty="0" err="1">
                          <a:solidFill>
                            <a:srgbClr val="FFFFFF"/>
                          </a:solidFill>
                          <a:latin typeface="Segoe UI Semibold"/>
                          <a:cs typeface="Segoe UI Semibold"/>
                        </a:rPr>
                        <a:t>Thought</a:t>
                      </a:r>
                      <a:endParaRPr lang="es-ES" sz="2000" b="1" dirty="0">
                        <a:solidFill>
                          <a:srgbClr val="FFFFFF"/>
                        </a:solidFill>
                        <a:latin typeface="Segoe UI Semibold"/>
                        <a:cs typeface="Segoe UI Semibold"/>
                      </a:endParaRPr>
                    </a:p>
                  </a:txBody>
                  <a:tcPr anchor="ctr">
                    <a:solidFill>
                      <a:srgbClr val="0D948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83920">
                <a:tc>
                  <a:txBody>
                    <a:bodyPr/>
                    <a:lstStyle/>
                    <a:p>
                      <a:r>
                        <a:rPr lang="es-ES" sz="1733" b="1">
                          <a:solidFill>
                            <a:srgbClr val="1E293B"/>
                          </a:solidFill>
                          <a:latin typeface="Segoe UI Semibold"/>
                          <a:cs typeface="Segoe UI Semibold"/>
                        </a:rPr>
                        <a:t>Enfoque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>
                          <a:solidFill>
                            <a:srgbClr val="334155"/>
                          </a:solidFill>
                          <a:latin typeface="Segoe UI"/>
                          <a:cs typeface="Segoe UI"/>
                        </a:rPr>
                        <a:t>Instrucciones densas en un solo mensaje.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>
                          <a:solidFill>
                            <a:srgbClr val="334155"/>
                          </a:solidFill>
                          <a:latin typeface="Segoe UI"/>
                          <a:cs typeface="Segoe UI"/>
                        </a:rPr>
                        <a:t>Razonamiento explícito paso a paso.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83920">
                <a:tc>
                  <a:txBody>
                    <a:bodyPr/>
                    <a:lstStyle/>
                    <a:p>
                      <a:r>
                        <a:rPr lang="es-ES" sz="1733" b="1">
                          <a:solidFill>
                            <a:srgbClr val="1E293B"/>
                          </a:solidFill>
                          <a:latin typeface="Segoe UI Semibold"/>
                          <a:cs typeface="Segoe UI Semibold"/>
                        </a:rPr>
                        <a:t>Objetivo</a:t>
                      </a:r>
                    </a:p>
                  </a:txBody>
                  <a:tcPr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>
                          <a:solidFill>
                            <a:srgbClr val="334155"/>
                          </a:solidFill>
                          <a:latin typeface="Segoe UI"/>
                          <a:cs typeface="Segoe UI"/>
                        </a:rPr>
                        <a:t>Maximizar precisión del resultado final.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>
                          <a:solidFill>
                            <a:srgbClr val="334155"/>
                          </a:solidFill>
                          <a:latin typeface="Segoe UI"/>
                          <a:cs typeface="Segoe UI"/>
                        </a:rPr>
                        <a:t>Mejorar la calidad del razonamiento.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83920">
                <a:tc>
                  <a:txBody>
                    <a:bodyPr/>
                    <a:lstStyle/>
                    <a:p>
                      <a:r>
                        <a:rPr lang="es-ES" sz="1733" b="1">
                          <a:solidFill>
                            <a:srgbClr val="1E293B"/>
                          </a:solidFill>
                          <a:latin typeface="Segoe UI Semibold"/>
                          <a:cs typeface="Segoe UI Semibold"/>
                        </a:rPr>
                        <a:t>Ideal para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>
                          <a:solidFill>
                            <a:srgbClr val="334155"/>
                          </a:solidFill>
                          <a:latin typeface="Segoe UI"/>
                          <a:cs typeface="Segoe UI"/>
                        </a:rPr>
                        <a:t>Creación de contenido y tareas estructuradas.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>
                          <a:solidFill>
                            <a:srgbClr val="334155"/>
                          </a:solidFill>
                          <a:latin typeface="Segoe UI"/>
                          <a:cs typeface="Segoe UI"/>
                        </a:rPr>
                        <a:t>Lógica, matemáticas y toma de decisiones.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83920">
                <a:tc>
                  <a:txBody>
                    <a:bodyPr/>
                    <a:lstStyle/>
                    <a:p>
                      <a:r>
                        <a:rPr lang="es-ES" sz="1733" b="1">
                          <a:solidFill>
                            <a:srgbClr val="1E293B"/>
                          </a:solidFill>
                          <a:latin typeface="Segoe UI Semibold"/>
                          <a:cs typeface="Segoe UI Semibold"/>
                        </a:rPr>
                        <a:t>Ventaja</a:t>
                      </a:r>
                    </a:p>
                  </a:txBody>
                  <a:tcPr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>
                          <a:solidFill>
                            <a:srgbClr val="334155"/>
                          </a:solidFill>
                          <a:latin typeface="Segoe UI"/>
                          <a:cs typeface="Segoe UI"/>
                        </a:rPr>
                        <a:t>Respuesta completa al primer intento.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dirty="0">
                          <a:solidFill>
                            <a:srgbClr val="334155"/>
                          </a:solidFill>
                          <a:latin typeface="Segoe UI"/>
                          <a:cs typeface="Segoe UI"/>
                        </a:rPr>
                        <a:t>Respuestas más fiables y auditables.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10" name="Image 0" descr="Imagen ilustrativa relacionada con Superprompts vs. Chain of Thoughts">
            <a:extLst>
              <a:ext uri="{FF2B5EF4-FFF2-40B4-BE49-F238E27FC236}">
                <a16:creationId xmlns:a16="http://schemas.microsoft.com/office/drawing/2014/main" id="{3F67F1D3-B21C-9AD0-EA8A-E1A7906179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E0FA534A-E8C7-BBFC-9D48-52C5610E83C9}"/>
              </a:ext>
            </a:extLst>
          </p:cNvPr>
          <p:cNvSpPr txBox="1">
            <a:spLocks/>
          </p:cNvSpPr>
          <p:nvPr/>
        </p:nvSpPr>
        <p:spPr>
          <a:xfrm>
            <a:off x="588262" y="585216"/>
            <a:ext cx="8193024" cy="553998"/>
          </a:xfrm>
          <a:prstGeom prst="rect">
            <a:avLst/>
          </a:prstGeom>
        </p:spPr>
        <p:txBody>
          <a:bodyPr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3600">
                <a:solidFill>
                  <a:srgbClr val="1E293B"/>
                </a:solidFill>
                <a:latin typeface="Segoe UI Semibold"/>
                <a:ea typeface="Segoe UI Semibold"/>
                <a:cs typeface="Segoe UI Semibold"/>
              </a:rPr>
              <a:t>Superprompts vs. Chain of Thoughts</a:t>
            </a:r>
            <a:endParaRPr lang="en-US" sz="3600"/>
          </a:p>
        </p:txBody>
      </p:sp>
      <p:sp>
        <p:nvSpPr>
          <p:cNvPr id="99" name="Footer"/>
          <p:cNvSpPr txBox="1"/>
          <p:nvPr/>
        </p:nvSpPr>
        <p:spPr>
          <a:xfrm>
            <a:off x="588262" y="6096000"/>
            <a:ext cx="11015476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/>
            <a:r>
              <a:rPr lang="es-ES" sz="1200" i="1">
                <a:solidFill>
                  <a:srgbClr val="64748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Existen más técnicas de prompting: Few-shot, Zero-shot, Role Prompting, Self-Consistency, Tree of Thoughts, ReAct, entre otras.</a:t>
            </a:r>
          </a:p>
        </p:txBody>
      </p:sp>
    </p:spTree>
    <p:extLst>
      <p:ext uri="{BB962C8B-B14F-4D97-AF65-F5344CB8AC3E}">
        <p14:creationId xmlns:p14="http://schemas.microsoft.com/office/powerpoint/2010/main" val="424439488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 t="-39000" b="-39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F0C34DD-B926-3A6F-456E-6DD8AACC8B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agen ilustrativa relacionada con Laboratorio: Creación de prompts efectivos con el marco RCTF">
            <a:extLst>
              <a:ext uri="{FF2B5EF4-FFF2-40B4-BE49-F238E27FC236}">
                <a16:creationId xmlns:a16="http://schemas.microsoft.com/office/drawing/2014/main" id="{AD0BCD12-EBBD-6D21-6F97-44E5C8F628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5360" y="670560"/>
            <a:ext cx="548640" cy="54864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4D824FCE-61F1-2836-B8AB-41956DDB76C0}"/>
              </a:ext>
            </a:extLst>
          </p:cNvPr>
          <p:cNvSpPr/>
          <p:nvPr/>
        </p:nvSpPr>
        <p:spPr>
          <a:xfrm>
            <a:off x="1767840" y="609600"/>
            <a:ext cx="944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3200" b="1" dirty="0">
                <a:solidFill>
                  <a:srgbClr val="7C3AED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Laboratorio: Creación de </a:t>
            </a:r>
            <a:r>
              <a:rPr lang="es-ES" sz="3200" b="1" i="1" dirty="0" err="1">
                <a:solidFill>
                  <a:srgbClr val="7C3AED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prompts</a:t>
            </a:r>
            <a:r>
              <a:rPr lang="es-ES" sz="3200" b="1" dirty="0">
                <a:solidFill>
                  <a:srgbClr val="7C3AED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efectivos con el marco RCTF</a:t>
            </a:r>
            <a:endParaRPr lang="en-US" sz="3200" dirty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44FBE873-0321-7B28-3892-3CA75B8F8DA2}"/>
              </a:ext>
            </a:extLst>
          </p:cNvPr>
          <p:cNvSpPr/>
          <p:nvPr/>
        </p:nvSpPr>
        <p:spPr>
          <a:xfrm>
            <a:off x="975360" y="1584960"/>
            <a:ext cx="10241280" cy="463296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400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B8F765C8-D969-6170-E435-ED668667E149}"/>
              </a:ext>
            </a:extLst>
          </p:cNvPr>
          <p:cNvSpPr/>
          <p:nvPr/>
        </p:nvSpPr>
        <p:spPr>
          <a:xfrm>
            <a:off x="1463040" y="1950720"/>
            <a:ext cx="9753600" cy="390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spcAft>
                <a:spcPts val="1600"/>
              </a:spcAft>
            </a:pPr>
            <a:r>
              <a:rPr lang="es-ES" sz="20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La calidad de las respuestas de una IA generativa depende directamente de la calidad de las instrucciones que recibe. Un </a:t>
            </a:r>
            <a:r>
              <a:rPr lang="es-ES" sz="2000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prompt</a:t>
            </a:r>
            <a:r>
              <a:rPr lang="es-ES" sz="20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 vago produce resultados genéricos; un </a:t>
            </a:r>
            <a:r>
              <a:rPr lang="es-ES" sz="2000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prompt</a:t>
            </a:r>
            <a:r>
              <a:rPr lang="es-ES" sz="20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 estructurado produce resultados utilizables.</a:t>
            </a:r>
          </a:p>
          <a:p>
            <a:pPr>
              <a:spcAft>
                <a:spcPts val="1600"/>
              </a:spcAft>
            </a:pPr>
            <a:r>
              <a:rPr lang="es-ES" sz="2000" dirty="0">
                <a:solidFill>
                  <a:srgbClr val="334155"/>
                </a:solidFill>
                <a:latin typeface="Segoe UI Semibold" panose="020B0702040204020203" pitchFamily="34" charset="0"/>
                <a:ea typeface="Segoe UI" pitchFamily="34" charset="-122"/>
                <a:cs typeface="Segoe UI Semibold" panose="020B0702040204020203" pitchFamily="34" charset="0"/>
              </a:rPr>
              <a:t>Tiempo estimado: </a:t>
            </a:r>
            <a:r>
              <a:rPr lang="es-ES" sz="20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30 minutos</a:t>
            </a:r>
          </a:p>
          <a:p>
            <a:pPr>
              <a:spcAft>
                <a:spcPts val="1600"/>
              </a:spcAft>
            </a:pPr>
            <a:endParaRPr lang="es-ES" sz="2000" dirty="0">
              <a:solidFill>
                <a:srgbClr val="334155"/>
              </a:solidFill>
              <a:latin typeface="Segoe UI Semibold" panose="020B0702040204020203" pitchFamily="34" charset="0"/>
              <a:ea typeface="Segoe UI" pitchFamily="34" charset="-122"/>
              <a:cs typeface="Segoe UI Semibold" panose="020B0702040204020203" pitchFamily="34" charset="0"/>
            </a:endParaRPr>
          </a:p>
          <a:p>
            <a:pPr>
              <a:spcAft>
                <a:spcPts val="1600"/>
              </a:spcAft>
            </a:pPr>
            <a:r>
              <a:rPr lang="es-ES" sz="20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Sigue el ejercicio en:</a:t>
            </a:r>
          </a:p>
          <a:p>
            <a:pPr>
              <a:spcAft>
                <a:spcPts val="1600"/>
              </a:spcAft>
            </a:pPr>
            <a:r>
              <a:rPr lang="es-ES" sz="2000" dirty="0">
                <a:solidFill>
                  <a:srgbClr val="334155"/>
                </a:solidFill>
                <a:latin typeface="Segoe UI Semibold" panose="020B0702040204020203" pitchFamily="34" charset="0"/>
                <a:ea typeface="Segoe UI" pitchFamily="34" charset="-122"/>
                <a:cs typeface="Segoe UI Semibold" panose="020B0702040204020203" pitchFamily="34" charset="0"/>
                <a:hlinkClick r:id="rId5"/>
              </a:rPr>
              <a:t>Creación de </a:t>
            </a:r>
            <a:r>
              <a:rPr lang="es-ES" sz="2000" dirty="0" err="1">
                <a:solidFill>
                  <a:srgbClr val="334155"/>
                </a:solidFill>
                <a:latin typeface="Segoe UI Semibold" panose="020B0702040204020203" pitchFamily="34" charset="0"/>
                <a:ea typeface="Segoe UI" pitchFamily="34" charset="-122"/>
                <a:cs typeface="Segoe UI Semibold" panose="020B0702040204020203" pitchFamily="34" charset="0"/>
                <a:hlinkClick r:id="rId5"/>
              </a:rPr>
              <a:t>prompts</a:t>
            </a:r>
            <a:r>
              <a:rPr lang="es-ES" sz="2000" dirty="0">
                <a:solidFill>
                  <a:srgbClr val="334155"/>
                </a:solidFill>
                <a:latin typeface="Segoe UI Semibold" panose="020B0702040204020203" pitchFamily="34" charset="0"/>
                <a:ea typeface="Segoe UI" pitchFamily="34" charset="-122"/>
                <a:cs typeface="Segoe UI Semibold" panose="020B0702040204020203" pitchFamily="34" charset="0"/>
                <a:hlinkClick r:id="rId5"/>
              </a:rPr>
              <a:t> efectivos con el marco RCTF</a:t>
            </a:r>
            <a:r>
              <a:rPr lang="es-ES" sz="2000" dirty="0">
                <a:solidFill>
                  <a:srgbClr val="334155"/>
                </a:solidFill>
                <a:latin typeface="Segoe UI Semibold" panose="020B0702040204020203" pitchFamily="34" charset="0"/>
                <a:ea typeface="Segoe UI" pitchFamily="34" charset="-122"/>
                <a:cs typeface="Segoe UI Semibold" panose="020B0702040204020203" pitchFamily="34" charset="0"/>
              </a:rPr>
              <a:t> </a:t>
            </a:r>
            <a:endParaRPr lang="es-ES" sz="2000" dirty="0">
              <a:solidFill>
                <a:srgbClr val="334155"/>
              </a:solidFill>
              <a:latin typeface="Segoe UI" panose="020B0502040204020203" pitchFamily="34" charset="0"/>
              <a:ea typeface="Segoe UI" pitchFamily="34" charset="-122"/>
              <a:cs typeface="Segoe UI" panose="020B0502040204020203" pitchFamily="34" charset="0"/>
            </a:endParaRPr>
          </a:p>
        </p:txBody>
      </p:sp>
      <p:pic>
        <p:nvPicPr>
          <p:cNvPr id="6" name="Image 0" descr="Imagen ilustrativa relacionada con Laboratorio: Creación de prompts efectivos con el marco RCTF">
            <a:extLst>
              <a:ext uri="{FF2B5EF4-FFF2-40B4-BE49-F238E27FC236}">
                <a16:creationId xmlns:a16="http://schemas.microsoft.com/office/drawing/2014/main" id="{BF886C7B-47C4-CF69-E8CD-57A92B6FA22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156174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F5F3FF"/>
            </a:gs>
            <a:gs pos="100000">
              <a:srgbClr val="ECFEFF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TopStripe" descr="Franja decorativa superio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  <p:sp>
        <p:nvSpPr>
          <p:cNvPr id="9" name="Title"/>
          <p:cNvSpPr/>
          <p:nvPr/>
        </p:nvSpPr>
        <p:spPr>
          <a:xfrm>
            <a:off x="487680" y="380000"/>
            <a:ext cx="1121664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3600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Resumen — El arte del prompting</a:t>
            </a:r>
          </a:p>
        </p:txBody>
      </p:sp>
      <p:sp>
        <p:nvSpPr>
          <p:cNvPr id="20" name="CardConclusiones"/>
          <p:cNvSpPr>
            <a:spLocks/>
          </p:cNvSpPr>
          <p:nvPr/>
        </p:nvSpPr>
        <p:spPr>
          <a:xfrm>
            <a:off x="487680" y="1180000"/>
            <a:ext cx="11216640" cy="118000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CCFBF1"/>
              </a:gs>
              <a:gs pos="100000">
                <a:srgbClr val="EDE9FE"/>
              </a:gs>
            </a:gsLst>
            <a:lin ang="0" scaled="1"/>
          </a:gradFill>
          <a:ln w="0">
            <a:noFill/>
          </a:ln>
          <a:effectLst>
            <a:outerShdw blurRad="80000" dist="20000" dir="5400000" algn="t" rotWithShape="0">
              <a:srgbClr val="0D9488">
                <a:alpha val="1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1" name="AccentBarConclusiones"/>
          <p:cNvSpPr>
            <a:spLocks/>
          </p:cNvSpPr>
          <p:nvPr/>
        </p:nvSpPr>
        <p:spPr>
          <a:xfrm>
            <a:off x="487680" y="1180000"/>
            <a:ext cx="120000" cy="1180000"/>
          </a:xfrm>
          <a:prstGeom prst="rect">
            <a:avLst/>
          </a:prstGeom>
          <a:gradFill rotWithShape="1">
            <a:gsLst>
              <a:gs pos="0">
                <a:srgbClr val="0D9488"/>
              </a:gs>
              <a:gs pos="100000">
                <a:srgbClr val="7C3AED"/>
              </a:gs>
            </a:gsLst>
            <a:lin ang="5400000" scaled="1"/>
          </a:gra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22" name="ConclusionesText"/>
          <p:cNvSpPr txBox="1">
            <a:spLocks/>
          </p:cNvSpPr>
          <p:nvPr/>
        </p:nvSpPr>
        <p:spPr>
          <a:xfrm>
            <a:off x="780000" y="1240000"/>
            <a:ext cx="10800000" cy="106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spcAft>
                <a:spcPts val="200"/>
              </a:spcAft>
              <a:buNone/>
            </a:pPr>
            <a:r>
              <a:rPr lang="es-ES" sz="1600" b="1">
                <a:solidFill>
                  <a:srgbClr val="0D9488"/>
                </a:solidFill>
                <a:latin typeface="Segoe UI Semibold"/>
                <a:ea typeface="Segoe UI Semibold"/>
                <a:cs typeface="Segoe UI Semibold"/>
              </a:rPr>
              <a:t>Conclusiones clave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es-ES" sz="140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Un buen prompt determina la calidad de la respuesta: claridad, contexto y formato marcan la diferencia. El marco RCTF y técnicas como Chain of Thought convierten a Copilot en un copiloto realmente productivo.</a:t>
            </a:r>
          </a:p>
        </p:txBody>
      </p:sp>
      <p:sp>
        <p:nvSpPr>
          <p:cNvPr id="30" name="CardVisto"/>
          <p:cNvSpPr/>
          <p:nvPr/>
        </p:nvSpPr>
        <p:spPr>
          <a:xfrm>
            <a:off x="487680" y="2480000"/>
            <a:ext cx="11216640" cy="22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0">
            <a:noFill/>
          </a:ln>
          <a:effectLst>
            <a:outerShdw blurRad="80000" dist="20000" dir="5400000" algn="t" rotWithShape="0">
              <a:srgbClr val="334155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1" name="VistoText"/>
          <p:cNvSpPr txBox="1"/>
          <p:nvPr/>
        </p:nvSpPr>
        <p:spPr>
          <a:xfrm>
            <a:off x="780000" y="2570000"/>
            <a:ext cx="10800000" cy="205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spcAft>
                <a:spcPts val="300"/>
              </a:spcAft>
              <a:buNone/>
            </a:pPr>
            <a:r>
              <a:rPr lang="es-ES" sz="1600" b="1" dirty="0">
                <a:solidFill>
                  <a:srgbClr val="1E293B"/>
                </a:solidFill>
                <a:latin typeface="Segoe UI Semibold"/>
                <a:ea typeface="Segoe UI Semibold"/>
                <a:cs typeface="Segoe UI Semibold"/>
              </a:rPr>
              <a:t>Lo que hemos visto</a:t>
            </a:r>
          </a:p>
          <a:p>
            <a:pPr marL="285750" indent="-285750">
              <a:spcBef>
                <a:spcPts val="15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Qué es un </a:t>
            </a:r>
            <a:r>
              <a:rPr lang="es-ES" sz="1300" dirty="0" err="1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prompt</a:t>
            </a:r>
            <a:r>
              <a:rPr lang="es-ES" sz="1300" dirty="0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 y diferencia entre </a:t>
            </a:r>
            <a:r>
              <a:rPr lang="es-ES" sz="1300" dirty="0" err="1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prompts</a:t>
            </a:r>
            <a:r>
              <a:rPr lang="es-ES" sz="1300" dirty="0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 de sistema y de usuario</a:t>
            </a:r>
          </a:p>
          <a:p>
            <a:pPr marL="285750" indent="-285750">
              <a:spcBef>
                <a:spcPts val="10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</a:rPr>
              <a:t>Personalización de </a:t>
            </a:r>
            <a:r>
              <a:rPr lang="es-ES" sz="1300" dirty="0" err="1">
                <a:solidFill>
                  <a:srgbClr val="334155"/>
                </a:solidFill>
                <a:latin typeface="Segoe UI"/>
              </a:rPr>
              <a:t>Copilot</a:t>
            </a:r>
            <a:r>
              <a:rPr lang="es-ES" sz="1300" dirty="0">
                <a:solidFill>
                  <a:srgbClr val="334155"/>
                </a:solidFill>
                <a:latin typeface="Segoe UI"/>
              </a:rPr>
              <a:t> con instrucciones y perfil de trabajo</a:t>
            </a:r>
          </a:p>
          <a:p>
            <a:pPr marL="285750" indent="-285750">
              <a:spcBef>
                <a:spcPts val="10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</a:rPr>
              <a:t>Historial de conversaciones y mantenimiento del contexto</a:t>
            </a:r>
          </a:p>
          <a:p>
            <a:pPr marL="285750" indent="-285750">
              <a:spcBef>
                <a:spcPts val="10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</a:rPr>
              <a:t>Marco RCTF para </a:t>
            </a:r>
            <a:r>
              <a:rPr lang="es-ES" sz="1300" dirty="0" err="1">
                <a:solidFill>
                  <a:srgbClr val="334155"/>
                </a:solidFill>
                <a:latin typeface="Segoe UI"/>
              </a:rPr>
              <a:t>prompts</a:t>
            </a:r>
            <a:r>
              <a:rPr lang="es-ES" sz="1300" dirty="0">
                <a:solidFill>
                  <a:srgbClr val="334155"/>
                </a:solidFill>
                <a:latin typeface="Segoe UI"/>
              </a:rPr>
              <a:t> efectivos: Rol, Contexto, Tarea y Formato</a:t>
            </a:r>
          </a:p>
          <a:p>
            <a:pPr marL="285750" indent="-285750">
              <a:spcBef>
                <a:spcPts val="10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</a:rPr>
              <a:t>Buenas prácticas y antipatrones al redactar </a:t>
            </a:r>
            <a:r>
              <a:rPr lang="es-ES" sz="1300" dirty="0" err="1">
                <a:solidFill>
                  <a:srgbClr val="334155"/>
                </a:solidFill>
                <a:latin typeface="Segoe UI"/>
              </a:rPr>
              <a:t>prompts</a:t>
            </a:r>
            <a:r>
              <a:rPr lang="es-ES" sz="1300" dirty="0">
                <a:solidFill>
                  <a:srgbClr val="334155"/>
                </a:solidFill>
                <a:latin typeface="Segoe UI"/>
              </a:rPr>
              <a:t> profesionales</a:t>
            </a:r>
          </a:p>
          <a:p>
            <a:pPr marL="285750" indent="-285750">
              <a:spcBef>
                <a:spcPts val="10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</a:rPr>
              <a:t>Técnicas avanzadas: </a:t>
            </a:r>
            <a:r>
              <a:rPr lang="es-ES" sz="1300" dirty="0" err="1">
                <a:solidFill>
                  <a:srgbClr val="334155"/>
                </a:solidFill>
                <a:latin typeface="Segoe UI"/>
              </a:rPr>
              <a:t>Superprompt</a:t>
            </a:r>
            <a:r>
              <a:rPr lang="es-ES" sz="1300" dirty="0">
                <a:solidFill>
                  <a:srgbClr val="334155"/>
                </a:solidFill>
                <a:latin typeface="Segoe UI"/>
              </a:rPr>
              <a:t> y Chain </a:t>
            </a:r>
            <a:r>
              <a:rPr lang="es-ES" sz="1300" dirty="0" err="1">
                <a:solidFill>
                  <a:srgbClr val="334155"/>
                </a:solidFill>
                <a:latin typeface="Segoe UI"/>
              </a:rPr>
              <a:t>of</a:t>
            </a:r>
            <a:r>
              <a:rPr lang="es-ES" sz="1300" dirty="0">
                <a:solidFill>
                  <a:srgbClr val="334155"/>
                </a:solidFill>
                <a:latin typeface="Segoe UI"/>
              </a:rPr>
              <a:t> </a:t>
            </a:r>
            <a:r>
              <a:rPr lang="es-ES" sz="1300" dirty="0" err="1">
                <a:solidFill>
                  <a:srgbClr val="334155"/>
                </a:solidFill>
                <a:latin typeface="Segoe UI"/>
              </a:rPr>
              <a:t>Thought</a:t>
            </a:r>
            <a:endParaRPr lang="es-ES" sz="1300" dirty="0">
              <a:solidFill>
                <a:srgbClr val="334155"/>
              </a:solidFill>
              <a:latin typeface="Segoe UI"/>
            </a:endParaRPr>
          </a:p>
        </p:txBody>
      </p:sp>
      <p:sp>
        <p:nvSpPr>
          <p:cNvPr id="40" name="CardRecursos"/>
          <p:cNvSpPr/>
          <p:nvPr/>
        </p:nvSpPr>
        <p:spPr>
          <a:xfrm>
            <a:off x="487680" y="4820000"/>
            <a:ext cx="11216640" cy="1820000"/>
          </a:xfrm>
          <a:prstGeom prst="roundRect">
            <a:avLst>
              <a:gd name="adj" fmla="val 6000"/>
            </a:avLst>
          </a:prstGeom>
          <a:solidFill>
            <a:srgbClr val="1E1B4B"/>
          </a:solidFill>
          <a:ln w="0">
            <a:noFill/>
          </a:ln>
          <a:effectLst>
            <a:outerShdw blurRad="80000" dist="20000" dir="5400000" algn="t" rotWithShape="0">
              <a:srgbClr val="7C3AED">
                <a:alpha val="2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41" name="RecursosText"/>
          <p:cNvSpPr txBox="1"/>
          <p:nvPr/>
        </p:nvSpPr>
        <p:spPr>
          <a:xfrm>
            <a:off x="780000" y="4910000"/>
            <a:ext cx="10800000" cy="165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spcAft>
                <a:spcPts val="300"/>
              </a:spcAft>
              <a:buNone/>
            </a:pPr>
            <a:r>
              <a:rPr lang="es-ES" sz="1600" b="1" dirty="0">
                <a:solidFill>
                  <a:srgbClr val="C4B5FD"/>
                </a:solidFill>
                <a:latin typeface="Segoe UI Semibold"/>
                <a:ea typeface="Segoe UI Semibold"/>
                <a:cs typeface="Segoe UI Semibold"/>
              </a:rPr>
              <a:t>Recursos recomendados</a:t>
            </a:r>
          </a:p>
          <a:p>
            <a:pPr marL="285750" indent="-285750">
              <a:spcBef>
                <a:spcPts val="150"/>
              </a:spcBef>
              <a:spcAft>
                <a:spcPts val="120"/>
              </a:spcAft>
              <a:buClr>
                <a:srgbClr val="14B8A6"/>
              </a:buClr>
              <a:buFont typeface="Arial" panose="020B0604020202020204" pitchFamily="34" charset="0"/>
              <a:buChar char="▸"/>
            </a:pPr>
            <a:r>
              <a:rPr lang="es-ES" sz="1300" b="1" dirty="0">
                <a:solidFill>
                  <a:srgbClr val="F8FAFC"/>
                </a:solidFill>
                <a:latin typeface="Segoe UI"/>
              </a:rPr>
              <a:t>Microsoft Learn — Diseño de </a:t>
            </a: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prompts</a:t>
            </a:r>
            <a:r>
              <a:rPr lang="es-ES" sz="1300" b="1" dirty="0">
                <a:solidFill>
                  <a:srgbClr val="F8FAFC"/>
                </a:solidFill>
                <a:latin typeface="Segoe UI"/>
              </a:rPr>
              <a:t> para </a:t>
            </a: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Copilot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  ·  learn.microsoft.com/</a:t>
            </a:r>
            <a:r>
              <a:rPr lang="es-ES" sz="1300" dirty="0" err="1">
                <a:solidFill>
                  <a:srgbClr val="CBD5E1"/>
                </a:solidFill>
                <a:latin typeface="Segoe UI"/>
              </a:rPr>
              <a:t>copilot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/</a:t>
            </a:r>
            <a:r>
              <a:rPr lang="es-ES" sz="1300" dirty="0" err="1">
                <a:solidFill>
                  <a:srgbClr val="CBD5E1"/>
                </a:solidFill>
                <a:latin typeface="Segoe UI"/>
              </a:rPr>
              <a:t>prompting</a:t>
            </a:r>
            <a:endParaRPr lang="es-ES" sz="1300" dirty="0">
              <a:solidFill>
                <a:srgbClr val="CBD5E1"/>
              </a:solidFill>
              <a:latin typeface="Segoe UI"/>
            </a:endParaRPr>
          </a:p>
          <a:p>
            <a:pPr marL="285750" indent="-285750">
              <a:spcBef>
                <a:spcPts val="120"/>
              </a:spcBef>
              <a:spcAft>
                <a:spcPts val="120"/>
              </a:spcAft>
              <a:buClr>
                <a:srgbClr val="14B8A6"/>
              </a:buClr>
              <a:buFont typeface="Arial" panose="020B0604020202020204" pitchFamily="34" charset="0"/>
              <a:buChar char="▸"/>
            </a:pP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Copilot</a:t>
            </a:r>
            <a:r>
              <a:rPr lang="es-ES" sz="1300" b="1" dirty="0">
                <a:solidFill>
                  <a:srgbClr val="F8FAFC"/>
                </a:solidFill>
                <a:latin typeface="Segoe UI"/>
              </a:rPr>
              <a:t> </a:t>
            </a: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Prompt</a:t>
            </a:r>
            <a:r>
              <a:rPr lang="es-ES" sz="1300" b="1" dirty="0">
                <a:solidFill>
                  <a:srgbClr val="F8FAFC"/>
                </a:solidFill>
                <a:latin typeface="Segoe UI"/>
              </a:rPr>
              <a:t> Gallery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  ·  </a:t>
            </a:r>
            <a:r>
              <a:rPr lang="es-ES" sz="1300" dirty="0" err="1">
                <a:solidFill>
                  <a:srgbClr val="CBD5E1"/>
                </a:solidFill>
                <a:latin typeface="Segoe UI"/>
              </a:rPr>
              <a:t>copilot.cloud.microsoft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/</a:t>
            </a:r>
            <a:r>
              <a:rPr lang="es-ES" sz="1300" dirty="0" err="1">
                <a:solidFill>
                  <a:srgbClr val="CBD5E1"/>
                </a:solidFill>
                <a:latin typeface="Segoe UI"/>
              </a:rPr>
              <a:t>prompts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 — biblioteca oficial de ejemplos</a:t>
            </a:r>
          </a:p>
          <a:p>
            <a:pPr marL="285750" indent="-285750">
              <a:spcBef>
                <a:spcPts val="120"/>
              </a:spcBef>
              <a:spcAft>
                <a:spcPts val="120"/>
              </a:spcAft>
              <a:buClr>
                <a:srgbClr val="14B8A6"/>
              </a:buClr>
              <a:buFont typeface="Arial" panose="020B0604020202020204" pitchFamily="34" charset="0"/>
              <a:buChar char="▸"/>
            </a:pPr>
            <a:r>
              <a:rPr lang="es-ES" sz="1300" b="1" dirty="0">
                <a:solidFill>
                  <a:srgbClr val="F8FAFC"/>
                </a:solidFill>
                <a:latin typeface="Segoe UI"/>
              </a:rPr>
              <a:t>"Chain-</a:t>
            </a: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of</a:t>
            </a:r>
            <a:r>
              <a:rPr lang="es-ES" sz="1300" b="1" dirty="0">
                <a:solidFill>
                  <a:srgbClr val="F8FAFC"/>
                </a:solidFill>
                <a:latin typeface="Segoe UI"/>
              </a:rPr>
              <a:t>-</a:t>
            </a: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Thought</a:t>
            </a:r>
            <a:r>
              <a:rPr lang="es-ES" sz="1300" b="1" dirty="0">
                <a:solidFill>
                  <a:srgbClr val="F8FAFC"/>
                </a:solidFill>
                <a:latin typeface="Segoe UI"/>
              </a:rPr>
              <a:t> </a:t>
            </a: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Prompting</a:t>
            </a:r>
            <a:r>
              <a:rPr lang="es-ES" sz="1300" b="1" dirty="0">
                <a:solidFill>
                  <a:srgbClr val="F8FAFC"/>
                </a:solidFill>
                <a:latin typeface="Segoe UI"/>
              </a:rPr>
              <a:t>" (Wei et al., 2022)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  ·  arxiv.org/</a:t>
            </a:r>
            <a:r>
              <a:rPr lang="es-ES" sz="1300" dirty="0" err="1">
                <a:solidFill>
                  <a:srgbClr val="CBD5E1"/>
                </a:solidFill>
                <a:latin typeface="Segoe UI"/>
              </a:rPr>
              <a:t>abs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/2201.11903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4D9997F-0931-C2D3-7A52-6DB110F828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3" name="Rectangle 52">
            <a:extLst>
              <a:ext uri="{FF2B5EF4-FFF2-40B4-BE49-F238E27FC236}">
                <a16:creationId xmlns:a16="http://schemas.microsoft.com/office/drawing/2014/main" id="{9E3C7175-B9F8-5592-E9D3-F84BE78B7F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9748BCE0-DEEE-A8DB-CDE2-7D75287602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9AF82062-C324-AF14-CF68-A7AE422C12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303402" y="3985"/>
            <a:ext cx="9772765" cy="6858000"/>
            <a:chOff x="1303402" y="36937"/>
            <a:chExt cx="9772765" cy="6858000"/>
          </a:xfrm>
        </p:grpSpPr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F0940F9F-3D1B-6936-647D-34081FC554B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560551" y="36937"/>
              <a:ext cx="9313016" cy="6858000"/>
            </a:xfrm>
            <a:custGeom>
              <a:avLst/>
              <a:gdLst>
                <a:gd name="connsiteX0" fmla="*/ 6993556 w 9313016"/>
                <a:gd name="connsiteY0" fmla="*/ 0 h 6858000"/>
                <a:gd name="connsiteX1" fmla="*/ 7358516 w 9313016"/>
                <a:gd name="connsiteY1" fmla="*/ 0 h 6858000"/>
                <a:gd name="connsiteX2" fmla="*/ 7475006 w 9313016"/>
                <a:gd name="connsiteY2" fmla="*/ 82722 h 6858000"/>
                <a:gd name="connsiteX3" fmla="*/ 7816357 w 9313016"/>
                <a:gd name="connsiteY3" fmla="*/ 358482 h 6858000"/>
                <a:gd name="connsiteX4" fmla="*/ 8421752 w 9313016"/>
                <a:gd name="connsiteY4" fmla="*/ 995405 h 6858000"/>
                <a:gd name="connsiteX5" fmla="*/ 8897059 w 9313016"/>
                <a:gd name="connsiteY5" fmla="*/ 1737211 h 6858000"/>
                <a:gd name="connsiteX6" fmla="*/ 9206633 w 9313016"/>
                <a:gd name="connsiteY6" fmla="*/ 2564460 h 6858000"/>
                <a:gd name="connsiteX7" fmla="*/ 9286787 w 9313016"/>
                <a:gd name="connsiteY7" fmla="*/ 3000164 h 6858000"/>
                <a:gd name="connsiteX8" fmla="*/ 9312914 w 9313016"/>
                <a:gd name="connsiteY8" fmla="*/ 3442493 h 6858000"/>
                <a:gd name="connsiteX9" fmla="*/ 9190562 w 9313016"/>
                <a:gd name="connsiteY9" fmla="*/ 4316686 h 6858000"/>
                <a:gd name="connsiteX10" fmla="*/ 9043416 w 9313016"/>
                <a:gd name="connsiteY10" fmla="*/ 4734917 h 6858000"/>
                <a:gd name="connsiteX11" fmla="*/ 8809657 w 9313016"/>
                <a:gd name="connsiteY11" fmla="*/ 5128718 h 6858000"/>
                <a:gd name="connsiteX12" fmla="*/ 8645997 w 9313016"/>
                <a:gd name="connsiteY12" fmla="*/ 5297441 h 6858000"/>
                <a:gd name="connsiteX13" fmla="*/ 8457787 w 9313016"/>
                <a:gd name="connsiteY13" fmla="*/ 5433763 h 6858000"/>
                <a:gd name="connsiteX14" fmla="*/ 8260803 w 9313016"/>
                <a:gd name="connsiteY14" fmla="*/ 5541237 h 6858000"/>
                <a:gd name="connsiteX15" fmla="*/ 8066136 w 9313016"/>
                <a:gd name="connsiteY15" fmla="*/ 5635704 h 6858000"/>
                <a:gd name="connsiteX16" fmla="*/ 7698638 w 9313016"/>
                <a:gd name="connsiteY16" fmla="*/ 5837163 h 6858000"/>
                <a:gd name="connsiteX17" fmla="*/ 7370135 w 9313016"/>
                <a:gd name="connsiteY17" fmla="*/ 6090081 h 6858000"/>
                <a:gd name="connsiteX18" fmla="*/ 7218897 w 9313016"/>
                <a:gd name="connsiteY18" fmla="*/ 6235860 h 6858000"/>
                <a:gd name="connsiteX19" fmla="*/ 7070665 w 9313016"/>
                <a:gd name="connsiteY19" fmla="*/ 6387205 h 6858000"/>
                <a:gd name="connsiteX20" fmla="*/ 6779035 w 9313016"/>
                <a:gd name="connsiteY20" fmla="*/ 6697100 h 6858000"/>
                <a:gd name="connsiteX21" fmla="*/ 6631837 w 9313016"/>
                <a:gd name="connsiteY21" fmla="*/ 6852239 h 6858000"/>
                <a:gd name="connsiteX22" fmla="*/ 6626221 w 9313016"/>
                <a:gd name="connsiteY22" fmla="*/ 6858000 h 6858000"/>
                <a:gd name="connsiteX23" fmla="*/ 6424725 w 9313016"/>
                <a:gd name="connsiteY23" fmla="*/ 6858000 h 6858000"/>
                <a:gd name="connsiteX24" fmla="*/ 6527382 w 9313016"/>
                <a:gd name="connsiteY24" fmla="*/ 6756333 h 6858000"/>
                <a:gd name="connsiteX25" fmla="*/ 6674233 w 9313016"/>
                <a:gd name="connsiteY25" fmla="*/ 6603450 h 6858000"/>
                <a:gd name="connsiteX26" fmla="*/ 6965813 w 9313016"/>
                <a:gd name="connsiteY26" fmla="*/ 6292932 h 6858000"/>
                <a:gd name="connsiteX27" fmla="*/ 7112961 w 9313016"/>
                <a:gd name="connsiteY27" fmla="*/ 6137505 h 6858000"/>
                <a:gd name="connsiteX28" fmla="*/ 7264790 w 9313016"/>
                <a:gd name="connsiteY28" fmla="*/ 5983710 h 6858000"/>
                <a:gd name="connsiteX29" fmla="*/ 7974595 w 9313016"/>
                <a:gd name="connsiteY29" fmla="*/ 5470773 h 6858000"/>
                <a:gd name="connsiteX30" fmla="*/ 8331591 w 9313016"/>
                <a:gd name="connsiteY30" fmla="*/ 5254048 h 6858000"/>
                <a:gd name="connsiteX31" fmla="*/ 8599807 w 9313016"/>
                <a:gd name="connsiteY31" fmla="*/ 4980010 h 6858000"/>
                <a:gd name="connsiteX32" fmla="*/ 8766474 w 9313016"/>
                <a:gd name="connsiteY32" fmla="*/ 4631524 h 6858000"/>
                <a:gd name="connsiteX33" fmla="*/ 8865755 w 9313016"/>
                <a:gd name="connsiteY33" fmla="*/ 4244445 h 6858000"/>
                <a:gd name="connsiteX34" fmla="*/ 8882911 w 9313016"/>
                <a:gd name="connsiteY34" fmla="*/ 4145659 h 6858000"/>
                <a:gd name="connsiteX35" fmla="*/ 8897403 w 9313016"/>
                <a:gd name="connsiteY35" fmla="*/ 4046633 h 6858000"/>
                <a:gd name="connsiteX36" fmla="*/ 8908298 w 9313016"/>
                <a:gd name="connsiteY36" fmla="*/ 3947271 h 6858000"/>
                <a:gd name="connsiteX37" fmla="*/ 8916184 w 9313016"/>
                <a:gd name="connsiteY37" fmla="*/ 3847765 h 6858000"/>
                <a:gd name="connsiteX38" fmla="*/ 8920670 w 9313016"/>
                <a:gd name="connsiteY38" fmla="*/ 3449597 h 6858000"/>
                <a:gd name="connsiteX39" fmla="*/ 8914607 w 9313016"/>
                <a:gd name="connsiteY39" fmla="*/ 3350283 h 6858000"/>
                <a:gd name="connsiteX40" fmla="*/ 8905340 w 9313016"/>
                <a:gd name="connsiteY40" fmla="*/ 3251209 h 6858000"/>
                <a:gd name="connsiteX41" fmla="*/ 8893854 w 9313016"/>
                <a:gd name="connsiteY41" fmla="*/ 3152376 h 6858000"/>
                <a:gd name="connsiteX42" fmla="*/ 8879706 w 9313016"/>
                <a:gd name="connsiteY42" fmla="*/ 3053878 h 6858000"/>
                <a:gd name="connsiteX43" fmla="*/ 8797531 w 9313016"/>
                <a:gd name="connsiteY43" fmla="*/ 2663966 h 6858000"/>
                <a:gd name="connsiteX44" fmla="*/ 8520442 w 9313016"/>
                <a:gd name="connsiteY44" fmla="*/ 1911983 h 6858000"/>
                <a:gd name="connsiteX45" fmla="*/ 8332626 w 9313016"/>
                <a:gd name="connsiteY45" fmla="*/ 1553608 h 6858000"/>
                <a:gd name="connsiteX46" fmla="*/ 8116317 w 9313016"/>
                <a:gd name="connsiteY46" fmla="*/ 1208529 h 6858000"/>
                <a:gd name="connsiteX47" fmla="*/ 7873293 w 9313016"/>
                <a:gd name="connsiteY47" fmla="*/ 878284 h 6858000"/>
                <a:gd name="connsiteX48" fmla="*/ 7604337 w 9313016"/>
                <a:gd name="connsiteY48" fmla="*/ 565125 h 6858000"/>
                <a:gd name="connsiteX49" fmla="*/ 7311128 w 9313016"/>
                <a:gd name="connsiteY49" fmla="*/ 270591 h 6858000"/>
                <a:gd name="connsiteX50" fmla="*/ 1752019 w 9313016"/>
                <a:gd name="connsiteY50" fmla="*/ 0 h 6858000"/>
                <a:gd name="connsiteX51" fmla="*/ 2155804 w 9313016"/>
                <a:gd name="connsiteY51" fmla="*/ 0 h 6858000"/>
                <a:gd name="connsiteX52" fmla="*/ 2103975 w 9313016"/>
                <a:gd name="connsiteY52" fmla="*/ 40789 h 6858000"/>
                <a:gd name="connsiteX53" fmla="*/ 1656310 w 9313016"/>
                <a:gd name="connsiteY53" fmla="*/ 470035 h 6858000"/>
                <a:gd name="connsiteX54" fmla="*/ 806013 w 9313016"/>
                <a:gd name="connsiteY54" fmla="*/ 1841133 h 6858000"/>
                <a:gd name="connsiteX55" fmla="*/ 580685 w 9313016"/>
                <a:gd name="connsiteY55" fmla="*/ 2606364 h 6858000"/>
                <a:gd name="connsiteX56" fmla="*/ 503489 w 9313016"/>
                <a:gd name="connsiteY56" fmla="*/ 3397276 h 6858000"/>
                <a:gd name="connsiteX57" fmla="*/ 570135 w 9313016"/>
                <a:gd name="connsiteY57" fmla="*/ 4188235 h 6858000"/>
                <a:gd name="connsiteX58" fmla="*/ 783387 w 9313016"/>
                <a:gd name="connsiteY58" fmla="*/ 4953850 h 6858000"/>
                <a:gd name="connsiteX59" fmla="*/ 1628014 w 9313016"/>
                <a:gd name="connsiteY59" fmla="*/ 6308245 h 6858000"/>
                <a:gd name="connsiteX60" fmla="*/ 2235998 w 9313016"/>
                <a:gd name="connsiteY60" fmla="*/ 6844829 h 6858000"/>
                <a:gd name="connsiteX61" fmla="*/ 2255028 w 9313016"/>
                <a:gd name="connsiteY61" fmla="*/ 6858000 h 6858000"/>
                <a:gd name="connsiteX62" fmla="*/ 1578787 w 9313016"/>
                <a:gd name="connsiteY62" fmla="*/ 6858000 h 6858000"/>
                <a:gd name="connsiteX63" fmla="*/ 1465153 w 9313016"/>
                <a:gd name="connsiteY63" fmla="*/ 6759050 h 6858000"/>
                <a:gd name="connsiteX64" fmla="*/ 1303650 w 9313016"/>
                <a:gd name="connsiteY64" fmla="*/ 6604267 h 6858000"/>
                <a:gd name="connsiteX65" fmla="*/ 323708 w 9313016"/>
                <a:gd name="connsiteY65" fmla="*/ 5126365 h 6858000"/>
                <a:gd name="connsiteX66" fmla="*/ 872 w 9313016"/>
                <a:gd name="connsiteY66" fmla="*/ 3391228 h 6858000"/>
                <a:gd name="connsiteX67" fmla="*/ 105428 w 9313016"/>
                <a:gd name="connsiteY67" fmla="*/ 2511899 h 6858000"/>
                <a:gd name="connsiteX68" fmla="*/ 384933 w 9313016"/>
                <a:gd name="connsiteY68" fmla="*/ 1670971 h 6858000"/>
                <a:gd name="connsiteX69" fmla="*/ 1433593 w 9313016"/>
                <a:gd name="connsiteY69" fmla="*/ 256095 h 6858000"/>
                <a:gd name="connsiteX70" fmla="*/ 1602664 w 9313016"/>
                <a:gd name="connsiteY70" fmla="*/ 11370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</a:cxnLst>
              <a:rect l="l" t="t" r="r" b="b"/>
              <a:pathLst>
                <a:path w="9313016" h="6858000">
                  <a:moveTo>
                    <a:pt x="6993556" y="0"/>
                  </a:moveTo>
                  <a:lnTo>
                    <a:pt x="7358516" y="0"/>
                  </a:lnTo>
                  <a:lnTo>
                    <a:pt x="7475006" y="82722"/>
                  </a:lnTo>
                  <a:cubicBezTo>
                    <a:pt x="7592423" y="169778"/>
                    <a:pt x="7706366" y="261748"/>
                    <a:pt x="7816357" y="358482"/>
                  </a:cubicBezTo>
                  <a:cubicBezTo>
                    <a:pt x="8036559" y="551589"/>
                    <a:pt x="8239655" y="764905"/>
                    <a:pt x="8421752" y="995405"/>
                  </a:cubicBezTo>
                  <a:cubicBezTo>
                    <a:pt x="8604736" y="1225282"/>
                    <a:pt x="8763567" y="1474646"/>
                    <a:pt x="8897059" y="1737211"/>
                  </a:cubicBezTo>
                  <a:cubicBezTo>
                    <a:pt x="9029909" y="2000162"/>
                    <a:pt x="9134317" y="2277990"/>
                    <a:pt x="9206633" y="2564460"/>
                  </a:cubicBezTo>
                  <a:cubicBezTo>
                    <a:pt x="9242322" y="2707791"/>
                    <a:pt x="9269041" y="2853474"/>
                    <a:pt x="9286787" y="3000164"/>
                  </a:cubicBezTo>
                  <a:cubicBezTo>
                    <a:pt x="9304977" y="3146856"/>
                    <a:pt x="9314097" y="3294698"/>
                    <a:pt x="9312914" y="3442493"/>
                  </a:cubicBezTo>
                  <a:cubicBezTo>
                    <a:pt x="9309906" y="3737987"/>
                    <a:pt x="9270717" y="4033288"/>
                    <a:pt x="9190562" y="4316686"/>
                  </a:cubicBezTo>
                  <a:cubicBezTo>
                    <a:pt x="9150486" y="4458240"/>
                    <a:pt x="9103951" y="4597587"/>
                    <a:pt x="9043416" y="4734917"/>
                  </a:cubicBezTo>
                  <a:cubicBezTo>
                    <a:pt x="8982980" y="4871817"/>
                    <a:pt x="8908740" y="5007131"/>
                    <a:pt x="8809657" y="5128718"/>
                  </a:cubicBezTo>
                  <a:cubicBezTo>
                    <a:pt x="8760312" y="5189247"/>
                    <a:pt x="8706137" y="5246945"/>
                    <a:pt x="8645997" y="5297441"/>
                  </a:cubicBezTo>
                  <a:cubicBezTo>
                    <a:pt x="8586252" y="5348274"/>
                    <a:pt x="8522809" y="5393730"/>
                    <a:pt x="8457787" y="5433763"/>
                  </a:cubicBezTo>
                  <a:cubicBezTo>
                    <a:pt x="8392816" y="5474132"/>
                    <a:pt x="8326219" y="5508213"/>
                    <a:pt x="8260803" y="5541237"/>
                  </a:cubicBezTo>
                  <a:cubicBezTo>
                    <a:pt x="8195289" y="5574071"/>
                    <a:pt x="8130023" y="5604838"/>
                    <a:pt x="8066136" y="5635704"/>
                  </a:cubicBezTo>
                  <a:cubicBezTo>
                    <a:pt x="7938313" y="5697433"/>
                    <a:pt x="7815222" y="5762186"/>
                    <a:pt x="7698638" y="5837163"/>
                  </a:cubicBezTo>
                  <a:cubicBezTo>
                    <a:pt x="7582449" y="5912381"/>
                    <a:pt x="7471881" y="5996094"/>
                    <a:pt x="7370135" y="6090081"/>
                  </a:cubicBezTo>
                  <a:cubicBezTo>
                    <a:pt x="7319460" y="6136593"/>
                    <a:pt x="7268881" y="6186082"/>
                    <a:pt x="7218897" y="6235860"/>
                  </a:cubicBezTo>
                  <a:cubicBezTo>
                    <a:pt x="7168763" y="6285493"/>
                    <a:pt x="7119665" y="6336229"/>
                    <a:pt x="7070665" y="6387205"/>
                  </a:cubicBezTo>
                  <a:cubicBezTo>
                    <a:pt x="6972715" y="6489208"/>
                    <a:pt x="6876195" y="6593131"/>
                    <a:pt x="6779035" y="6697100"/>
                  </a:cubicBezTo>
                  <a:cubicBezTo>
                    <a:pt x="6730379" y="6748989"/>
                    <a:pt x="6681528" y="6800878"/>
                    <a:pt x="6631837" y="6852239"/>
                  </a:cubicBezTo>
                  <a:lnTo>
                    <a:pt x="6626221" y="6858000"/>
                  </a:lnTo>
                  <a:lnTo>
                    <a:pt x="6424725" y="6858000"/>
                  </a:lnTo>
                  <a:lnTo>
                    <a:pt x="6527382" y="6756333"/>
                  </a:lnTo>
                  <a:cubicBezTo>
                    <a:pt x="6576726" y="6705932"/>
                    <a:pt x="6625480" y="6654811"/>
                    <a:pt x="6674233" y="6603450"/>
                  </a:cubicBezTo>
                  <a:cubicBezTo>
                    <a:pt x="6771788" y="6500920"/>
                    <a:pt x="6868309" y="6396757"/>
                    <a:pt x="6965813" y="6292932"/>
                  </a:cubicBezTo>
                  <a:lnTo>
                    <a:pt x="7112961" y="6137505"/>
                  </a:lnTo>
                  <a:cubicBezTo>
                    <a:pt x="7162354" y="6085808"/>
                    <a:pt x="7211945" y="6034640"/>
                    <a:pt x="7264790" y="5983710"/>
                  </a:cubicBezTo>
                  <a:cubicBezTo>
                    <a:pt x="7472373" y="5779130"/>
                    <a:pt x="7721610" y="5610648"/>
                    <a:pt x="7974595" y="5470773"/>
                  </a:cubicBezTo>
                  <a:cubicBezTo>
                    <a:pt x="8099903" y="5399395"/>
                    <a:pt x="8224127" y="5332529"/>
                    <a:pt x="8331591" y="5254048"/>
                  </a:cubicBezTo>
                  <a:cubicBezTo>
                    <a:pt x="8439351" y="5176047"/>
                    <a:pt x="8529660" y="5085949"/>
                    <a:pt x="8599807" y="4980010"/>
                  </a:cubicBezTo>
                  <a:cubicBezTo>
                    <a:pt x="8671187" y="4875128"/>
                    <a:pt x="8723982" y="4756086"/>
                    <a:pt x="8766474" y="4631524"/>
                  </a:cubicBezTo>
                  <a:cubicBezTo>
                    <a:pt x="8808968" y="4507010"/>
                    <a:pt x="8840615" y="4375872"/>
                    <a:pt x="8865755" y="4244445"/>
                  </a:cubicBezTo>
                  <a:cubicBezTo>
                    <a:pt x="8871375" y="4211468"/>
                    <a:pt x="8878129" y="4178731"/>
                    <a:pt x="8882911" y="4145659"/>
                  </a:cubicBezTo>
                  <a:lnTo>
                    <a:pt x="8897403" y="4046633"/>
                  </a:lnTo>
                  <a:lnTo>
                    <a:pt x="8908298" y="3947271"/>
                  </a:lnTo>
                  <a:cubicBezTo>
                    <a:pt x="8912389" y="3914247"/>
                    <a:pt x="8913425" y="3880886"/>
                    <a:pt x="8916184" y="3847765"/>
                  </a:cubicBezTo>
                  <a:cubicBezTo>
                    <a:pt x="8925797" y="3715091"/>
                    <a:pt x="8925945" y="3582127"/>
                    <a:pt x="8920670" y="3449597"/>
                  </a:cubicBezTo>
                  <a:lnTo>
                    <a:pt x="8914607" y="3350283"/>
                  </a:lnTo>
                  <a:cubicBezTo>
                    <a:pt x="8911995" y="3317211"/>
                    <a:pt x="8908348" y="3284233"/>
                    <a:pt x="8905340" y="3251209"/>
                  </a:cubicBezTo>
                  <a:cubicBezTo>
                    <a:pt x="8902628" y="3218185"/>
                    <a:pt x="8897551" y="3185305"/>
                    <a:pt x="8893854" y="3152376"/>
                  </a:cubicBezTo>
                  <a:cubicBezTo>
                    <a:pt x="8890305" y="3119399"/>
                    <a:pt x="8884932" y="3086662"/>
                    <a:pt x="8879706" y="3053878"/>
                  </a:cubicBezTo>
                  <a:cubicBezTo>
                    <a:pt x="8858707" y="2922835"/>
                    <a:pt x="8831249" y="2792705"/>
                    <a:pt x="8797531" y="2663966"/>
                  </a:cubicBezTo>
                  <a:cubicBezTo>
                    <a:pt x="8728616" y="2406777"/>
                    <a:pt x="8635497" y="2155109"/>
                    <a:pt x="8520442" y="1911983"/>
                  </a:cubicBezTo>
                  <a:cubicBezTo>
                    <a:pt x="8462667" y="1790541"/>
                    <a:pt x="8400112" y="1670923"/>
                    <a:pt x="8332626" y="1553608"/>
                  </a:cubicBezTo>
                  <a:cubicBezTo>
                    <a:pt x="8265683" y="1436006"/>
                    <a:pt x="8192973" y="1321188"/>
                    <a:pt x="8116317" y="1208529"/>
                  </a:cubicBezTo>
                  <a:cubicBezTo>
                    <a:pt x="8039811" y="1095776"/>
                    <a:pt x="7958079" y="986094"/>
                    <a:pt x="7873293" y="878284"/>
                  </a:cubicBezTo>
                  <a:cubicBezTo>
                    <a:pt x="7787814" y="771002"/>
                    <a:pt x="7697999" y="666551"/>
                    <a:pt x="7604337" y="565125"/>
                  </a:cubicBezTo>
                  <a:cubicBezTo>
                    <a:pt x="7510479" y="463891"/>
                    <a:pt x="7413367" y="364818"/>
                    <a:pt x="7311128" y="270591"/>
                  </a:cubicBezTo>
                  <a:close/>
                  <a:moveTo>
                    <a:pt x="1752019" y="0"/>
                  </a:moveTo>
                  <a:lnTo>
                    <a:pt x="2155804" y="0"/>
                  </a:lnTo>
                  <a:lnTo>
                    <a:pt x="2103975" y="40789"/>
                  </a:lnTo>
                  <a:cubicBezTo>
                    <a:pt x="1943592" y="173585"/>
                    <a:pt x="1793955" y="317500"/>
                    <a:pt x="1656310" y="470035"/>
                  </a:cubicBezTo>
                  <a:cubicBezTo>
                    <a:pt x="1288172" y="876939"/>
                    <a:pt x="1002998" y="1344708"/>
                    <a:pt x="806013" y="1841133"/>
                  </a:cubicBezTo>
                  <a:cubicBezTo>
                    <a:pt x="707818" y="2089538"/>
                    <a:pt x="630868" y="2345480"/>
                    <a:pt x="580685" y="2606364"/>
                  </a:cubicBezTo>
                  <a:cubicBezTo>
                    <a:pt x="530749" y="2867250"/>
                    <a:pt x="504868" y="3132119"/>
                    <a:pt x="503489" y="3397276"/>
                  </a:cubicBezTo>
                  <a:cubicBezTo>
                    <a:pt x="501467" y="3662434"/>
                    <a:pt x="524093" y="3927351"/>
                    <a:pt x="570135" y="4188235"/>
                  </a:cubicBezTo>
                  <a:cubicBezTo>
                    <a:pt x="615734" y="4449264"/>
                    <a:pt x="688642" y="4705493"/>
                    <a:pt x="783387" y="4953850"/>
                  </a:cubicBezTo>
                  <a:cubicBezTo>
                    <a:pt x="974357" y="5449796"/>
                    <a:pt x="1259630" y="5913773"/>
                    <a:pt x="1628014" y="6308245"/>
                  </a:cubicBezTo>
                  <a:cubicBezTo>
                    <a:pt x="1812182" y="6505481"/>
                    <a:pt x="2016215" y="6685052"/>
                    <a:pt x="2235998" y="6844829"/>
                  </a:cubicBezTo>
                  <a:lnTo>
                    <a:pt x="2255028" y="6858000"/>
                  </a:lnTo>
                  <a:lnTo>
                    <a:pt x="1578787" y="6858000"/>
                  </a:lnTo>
                  <a:lnTo>
                    <a:pt x="1465153" y="6759050"/>
                  </a:lnTo>
                  <a:cubicBezTo>
                    <a:pt x="1410086" y="6708726"/>
                    <a:pt x="1356236" y="6657104"/>
                    <a:pt x="1303650" y="6604267"/>
                  </a:cubicBezTo>
                  <a:cubicBezTo>
                    <a:pt x="883506" y="6181043"/>
                    <a:pt x="548150" y="5676072"/>
                    <a:pt x="323708" y="5126365"/>
                  </a:cubicBezTo>
                  <a:cubicBezTo>
                    <a:pt x="97737" y="4577139"/>
                    <a:pt x="-10958" y="3981927"/>
                    <a:pt x="872" y="3391228"/>
                  </a:cubicBezTo>
                  <a:cubicBezTo>
                    <a:pt x="5951" y="3095783"/>
                    <a:pt x="40506" y="2800528"/>
                    <a:pt x="105428" y="2511899"/>
                  </a:cubicBezTo>
                  <a:cubicBezTo>
                    <a:pt x="170104" y="2223317"/>
                    <a:pt x="262089" y="1940399"/>
                    <a:pt x="384933" y="1670971"/>
                  </a:cubicBezTo>
                  <a:cubicBezTo>
                    <a:pt x="629092" y="1131344"/>
                    <a:pt x="991955" y="646919"/>
                    <a:pt x="1433593" y="256095"/>
                  </a:cubicBezTo>
                  <a:cubicBezTo>
                    <a:pt x="1488791" y="207206"/>
                    <a:pt x="1545179" y="159733"/>
                    <a:pt x="1602664" y="11370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8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5CF8108A-27CB-6B90-7AAD-D7421755A6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59468" y="36937"/>
              <a:ext cx="9065550" cy="6858000"/>
            </a:xfrm>
            <a:custGeom>
              <a:avLst/>
              <a:gdLst>
                <a:gd name="connsiteX0" fmla="*/ 1839951 w 9065550"/>
                <a:gd name="connsiteY0" fmla="*/ 0 h 6858000"/>
                <a:gd name="connsiteX1" fmla="*/ 6979427 w 9065550"/>
                <a:gd name="connsiteY1" fmla="*/ 0 h 6858000"/>
                <a:gd name="connsiteX2" fmla="*/ 6989586 w 9065550"/>
                <a:gd name="connsiteY2" fmla="*/ 6825 h 6858000"/>
                <a:gd name="connsiteX3" fmla="*/ 8932062 w 9065550"/>
                <a:gd name="connsiteY3" fmla="*/ 4580835 h 6858000"/>
                <a:gd name="connsiteX4" fmla="*/ 7166294 w 9065550"/>
                <a:gd name="connsiteY4" fmla="*/ 6259703 h 6858000"/>
                <a:gd name="connsiteX5" fmla="*/ 6868878 w 9065550"/>
                <a:gd name="connsiteY5" fmla="*/ 6564765 h 6858000"/>
                <a:gd name="connsiteX6" fmla="*/ 6591881 w 9065550"/>
                <a:gd name="connsiteY6" fmla="*/ 6858000 h 6858000"/>
                <a:gd name="connsiteX7" fmla="*/ 5184648 w 9065550"/>
                <a:gd name="connsiteY7" fmla="*/ 6858000 h 6858000"/>
                <a:gd name="connsiteX8" fmla="*/ 5244877 w 9065550"/>
                <a:gd name="connsiteY8" fmla="*/ 6817615 h 6858000"/>
                <a:gd name="connsiteX9" fmla="*/ 6033853 w 9065550"/>
                <a:gd name="connsiteY9" fmla="*/ 6069135 h 6858000"/>
                <a:gd name="connsiteX10" fmla="*/ 6480248 w 9065550"/>
                <a:gd name="connsiteY10" fmla="*/ 5607082 h 6858000"/>
                <a:gd name="connsiteX11" fmla="*/ 7551502 w 9065550"/>
                <a:gd name="connsiteY11" fmla="*/ 4859004 h 6858000"/>
                <a:gd name="connsiteX12" fmla="*/ 7844227 w 9065550"/>
                <a:gd name="connsiteY12" fmla="*/ 4683074 h 6858000"/>
                <a:gd name="connsiteX13" fmla="*/ 8005810 w 9065550"/>
                <a:gd name="connsiteY13" fmla="*/ 4330239 h 6858000"/>
                <a:gd name="connsiteX14" fmla="*/ 8016191 w 9065550"/>
                <a:gd name="connsiteY14" fmla="*/ 2956574 h 6858000"/>
                <a:gd name="connsiteX15" fmla="*/ 7346424 w 9065550"/>
                <a:gd name="connsiteY15" fmla="*/ 1636739 h 6858000"/>
                <a:gd name="connsiteX16" fmla="*/ 5995751 w 9065550"/>
                <a:gd name="connsiteY16" fmla="*/ 493319 h 6858000"/>
                <a:gd name="connsiteX17" fmla="*/ 4494836 w 9065550"/>
                <a:gd name="connsiteY17" fmla="*/ 75383 h 6858000"/>
                <a:gd name="connsiteX18" fmla="*/ 2002499 w 9065550"/>
                <a:gd name="connsiteY18" fmla="*/ 1094261 h 6858000"/>
                <a:gd name="connsiteX19" fmla="*/ 1241306 w 9065550"/>
                <a:gd name="connsiteY19" fmla="*/ 2206935 h 6858000"/>
                <a:gd name="connsiteX20" fmla="*/ 961736 w 9065550"/>
                <a:gd name="connsiteY20" fmla="*/ 3573719 h 6858000"/>
                <a:gd name="connsiteX21" fmla="*/ 1193878 w 9065550"/>
                <a:gd name="connsiteY21" fmla="*/ 4824208 h 6858000"/>
                <a:gd name="connsiteX22" fmla="*/ 1832096 w 9065550"/>
                <a:gd name="connsiteY22" fmla="*/ 5873050 h 6858000"/>
                <a:gd name="connsiteX23" fmla="*/ 3010752 w 9065550"/>
                <a:gd name="connsiteY23" fmla="*/ 6749475 h 6858000"/>
                <a:gd name="connsiteX24" fmla="*/ 3187037 w 9065550"/>
                <a:gd name="connsiteY24" fmla="*/ 6824756 h 6858000"/>
                <a:gd name="connsiteX25" fmla="*/ 3278211 w 9065550"/>
                <a:gd name="connsiteY25" fmla="*/ 6858000 h 6858000"/>
                <a:gd name="connsiteX26" fmla="*/ 1480830 w 9065550"/>
                <a:gd name="connsiteY26" fmla="*/ 6858000 h 6858000"/>
                <a:gd name="connsiteX27" fmla="*/ 1427607 w 9065550"/>
                <a:gd name="connsiteY27" fmla="*/ 6811515 h 6858000"/>
                <a:gd name="connsiteX28" fmla="*/ 1100739 w 9065550"/>
                <a:gd name="connsiteY28" fmla="*/ 6477651 h 6858000"/>
                <a:gd name="connsiteX29" fmla="*/ 0 w 9065550"/>
                <a:gd name="connsiteY29" fmla="*/ 3573620 h 6858000"/>
                <a:gd name="connsiteX30" fmla="*/ 1805513 w 9065550"/>
                <a:gd name="connsiteY30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9065550" h="6858000">
                  <a:moveTo>
                    <a:pt x="1839951" y="0"/>
                  </a:moveTo>
                  <a:lnTo>
                    <a:pt x="6979427" y="0"/>
                  </a:lnTo>
                  <a:lnTo>
                    <a:pt x="6989586" y="6825"/>
                  </a:lnTo>
                  <a:cubicBezTo>
                    <a:pt x="8438828" y="1031353"/>
                    <a:pt x="9439169" y="2823601"/>
                    <a:pt x="8932062" y="4580835"/>
                  </a:cubicBezTo>
                  <a:cubicBezTo>
                    <a:pt x="8592517" y="5757293"/>
                    <a:pt x="7979652" y="5458140"/>
                    <a:pt x="7166294" y="6259703"/>
                  </a:cubicBezTo>
                  <a:cubicBezTo>
                    <a:pt x="7064618" y="6359905"/>
                    <a:pt x="6966014" y="6462297"/>
                    <a:pt x="6868878" y="6564765"/>
                  </a:cubicBezTo>
                  <a:lnTo>
                    <a:pt x="6591881" y="6858000"/>
                  </a:lnTo>
                  <a:lnTo>
                    <a:pt x="5184648" y="6858000"/>
                  </a:lnTo>
                  <a:lnTo>
                    <a:pt x="5244877" y="6817615"/>
                  </a:lnTo>
                  <a:cubicBezTo>
                    <a:pt x="5481027" y="6649287"/>
                    <a:pt x="5723665" y="6398593"/>
                    <a:pt x="6033853" y="6069135"/>
                  </a:cubicBezTo>
                  <a:cubicBezTo>
                    <a:pt x="6175680" y="5918484"/>
                    <a:pt x="6322395" y="5762660"/>
                    <a:pt x="6480248" y="5607082"/>
                  </a:cubicBezTo>
                  <a:cubicBezTo>
                    <a:pt x="6893276" y="5200077"/>
                    <a:pt x="7273697" y="5002920"/>
                    <a:pt x="7551502" y="4859004"/>
                  </a:cubicBezTo>
                  <a:cubicBezTo>
                    <a:pt x="7687884" y="4788339"/>
                    <a:pt x="7795540" y="4732559"/>
                    <a:pt x="7844227" y="4683074"/>
                  </a:cubicBezTo>
                  <a:cubicBezTo>
                    <a:pt x="7898759" y="4627636"/>
                    <a:pt x="7956165" y="4502313"/>
                    <a:pt x="8005810" y="4330239"/>
                  </a:cubicBezTo>
                  <a:cubicBezTo>
                    <a:pt x="8132968" y="3889611"/>
                    <a:pt x="8136446" y="3427460"/>
                    <a:pt x="8016191" y="2956574"/>
                  </a:cubicBezTo>
                  <a:cubicBezTo>
                    <a:pt x="7900876" y="2505064"/>
                    <a:pt x="7669287" y="2048671"/>
                    <a:pt x="7346424" y="1636739"/>
                  </a:cubicBezTo>
                  <a:cubicBezTo>
                    <a:pt x="6979764" y="1168830"/>
                    <a:pt x="6512706" y="773489"/>
                    <a:pt x="5995751" y="493319"/>
                  </a:cubicBezTo>
                  <a:cubicBezTo>
                    <a:pt x="5491195" y="219884"/>
                    <a:pt x="4972174" y="75383"/>
                    <a:pt x="4494836" y="75383"/>
                  </a:cubicBezTo>
                  <a:cubicBezTo>
                    <a:pt x="3554318" y="75383"/>
                    <a:pt x="2669191" y="437197"/>
                    <a:pt x="2002499" y="1094261"/>
                  </a:cubicBezTo>
                  <a:cubicBezTo>
                    <a:pt x="1676360" y="1415667"/>
                    <a:pt x="1420225" y="1790023"/>
                    <a:pt x="1241306" y="2206935"/>
                  </a:cubicBezTo>
                  <a:cubicBezTo>
                    <a:pt x="1055782" y="2639169"/>
                    <a:pt x="961736" y="3099027"/>
                    <a:pt x="961736" y="3573719"/>
                  </a:cubicBezTo>
                  <a:cubicBezTo>
                    <a:pt x="961736" y="4005124"/>
                    <a:pt x="1039805" y="4425841"/>
                    <a:pt x="1193878" y="4824208"/>
                  </a:cubicBezTo>
                  <a:cubicBezTo>
                    <a:pt x="1342457" y="5208423"/>
                    <a:pt x="1557214" y="5561306"/>
                    <a:pt x="1832096" y="5873050"/>
                  </a:cubicBezTo>
                  <a:cubicBezTo>
                    <a:pt x="2157126" y="6241599"/>
                    <a:pt x="2564661" y="6544656"/>
                    <a:pt x="3010752" y="6749475"/>
                  </a:cubicBezTo>
                  <a:cubicBezTo>
                    <a:pt x="3069003" y="6776219"/>
                    <a:pt x="3127773" y="6801314"/>
                    <a:pt x="3187037" y="6824756"/>
                  </a:cubicBezTo>
                  <a:lnTo>
                    <a:pt x="3278211" y="6858000"/>
                  </a:lnTo>
                  <a:lnTo>
                    <a:pt x="1480830" y="6858000"/>
                  </a:lnTo>
                  <a:lnTo>
                    <a:pt x="1427607" y="6811515"/>
                  </a:lnTo>
                  <a:cubicBezTo>
                    <a:pt x="1312870" y="6705919"/>
                    <a:pt x="1203751" y="6594470"/>
                    <a:pt x="1100739" y="6477651"/>
                  </a:cubicBezTo>
                  <a:cubicBezTo>
                    <a:pt x="415045" y="5700097"/>
                    <a:pt x="0" y="4684635"/>
                    <a:pt x="0" y="3573620"/>
                  </a:cubicBezTo>
                  <a:cubicBezTo>
                    <a:pt x="0" y="2121118"/>
                    <a:pt x="709459" y="831902"/>
                    <a:pt x="1805513" y="24133"/>
                  </a:cubicBezTo>
                  <a:close/>
                </a:path>
              </a:pathLst>
            </a:custGeom>
            <a:solidFill>
              <a:schemeClr val="accent1">
                <a:alpha val="8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5AC437D0-6A88-D942-53CA-33B27A07BF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48217" y="36937"/>
              <a:ext cx="9088051" cy="6858000"/>
            </a:xfrm>
            <a:custGeom>
              <a:avLst/>
              <a:gdLst>
                <a:gd name="connsiteX0" fmla="*/ 5158786 w 9088051"/>
                <a:gd name="connsiteY0" fmla="*/ 0 h 6858000"/>
                <a:gd name="connsiteX1" fmla="*/ 6996771 w 9088051"/>
                <a:gd name="connsiteY1" fmla="*/ 0 h 6858000"/>
                <a:gd name="connsiteX2" fmla="*/ 7006955 w 9088051"/>
                <a:gd name="connsiteY2" fmla="*/ 6825 h 6858000"/>
                <a:gd name="connsiteX3" fmla="*/ 8954230 w 9088051"/>
                <a:gd name="connsiteY3" fmla="*/ 4580835 h 6858000"/>
                <a:gd name="connsiteX4" fmla="*/ 7184080 w 9088051"/>
                <a:gd name="connsiteY4" fmla="*/ 6259703 h 6858000"/>
                <a:gd name="connsiteX5" fmla="*/ 6885926 w 9088051"/>
                <a:gd name="connsiteY5" fmla="*/ 6564765 h 6858000"/>
                <a:gd name="connsiteX6" fmla="*/ 6608241 w 9088051"/>
                <a:gd name="connsiteY6" fmla="*/ 6858000 h 6858000"/>
                <a:gd name="connsiteX7" fmla="*/ 5462870 w 9088051"/>
                <a:gd name="connsiteY7" fmla="*/ 6858000 h 6858000"/>
                <a:gd name="connsiteX8" fmla="*/ 5529056 w 9088051"/>
                <a:gd name="connsiteY8" fmla="*/ 6804645 h 6858000"/>
                <a:gd name="connsiteX9" fmla="*/ 6167613 w 9088051"/>
                <a:gd name="connsiteY9" fmla="*/ 6173667 h 6858000"/>
                <a:gd name="connsiteX10" fmla="*/ 6610973 w 9088051"/>
                <a:gd name="connsiteY10" fmla="*/ 5715860 h 6858000"/>
                <a:gd name="connsiteX11" fmla="*/ 7646083 w 9088051"/>
                <a:gd name="connsiteY11" fmla="*/ 4995842 h 6858000"/>
                <a:gd name="connsiteX12" fmla="*/ 7980054 w 9088051"/>
                <a:gd name="connsiteY12" fmla="*/ 4790095 h 6858000"/>
                <a:gd name="connsiteX13" fmla="*/ 8180437 w 9088051"/>
                <a:gd name="connsiteY13" fmla="*/ 4371964 h 6858000"/>
                <a:gd name="connsiteX14" fmla="*/ 8192058 w 9088051"/>
                <a:gd name="connsiteY14" fmla="*/ 2919242 h 6858000"/>
                <a:gd name="connsiteX15" fmla="*/ 7492638 w 9088051"/>
                <a:gd name="connsiteY15" fmla="*/ 1542845 h 6858000"/>
                <a:gd name="connsiteX16" fmla="*/ 6089097 w 9088051"/>
                <a:gd name="connsiteY16" fmla="*/ 357847 h 6858000"/>
                <a:gd name="connsiteX17" fmla="*/ 5288639 w 9088051"/>
                <a:gd name="connsiteY17" fmla="*/ 31627 h 6858000"/>
                <a:gd name="connsiteX18" fmla="*/ 1844517 w 9088051"/>
                <a:gd name="connsiteY18" fmla="*/ 0 h 6858000"/>
                <a:gd name="connsiteX19" fmla="*/ 3734467 w 9088051"/>
                <a:gd name="connsiteY19" fmla="*/ 0 h 6858000"/>
                <a:gd name="connsiteX20" fmla="*/ 3603618 w 9088051"/>
                <a:gd name="connsiteY20" fmla="*/ 28853 h 6858000"/>
                <a:gd name="connsiteX21" fmla="*/ 1892878 w 9088051"/>
                <a:gd name="connsiteY21" fmla="*/ 985434 h 6858000"/>
                <a:gd name="connsiteX22" fmla="*/ 1096045 w 9088051"/>
                <a:gd name="connsiteY22" fmla="*/ 2147349 h 6858000"/>
                <a:gd name="connsiteX23" fmla="*/ 803453 w 9088051"/>
                <a:gd name="connsiteY23" fmla="*/ 3573669 h 6858000"/>
                <a:gd name="connsiteX24" fmla="*/ 1046377 w 9088051"/>
                <a:gd name="connsiteY24" fmla="*/ 4878573 h 6858000"/>
                <a:gd name="connsiteX25" fmla="*/ 1714473 w 9088051"/>
                <a:gd name="connsiteY25" fmla="*/ 5973776 h 6858000"/>
                <a:gd name="connsiteX26" fmla="*/ 2776083 w 9088051"/>
                <a:gd name="connsiteY26" fmla="*/ 6804641 h 6858000"/>
                <a:gd name="connsiteX27" fmla="*/ 2884836 w 9088051"/>
                <a:gd name="connsiteY27" fmla="*/ 6858000 h 6858000"/>
                <a:gd name="connsiteX28" fmla="*/ 1484505 w 9088051"/>
                <a:gd name="connsiteY28" fmla="*/ 6858000 h 6858000"/>
                <a:gd name="connsiteX29" fmla="*/ 1431151 w 9088051"/>
                <a:gd name="connsiteY29" fmla="*/ 6811515 h 6858000"/>
                <a:gd name="connsiteX30" fmla="*/ 1103471 w 9088051"/>
                <a:gd name="connsiteY30" fmla="*/ 6477651 h 6858000"/>
                <a:gd name="connsiteX31" fmla="*/ 0 w 9088051"/>
                <a:gd name="connsiteY31" fmla="*/ 3573620 h 6858000"/>
                <a:gd name="connsiteX32" fmla="*/ 1809994 w 9088051"/>
                <a:gd name="connsiteY32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9088051" h="6858000">
                  <a:moveTo>
                    <a:pt x="5158786" y="0"/>
                  </a:moveTo>
                  <a:lnTo>
                    <a:pt x="6996771" y="0"/>
                  </a:lnTo>
                  <a:lnTo>
                    <a:pt x="7006955" y="6825"/>
                  </a:lnTo>
                  <a:cubicBezTo>
                    <a:pt x="8459794" y="1031353"/>
                    <a:pt x="9462596" y="2823601"/>
                    <a:pt x="8954230" y="4580835"/>
                  </a:cubicBezTo>
                  <a:cubicBezTo>
                    <a:pt x="8613842" y="5757293"/>
                    <a:pt x="7999457" y="5458140"/>
                    <a:pt x="7184080" y="6259703"/>
                  </a:cubicBezTo>
                  <a:cubicBezTo>
                    <a:pt x="7082152" y="6359905"/>
                    <a:pt x="6983303" y="6462297"/>
                    <a:pt x="6885926" y="6564765"/>
                  </a:cubicBezTo>
                  <a:lnTo>
                    <a:pt x="6608241" y="6858000"/>
                  </a:lnTo>
                  <a:lnTo>
                    <a:pt x="5462870" y="6858000"/>
                  </a:lnTo>
                  <a:lnTo>
                    <a:pt x="5529056" y="6804645"/>
                  </a:lnTo>
                  <a:cubicBezTo>
                    <a:pt x="5740217" y="6626505"/>
                    <a:pt x="5949382" y="6404876"/>
                    <a:pt x="6167613" y="6173667"/>
                  </a:cubicBezTo>
                  <a:cubicBezTo>
                    <a:pt x="6308782" y="6024091"/>
                    <a:pt x="6454799" y="5869390"/>
                    <a:pt x="6610973" y="5715860"/>
                  </a:cubicBezTo>
                  <a:cubicBezTo>
                    <a:pt x="7007847" y="5325741"/>
                    <a:pt x="7376733" y="5135074"/>
                    <a:pt x="7646083" y="4995842"/>
                  </a:cubicBezTo>
                  <a:cubicBezTo>
                    <a:pt x="7816858" y="4907561"/>
                    <a:pt x="7916545" y="4854514"/>
                    <a:pt x="7980054" y="4790095"/>
                  </a:cubicBezTo>
                  <a:cubicBezTo>
                    <a:pt x="8054629" y="4714405"/>
                    <a:pt x="8122031" y="4573758"/>
                    <a:pt x="8180437" y="4371964"/>
                  </a:cubicBezTo>
                  <a:cubicBezTo>
                    <a:pt x="8315441" y="3905228"/>
                    <a:pt x="8319381" y="3416431"/>
                    <a:pt x="8192058" y="2919242"/>
                  </a:cubicBezTo>
                  <a:cubicBezTo>
                    <a:pt x="8071251" y="2447381"/>
                    <a:pt x="7829388" y="1971467"/>
                    <a:pt x="7492638" y="1542845"/>
                  </a:cubicBezTo>
                  <a:cubicBezTo>
                    <a:pt x="7111829" y="1058099"/>
                    <a:pt x="6626484" y="648361"/>
                    <a:pt x="6089097" y="357847"/>
                  </a:cubicBezTo>
                  <a:cubicBezTo>
                    <a:pt x="5824244" y="214687"/>
                    <a:pt x="5554957" y="105262"/>
                    <a:pt x="5288639" y="31627"/>
                  </a:cubicBezTo>
                  <a:close/>
                  <a:moveTo>
                    <a:pt x="1844517" y="0"/>
                  </a:moveTo>
                  <a:lnTo>
                    <a:pt x="3734467" y="0"/>
                  </a:lnTo>
                  <a:lnTo>
                    <a:pt x="3603618" y="28853"/>
                  </a:lnTo>
                  <a:cubicBezTo>
                    <a:pt x="2962049" y="186733"/>
                    <a:pt x="2373277" y="513136"/>
                    <a:pt x="1892878" y="985434"/>
                  </a:cubicBezTo>
                  <a:cubicBezTo>
                    <a:pt x="1551428" y="1321091"/>
                    <a:pt x="1283341" y="1711990"/>
                    <a:pt x="1096045" y="2147349"/>
                  </a:cubicBezTo>
                  <a:cubicBezTo>
                    <a:pt x="901876" y="2598519"/>
                    <a:pt x="803453" y="3078432"/>
                    <a:pt x="803453" y="3573669"/>
                  </a:cubicBezTo>
                  <a:cubicBezTo>
                    <a:pt x="803453" y="4023717"/>
                    <a:pt x="885151" y="4462735"/>
                    <a:pt x="1046377" y="4878573"/>
                  </a:cubicBezTo>
                  <a:cubicBezTo>
                    <a:pt x="1201945" y="5279770"/>
                    <a:pt x="1426681" y="5648221"/>
                    <a:pt x="1714473" y="5973776"/>
                  </a:cubicBezTo>
                  <a:cubicBezTo>
                    <a:pt x="2012357" y="6310732"/>
                    <a:pt x="2376505" y="6595304"/>
                    <a:pt x="2776083" y="6804641"/>
                  </a:cubicBezTo>
                  <a:lnTo>
                    <a:pt x="2884836" y="6858000"/>
                  </a:lnTo>
                  <a:lnTo>
                    <a:pt x="1484505" y="6858000"/>
                  </a:lnTo>
                  <a:lnTo>
                    <a:pt x="1431151" y="6811515"/>
                  </a:lnTo>
                  <a:cubicBezTo>
                    <a:pt x="1316128" y="6705919"/>
                    <a:pt x="1206738" y="6594470"/>
                    <a:pt x="1103471" y="6477651"/>
                  </a:cubicBezTo>
                  <a:cubicBezTo>
                    <a:pt x="416075" y="5700097"/>
                    <a:pt x="0" y="4684635"/>
                    <a:pt x="0" y="3573620"/>
                  </a:cubicBezTo>
                  <a:cubicBezTo>
                    <a:pt x="0" y="2121118"/>
                    <a:pt x="711220" y="831902"/>
                    <a:pt x="1809994" y="241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2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DEA6F6B6-40CF-7DB8-97B1-34778ED854F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29061" y="36937"/>
              <a:ext cx="9107210" cy="6858000"/>
            </a:xfrm>
            <a:custGeom>
              <a:avLst/>
              <a:gdLst>
                <a:gd name="connsiteX0" fmla="*/ 6184722 w 9107210"/>
                <a:gd name="connsiteY0" fmla="*/ 0 h 6858000"/>
                <a:gd name="connsiteX1" fmla="*/ 6985680 w 9107210"/>
                <a:gd name="connsiteY1" fmla="*/ 0 h 6858000"/>
                <a:gd name="connsiteX2" fmla="*/ 7324323 w 9107210"/>
                <a:gd name="connsiteY2" fmla="*/ 247136 h 6858000"/>
                <a:gd name="connsiteX3" fmla="*/ 7652712 w 9107210"/>
                <a:gd name="connsiteY3" fmla="*/ 528495 h 6858000"/>
                <a:gd name="connsiteX4" fmla="*/ 8236677 w 9107210"/>
                <a:gd name="connsiteY4" fmla="*/ 1166289 h 6858000"/>
                <a:gd name="connsiteX5" fmla="*/ 8704298 w 9107210"/>
                <a:gd name="connsiteY5" fmla="*/ 1897038 h 6858000"/>
                <a:gd name="connsiteX6" fmla="*/ 8885160 w 9107210"/>
                <a:gd name="connsiteY6" fmla="*/ 2294087 h 6858000"/>
                <a:gd name="connsiteX7" fmla="*/ 8924247 w 9107210"/>
                <a:gd name="connsiteY7" fmla="*/ 2396286 h 6858000"/>
                <a:gd name="connsiteX8" fmla="*/ 8960022 w 9107210"/>
                <a:gd name="connsiteY8" fmla="*/ 2499767 h 6858000"/>
                <a:gd name="connsiteX9" fmla="*/ 8991720 w 9107210"/>
                <a:gd name="connsiteY9" fmla="*/ 2604671 h 6858000"/>
                <a:gd name="connsiteX10" fmla="*/ 9019646 w 9107210"/>
                <a:gd name="connsiteY10" fmla="*/ 2710708 h 6858000"/>
                <a:gd name="connsiteX11" fmla="*/ 9105822 w 9107210"/>
                <a:gd name="connsiteY11" fmla="*/ 3582266 h 6858000"/>
                <a:gd name="connsiteX12" fmla="*/ 9057716 w 9107210"/>
                <a:gd name="connsiteY12" fmla="*/ 4017873 h 6858000"/>
                <a:gd name="connsiteX13" fmla="*/ 8945600 w 9107210"/>
                <a:gd name="connsiteY13" fmla="*/ 4439659 h 6858000"/>
                <a:gd name="connsiteX14" fmla="*/ 8796080 w 9107210"/>
                <a:gd name="connsiteY14" fmla="*/ 4847428 h 6858000"/>
                <a:gd name="connsiteX15" fmla="*/ 8702056 w 9107210"/>
                <a:gd name="connsiteY15" fmla="*/ 5050108 h 6858000"/>
                <a:gd name="connsiteX16" fmla="*/ 8581125 w 9107210"/>
                <a:gd name="connsiteY16" fmla="*/ 5247525 h 6858000"/>
                <a:gd name="connsiteX17" fmla="*/ 8426254 w 9107210"/>
                <a:gd name="connsiteY17" fmla="*/ 5429647 h 6858000"/>
                <a:gd name="connsiteX18" fmla="*/ 8337174 w 9107210"/>
                <a:gd name="connsiteY18" fmla="*/ 5510552 h 6858000"/>
                <a:gd name="connsiteX19" fmla="*/ 8243200 w 9107210"/>
                <a:gd name="connsiteY19" fmla="*/ 5582948 h 6858000"/>
                <a:gd name="connsiteX20" fmla="*/ 7868330 w 9107210"/>
                <a:gd name="connsiteY20" fmla="*/ 5811104 h 6858000"/>
                <a:gd name="connsiteX21" fmla="*/ 7538916 w 9107210"/>
                <a:gd name="connsiteY21" fmla="*/ 6018899 h 6858000"/>
                <a:gd name="connsiteX22" fmla="*/ 7391280 w 9107210"/>
                <a:gd name="connsiteY22" fmla="*/ 6134132 h 6858000"/>
                <a:gd name="connsiteX23" fmla="*/ 7252511 w 9107210"/>
                <a:gd name="connsiteY23" fmla="*/ 6259105 h 6858000"/>
                <a:gd name="connsiteX24" fmla="*/ 7185601 w 9107210"/>
                <a:gd name="connsiteY24" fmla="*/ 6325894 h 6858000"/>
                <a:gd name="connsiteX25" fmla="*/ 7116651 w 9107210"/>
                <a:gd name="connsiteY25" fmla="*/ 6397010 h 6858000"/>
                <a:gd name="connsiteX26" fmla="*/ 6978545 w 9107210"/>
                <a:gd name="connsiteY26" fmla="*/ 6541607 h 6858000"/>
                <a:gd name="connsiteX27" fmla="*/ 6693009 w 9107210"/>
                <a:gd name="connsiteY27" fmla="*/ 6832716 h 6858000"/>
                <a:gd name="connsiteX28" fmla="*/ 6667488 w 9107210"/>
                <a:gd name="connsiteY28" fmla="*/ 6858000 h 6858000"/>
                <a:gd name="connsiteX29" fmla="*/ 6056793 w 9107210"/>
                <a:gd name="connsiteY29" fmla="*/ 6858000 h 6858000"/>
                <a:gd name="connsiteX30" fmla="*/ 6077345 w 9107210"/>
                <a:gd name="connsiteY30" fmla="*/ 6835420 h 6858000"/>
                <a:gd name="connsiteX31" fmla="*/ 6208519 w 9107210"/>
                <a:gd name="connsiteY31" fmla="*/ 6683989 h 6858000"/>
                <a:gd name="connsiteX32" fmla="*/ 6340001 w 9107210"/>
                <a:gd name="connsiteY32" fmla="*/ 6529852 h 6858000"/>
                <a:gd name="connsiteX33" fmla="*/ 6611419 w 9107210"/>
                <a:gd name="connsiteY33" fmla="*/ 6219317 h 6858000"/>
                <a:gd name="connsiteX34" fmla="*/ 6757678 w 9107210"/>
                <a:gd name="connsiteY34" fmla="*/ 6068228 h 6858000"/>
                <a:gd name="connsiteX35" fmla="*/ 6833713 w 9107210"/>
                <a:gd name="connsiteY35" fmla="*/ 5994061 h 6858000"/>
                <a:gd name="connsiteX36" fmla="*/ 6915148 w 9107210"/>
                <a:gd name="connsiteY36" fmla="*/ 5918812 h 6858000"/>
                <a:gd name="connsiteX37" fmla="*/ 7276311 w 9107210"/>
                <a:gd name="connsiteY37" fmla="*/ 5650229 h 6858000"/>
                <a:gd name="connsiteX38" fmla="*/ 7664942 w 9107210"/>
                <a:gd name="connsiteY38" fmla="*/ 5445681 h 6858000"/>
                <a:gd name="connsiteX39" fmla="*/ 7848505 w 9107210"/>
                <a:gd name="connsiteY39" fmla="*/ 5358333 h 6858000"/>
                <a:gd name="connsiteX40" fmla="*/ 8011785 w 9107210"/>
                <a:gd name="connsiteY40" fmla="*/ 5267788 h 6858000"/>
                <a:gd name="connsiteX41" fmla="*/ 8260273 w 9107210"/>
                <a:gd name="connsiteY41" fmla="*/ 5034370 h 6858000"/>
                <a:gd name="connsiteX42" fmla="*/ 8417589 w 9107210"/>
                <a:gd name="connsiteY42" fmla="*/ 4714488 h 6858000"/>
                <a:gd name="connsiteX43" fmla="*/ 8495000 w 9107210"/>
                <a:gd name="connsiteY43" fmla="*/ 4346409 h 6858000"/>
                <a:gd name="connsiteX44" fmla="*/ 8508556 w 9107210"/>
                <a:gd name="connsiteY44" fmla="*/ 3971101 h 6858000"/>
                <a:gd name="connsiteX45" fmla="*/ 8483330 w 9107210"/>
                <a:gd name="connsiteY45" fmla="*/ 3600710 h 6858000"/>
                <a:gd name="connsiteX46" fmla="*/ 8425336 w 9107210"/>
                <a:gd name="connsiteY46" fmla="*/ 3236121 h 6858000"/>
                <a:gd name="connsiteX47" fmla="*/ 8334575 w 9107210"/>
                <a:gd name="connsiteY47" fmla="*/ 2877977 h 6858000"/>
                <a:gd name="connsiteX48" fmla="*/ 8087513 w 9107210"/>
                <a:gd name="connsiteY48" fmla="*/ 2174622 h 6858000"/>
                <a:gd name="connsiteX49" fmla="*/ 7723650 w 9107210"/>
                <a:gd name="connsiteY49" fmla="*/ 1507613 h 6858000"/>
                <a:gd name="connsiteX50" fmla="*/ 7501815 w 9107210"/>
                <a:gd name="connsiteY50" fmla="*/ 1192947 h 6858000"/>
                <a:gd name="connsiteX51" fmla="*/ 7254399 w 9107210"/>
                <a:gd name="connsiteY51" fmla="*/ 894361 h 6858000"/>
                <a:gd name="connsiteX52" fmla="*/ 6689339 w 9107210"/>
                <a:gd name="connsiteY52" fmla="*/ 354046 h 6858000"/>
                <a:gd name="connsiteX53" fmla="*/ 6206651 w 9107210"/>
                <a:gd name="connsiteY53" fmla="*/ 12626 h 6858000"/>
                <a:gd name="connsiteX54" fmla="*/ 1827105 w 9107210"/>
                <a:gd name="connsiteY54" fmla="*/ 0 h 6858000"/>
                <a:gd name="connsiteX55" fmla="*/ 2807607 w 9107210"/>
                <a:gd name="connsiteY55" fmla="*/ 0 h 6858000"/>
                <a:gd name="connsiteX56" fmla="*/ 2667958 w 9107210"/>
                <a:gd name="connsiteY56" fmla="*/ 88235 h 6858000"/>
                <a:gd name="connsiteX57" fmla="*/ 2354723 w 9107210"/>
                <a:gd name="connsiteY57" fmla="*/ 314947 h 6858000"/>
                <a:gd name="connsiteX58" fmla="*/ 2059963 w 9107210"/>
                <a:gd name="connsiteY58" fmla="*/ 561545 h 6858000"/>
                <a:gd name="connsiteX59" fmla="*/ 1780798 w 9107210"/>
                <a:gd name="connsiteY59" fmla="*/ 824425 h 6858000"/>
                <a:gd name="connsiteX60" fmla="*/ 954714 w 9107210"/>
                <a:gd name="connsiteY60" fmla="*/ 2094309 h 6858000"/>
                <a:gd name="connsiteX61" fmla="*/ 732676 w 9107210"/>
                <a:gd name="connsiteY61" fmla="*/ 2813646 h 6858000"/>
                <a:gd name="connsiteX62" fmla="*/ 673867 w 9107210"/>
                <a:gd name="connsiteY62" fmla="*/ 3183989 h 6858000"/>
                <a:gd name="connsiteX63" fmla="*/ 647621 w 9107210"/>
                <a:gd name="connsiteY63" fmla="*/ 3557281 h 6858000"/>
                <a:gd name="connsiteX64" fmla="*/ 653381 w 9107210"/>
                <a:gd name="connsiteY64" fmla="*/ 3931214 h 6858000"/>
                <a:gd name="connsiteX65" fmla="*/ 690428 w 9107210"/>
                <a:gd name="connsiteY65" fmla="*/ 4303719 h 6858000"/>
                <a:gd name="connsiteX66" fmla="*/ 871801 w 9107210"/>
                <a:gd name="connsiteY66" fmla="*/ 5033041 h 6858000"/>
                <a:gd name="connsiteX67" fmla="*/ 1197749 w 9107210"/>
                <a:gd name="connsiteY67" fmla="*/ 5718494 h 6858000"/>
                <a:gd name="connsiteX68" fmla="*/ 1411480 w 9107210"/>
                <a:gd name="connsiteY68" fmla="*/ 6036703 h 6858000"/>
                <a:gd name="connsiteX69" fmla="*/ 1530170 w 9107210"/>
                <a:gd name="connsiteY69" fmla="*/ 6188430 h 6858000"/>
                <a:gd name="connsiteX70" fmla="*/ 1657165 w 9107210"/>
                <a:gd name="connsiteY70" fmla="*/ 6335385 h 6858000"/>
                <a:gd name="connsiteX71" fmla="*/ 1931343 w 9107210"/>
                <a:gd name="connsiteY71" fmla="*/ 6612896 h 6858000"/>
                <a:gd name="connsiteX72" fmla="*/ 2220133 w 9107210"/>
                <a:gd name="connsiteY72" fmla="*/ 6858000 h 6858000"/>
                <a:gd name="connsiteX73" fmla="*/ 1539862 w 9107210"/>
                <a:gd name="connsiteY73" fmla="*/ 6858000 h 6858000"/>
                <a:gd name="connsiteX74" fmla="*/ 1307111 w 9107210"/>
                <a:gd name="connsiteY74" fmla="*/ 6648873 h 6858000"/>
                <a:gd name="connsiteX75" fmla="*/ 750258 w 9107210"/>
                <a:gd name="connsiteY75" fmla="*/ 5987570 h 6858000"/>
                <a:gd name="connsiteX76" fmla="*/ 335382 w 9107210"/>
                <a:gd name="connsiteY76" fmla="*/ 5229279 h 6858000"/>
                <a:gd name="connsiteX77" fmla="*/ 79351 w 9107210"/>
                <a:gd name="connsiteY77" fmla="*/ 4403854 h 6858000"/>
                <a:gd name="connsiteX78" fmla="*/ 16007 w 9107210"/>
                <a:gd name="connsiteY78" fmla="*/ 3975723 h 6858000"/>
                <a:gd name="connsiteX79" fmla="*/ 871 w 9107210"/>
                <a:gd name="connsiteY79" fmla="*/ 3543362 h 6858000"/>
                <a:gd name="connsiteX80" fmla="*/ 32519 w 9107210"/>
                <a:gd name="connsiteY80" fmla="*/ 3112085 h 6858000"/>
                <a:gd name="connsiteX81" fmla="*/ 108502 w 9107210"/>
                <a:gd name="connsiteY81" fmla="*/ 2686511 h 6858000"/>
                <a:gd name="connsiteX82" fmla="*/ 378239 w 9107210"/>
                <a:gd name="connsiteY82" fmla="*/ 1865955 h 6858000"/>
                <a:gd name="connsiteX83" fmla="*/ 1343701 w 9107210"/>
                <a:gd name="connsiteY83" fmla="*/ 431508 h 6858000"/>
                <a:gd name="connsiteX84" fmla="*/ 1661853 w 9107210"/>
                <a:gd name="connsiteY84" fmla="*/ 130268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</a:cxnLst>
              <a:rect l="l" t="t" r="r" b="b"/>
              <a:pathLst>
                <a:path w="9107210" h="6858000">
                  <a:moveTo>
                    <a:pt x="6184722" y="0"/>
                  </a:moveTo>
                  <a:lnTo>
                    <a:pt x="6985680" y="0"/>
                  </a:lnTo>
                  <a:lnTo>
                    <a:pt x="7324323" y="247136"/>
                  </a:lnTo>
                  <a:cubicBezTo>
                    <a:pt x="7437502" y="336500"/>
                    <a:pt x="7547171" y="430254"/>
                    <a:pt x="7652712" y="528495"/>
                  </a:cubicBezTo>
                  <a:cubicBezTo>
                    <a:pt x="7863743" y="724929"/>
                    <a:pt x="8060097" y="937593"/>
                    <a:pt x="8236677" y="1166289"/>
                  </a:cubicBezTo>
                  <a:cubicBezTo>
                    <a:pt x="8413818" y="1394594"/>
                    <a:pt x="8570168" y="1639471"/>
                    <a:pt x="8704298" y="1897038"/>
                  </a:cubicBezTo>
                  <a:cubicBezTo>
                    <a:pt x="8770803" y="2026141"/>
                    <a:pt x="8830836" y="2158786"/>
                    <a:pt x="8885160" y="2294087"/>
                  </a:cubicBezTo>
                  <a:cubicBezTo>
                    <a:pt x="8898360" y="2328071"/>
                    <a:pt x="8912169" y="2361810"/>
                    <a:pt x="8924247" y="2396286"/>
                  </a:cubicBezTo>
                  <a:lnTo>
                    <a:pt x="8960022" y="2499767"/>
                  </a:lnTo>
                  <a:lnTo>
                    <a:pt x="8991720" y="2604671"/>
                  </a:lnTo>
                  <a:cubicBezTo>
                    <a:pt x="9002116" y="2639690"/>
                    <a:pt x="9010474" y="2675346"/>
                    <a:pt x="9019646" y="2710708"/>
                  </a:cubicBezTo>
                  <a:cubicBezTo>
                    <a:pt x="9089055" y="2995079"/>
                    <a:pt x="9113620" y="3289927"/>
                    <a:pt x="9105822" y="3582266"/>
                  </a:cubicBezTo>
                  <a:cubicBezTo>
                    <a:pt x="9101796" y="3728484"/>
                    <a:pt x="9085744" y="3874458"/>
                    <a:pt x="9057716" y="4017873"/>
                  </a:cubicBezTo>
                  <a:cubicBezTo>
                    <a:pt x="9029534" y="4161336"/>
                    <a:pt x="8990497" y="4302046"/>
                    <a:pt x="8945600" y="4439659"/>
                  </a:cubicBezTo>
                  <a:cubicBezTo>
                    <a:pt x="8900857" y="4577566"/>
                    <a:pt x="8852901" y="4711784"/>
                    <a:pt x="8796080" y="4847428"/>
                  </a:cubicBezTo>
                  <a:cubicBezTo>
                    <a:pt x="8767695" y="4915152"/>
                    <a:pt x="8737016" y="4982926"/>
                    <a:pt x="8702056" y="5050108"/>
                  </a:cubicBezTo>
                  <a:cubicBezTo>
                    <a:pt x="8666485" y="5116997"/>
                    <a:pt x="8627347" y="5183687"/>
                    <a:pt x="8581125" y="5247525"/>
                  </a:cubicBezTo>
                  <a:cubicBezTo>
                    <a:pt x="8535565" y="5311660"/>
                    <a:pt x="8483534" y="5373185"/>
                    <a:pt x="8426254" y="5429647"/>
                  </a:cubicBezTo>
                  <a:cubicBezTo>
                    <a:pt x="8397512" y="5457779"/>
                    <a:pt x="8367801" y="5484879"/>
                    <a:pt x="8337174" y="5510552"/>
                  </a:cubicBezTo>
                  <a:cubicBezTo>
                    <a:pt x="8306444" y="5536077"/>
                    <a:pt x="8274899" y="5560029"/>
                    <a:pt x="8243200" y="5582948"/>
                  </a:cubicBezTo>
                  <a:cubicBezTo>
                    <a:pt x="8115543" y="5674574"/>
                    <a:pt x="7986203" y="5743233"/>
                    <a:pt x="7868330" y="5811104"/>
                  </a:cubicBezTo>
                  <a:cubicBezTo>
                    <a:pt x="7749844" y="5878385"/>
                    <a:pt x="7640685" y="5945126"/>
                    <a:pt x="7538916" y="6018899"/>
                  </a:cubicBezTo>
                  <a:cubicBezTo>
                    <a:pt x="7487749" y="6055392"/>
                    <a:pt x="7438777" y="6093950"/>
                    <a:pt x="7391280" y="6134132"/>
                  </a:cubicBezTo>
                  <a:cubicBezTo>
                    <a:pt x="7343427" y="6173921"/>
                    <a:pt x="7297511" y="6215922"/>
                    <a:pt x="7252511" y="6259105"/>
                  </a:cubicBezTo>
                  <a:cubicBezTo>
                    <a:pt x="7229784" y="6280990"/>
                    <a:pt x="7208635" y="6302433"/>
                    <a:pt x="7185601" y="6325894"/>
                  </a:cubicBezTo>
                  <a:lnTo>
                    <a:pt x="7116651" y="6397010"/>
                  </a:lnTo>
                  <a:lnTo>
                    <a:pt x="6978545" y="6541607"/>
                  </a:lnTo>
                  <a:cubicBezTo>
                    <a:pt x="6885693" y="6638397"/>
                    <a:pt x="6789885" y="6734943"/>
                    <a:pt x="6693009" y="6832716"/>
                  </a:cubicBezTo>
                  <a:lnTo>
                    <a:pt x="6667488" y="6858000"/>
                  </a:lnTo>
                  <a:lnTo>
                    <a:pt x="6056793" y="6858000"/>
                  </a:lnTo>
                  <a:lnTo>
                    <a:pt x="6077345" y="6835420"/>
                  </a:lnTo>
                  <a:cubicBezTo>
                    <a:pt x="6121427" y="6785747"/>
                    <a:pt x="6164948" y="6735090"/>
                    <a:pt x="6208519" y="6683989"/>
                  </a:cubicBezTo>
                  <a:lnTo>
                    <a:pt x="6340001" y="6529852"/>
                  </a:lnTo>
                  <a:cubicBezTo>
                    <a:pt x="6428315" y="6426667"/>
                    <a:pt x="6516733" y="6321417"/>
                    <a:pt x="6611419" y="6219317"/>
                  </a:cubicBezTo>
                  <a:cubicBezTo>
                    <a:pt x="6658864" y="6168363"/>
                    <a:pt x="6707584" y="6117950"/>
                    <a:pt x="6757678" y="6068228"/>
                  </a:cubicBezTo>
                  <a:lnTo>
                    <a:pt x="6833713" y="5994061"/>
                  </a:lnTo>
                  <a:cubicBezTo>
                    <a:pt x="6859346" y="5969422"/>
                    <a:pt x="6887579" y="5943404"/>
                    <a:pt x="6915148" y="5918812"/>
                  </a:cubicBezTo>
                  <a:cubicBezTo>
                    <a:pt x="7026295" y="5819219"/>
                    <a:pt x="7148602" y="5729117"/>
                    <a:pt x="7276311" y="5650229"/>
                  </a:cubicBezTo>
                  <a:cubicBezTo>
                    <a:pt x="7403918" y="5571046"/>
                    <a:pt x="7537794" y="5505190"/>
                    <a:pt x="7664942" y="5445681"/>
                  </a:cubicBezTo>
                  <a:cubicBezTo>
                    <a:pt x="7728491" y="5416024"/>
                    <a:pt x="7790410" y="5387449"/>
                    <a:pt x="7848505" y="5358333"/>
                  </a:cubicBezTo>
                  <a:cubicBezTo>
                    <a:pt x="7906805" y="5329315"/>
                    <a:pt x="7961843" y="5300101"/>
                    <a:pt x="8011785" y="5267788"/>
                  </a:cubicBezTo>
                  <a:cubicBezTo>
                    <a:pt x="8112281" y="5203950"/>
                    <a:pt x="8193615" y="5128111"/>
                    <a:pt x="8260273" y="5034370"/>
                  </a:cubicBezTo>
                  <a:cubicBezTo>
                    <a:pt x="8326370" y="4940776"/>
                    <a:pt x="8378657" y="4831640"/>
                    <a:pt x="8417589" y="4714488"/>
                  </a:cubicBezTo>
                  <a:cubicBezTo>
                    <a:pt x="8456372" y="4597485"/>
                    <a:pt x="8481140" y="4471332"/>
                    <a:pt x="8495000" y="4346409"/>
                  </a:cubicBezTo>
                  <a:cubicBezTo>
                    <a:pt x="8508404" y="4221044"/>
                    <a:pt x="8511359" y="4095482"/>
                    <a:pt x="8508556" y="3971101"/>
                  </a:cubicBezTo>
                  <a:cubicBezTo>
                    <a:pt x="8504530" y="3846571"/>
                    <a:pt x="8495663" y="3723222"/>
                    <a:pt x="8483330" y="3600710"/>
                  </a:cubicBezTo>
                  <a:cubicBezTo>
                    <a:pt x="8470793" y="3478148"/>
                    <a:pt x="8451888" y="3356421"/>
                    <a:pt x="8425336" y="3236121"/>
                  </a:cubicBezTo>
                  <a:cubicBezTo>
                    <a:pt x="8399091" y="3115774"/>
                    <a:pt x="8367801" y="2996655"/>
                    <a:pt x="8334575" y="2877977"/>
                  </a:cubicBezTo>
                  <a:cubicBezTo>
                    <a:pt x="8268222" y="2640772"/>
                    <a:pt x="8190100" y="2404057"/>
                    <a:pt x="8087513" y="2174622"/>
                  </a:cubicBezTo>
                  <a:cubicBezTo>
                    <a:pt x="7985081" y="1945237"/>
                    <a:pt x="7863233" y="1721900"/>
                    <a:pt x="7723650" y="1507613"/>
                  </a:cubicBezTo>
                  <a:cubicBezTo>
                    <a:pt x="7653527" y="1400692"/>
                    <a:pt x="7579684" y="1295589"/>
                    <a:pt x="7501815" y="1192947"/>
                  </a:cubicBezTo>
                  <a:cubicBezTo>
                    <a:pt x="7423844" y="1090353"/>
                    <a:pt x="7340778" y="991103"/>
                    <a:pt x="7254399" y="894361"/>
                  </a:cubicBezTo>
                  <a:cubicBezTo>
                    <a:pt x="7082047" y="700485"/>
                    <a:pt x="6893083" y="519052"/>
                    <a:pt x="6689339" y="354046"/>
                  </a:cubicBezTo>
                  <a:cubicBezTo>
                    <a:pt x="6536914" y="229775"/>
                    <a:pt x="6375602" y="115325"/>
                    <a:pt x="6206651" y="12626"/>
                  </a:cubicBezTo>
                  <a:close/>
                  <a:moveTo>
                    <a:pt x="1827105" y="0"/>
                  </a:moveTo>
                  <a:lnTo>
                    <a:pt x="2807607" y="0"/>
                  </a:lnTo>
                  <a:lnTo>
                    <a:pt x="2667958" y="88235"/>
                  </a:lnTo>
                  <a:cubicBezTo>
                    <a:pt x="2560098" y="159777"/>
                    <a:pt x="2455754" y="235690"/>
                    <a:pt x="2354723" y="314947"/>
                  </a:cubicBezTo>
                  <a:cubicBezTo>
                    <a:pt x="2253464" y="394030"/>
                    <a:pt x="2156943" y="478181"/>
                    <a:pt x="2059963" y="561545"/>
                  </a:cubicBezTo>
                  <a:cubicBezTo>
                    <a:pt x="1962831" y="644811"/>
                    <a:pt x="1868297" y="731322"/>
                    <a:pt x="1780798" y="824425"/>
                  </a:cubicBezTo>
                  <a:cubicBezTo>
                    <a:pt x="1429010" y="1195013"/>
                    <a:pt x="1148011" y="1628455"/>
                    <a:pt x="954714" y="2094309"/>
                  </a:cubicBezTo>
                  <a:cubicBezTo>
                    <a:pt x="857938" y="2327186"/>
                    <a:pt x="783229" y="2568326"/>
                    <a:pt x="732676" y="2813646"/>
                  </a:cubicBezTo>
                  <a:cubicBezTo>
                    <a:pt x="707552" y="2936307"/>
                    <a:pt x="688085" y="3059952"/>
                    <a:pt x="673867" y="3183989"/>
                  </a:cubicBezTo>
                  <a:cubicBezTo>
                    <a:pt x="660056" y="3308075"/>
                    <a:pt x="651341" y="3432605"/>
                    <a:pt x="647621" y="3557281"/>
                  </a:cubicBezTo>
                  <a:cubicBezTo>
                    <a:pt x="644411" y="3681958"/>
                    <a:pt x="645329" y="3806733"/>
                    <a:pt x="653381" y="3931214"/>
                  </a:cubicBezTo>
                  <a:cubicBezTo>
                    <a:pt x="659852" y="4055792"/>
                    <a:pt x="672949" y="4179977"/>
                    <a:pt x="690428" y="4303719"/>
                  </a:cubicBezTo>
                  <a:cubicBezTo>
                    <a:pt x="726408" y="4551057"/>
                    <a:pt x="786440" y="4795835"/>
                    <a:pt x="871801" y="5033041"/>
                  </a:cubicBezTo>
                  <a:cubicBezTo>
                    <a:pt x="957007" y="5270247"/>
                    <a:pt x="1065962" y="5500322"/>
                    <a:pt x="1197749" y="5718494"/>
                  </a:cubicBezTo>
                  <a:cubicBezTo>
                    <a:pt x="1263846" y="5827433"/>
                    <a:pt x="1334937" y="5933813"/>
                    <a:pt x="1411480" y="6036703"/>
                  </a:cubicBezTo>
                  <a:cubicBezTo>
                    <a:pt x="1449548" y="6088295"/>
                    <a:pt x="1489451" y="6138609"/>
                    <a:pt x="1530170" y="6188430"/>
                  </a:cubicBezTo>
                  <a:cubicBezTo>
                    <a:pt x="1571447" y="6238055"/>
                    <a:pt x="1613644" y="6287336"/>
                    <a:pt x="1657165" y="6335385"/>
                  </a:cubicBezTo>
                  <a:cubicBezTo>
                    <a:pt x="1744079" y="6431708"/>
                    <a:pt x="1835644" y="6524282"/>
                    <a:pt x="1931343" y="6612896"/>
                  </a:cubicBezTo>
                  <a:lnTo>
                    <a:pt x="2220133" y="6858000"/>
                  </a:lnTo>
                  <a:lnTo>
                    <a:pt x="1539862" y="6858000"/>
                  </a:lnTo>
                  <a:lnTo>
                    <a:pt x="1307111" y="6648873"/>
                  </a:lnTo>
                  <a:cubicBezTo>
                    <a:pt x="1101839" y="6448063"/>
                    <a:pt x="913180" y="6225465"/>
                    <a:pt x="750258" y="5987570"/>
                  </a:cubicBezTo>
                  <a:cubicBezTo>
                    <a:pt x="587232" y="5749281"/>
                    <a:pt x="448261" y="5494813"/>
                    <a:pt x="335382" y="5229279"/>
                  </a:cubicBezTo>
                  <a:cubicBezTo>
                    <a:pt x="222298" y="4963793"/>
                    <a:pt x="137040" y="4686652"/>
                    <a:pt x="79351" y="4403854"/>
                  </a:cubicBezTo>
                  <a:cubicBezTo>
                    <a:pt x="50150" y="4262456"/>
                    <a:pt x="29767" y="4119385"/>
                    <a:pt x="16007" y="3975723"/>
                  </a:cubicBezTo>
                  <a:cubicBezTo>
                    <a:pt x="3930" y="3831964"/>
                    <a:pt x="-2441" y="3687614"/>
                    <a:pt x="871" y="3543362"/>
                  </a:cubicBezTo>
                  <a:cubicBezTo>
                    <a:pt x="3522" y="3399160"/>
                    <a:pt x="14172" y="3255105"/>
                    <a:pt x="32519" y="3112085"/>
                  </a:cubicBezTo>
                  <a:cubicBezTo>
                    <a:pt x="50508" y="2969014"/>
                    <a:pt x="76090" y="2826925"/>
                    <a:pt x="108502" y="2686511"/>
                  </a:cubicBezTo>
                  <a:cubicBezTo>
                    <a:pt x="173019" y="2405533"/>
                    <a:pt x="263474" y="2130703"/>
                    <a:pt x="378239" y="1865955"/>
                  </a:cubicBezTo>
                  <a:cubicBezTo>
                    <a:pt x="607922" y="1336607"/>
                    <a:pt x="935706" y="848228"/>
                    <a:pt x="1343701" y="431508"/>
                  </a:cubicBezTo>
                  <a:cubicBezTo>
                    <a:pt x="1446133" y="327783"/>
                    <a:pt x="1550910" y="225926"/>
                    <a:pt x="1661853" y="130268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8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F2230BFD-6753-B640-7F66-417EB6A2E9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18434" y="36937"/>
              <a:ext cx="9747620" cy="6858000"/>
            </a:xfrm>
            <a:custGeom>
              <a:avLst/>
              <a:gdLst>
                <a:gd name="connsiteX0" fmla="*/ 7235453 w 9747620"/>
                <a:gd name="connsiteY0" fmla="*/ 0 h 6858000"/>
                <a:gd name="connsiteX1" fmla="*/ 7548130 w 9747620"/>
                <a:gd name="connsiteY1" fmla="*/ 0 h 6858000"/>
                <a:gd name="connsiteX2" fmla="*/ 7710334 w 9747620"/>
                <a:gd name="connsiteY2" fmla="*/ 111973 h 6858000"/>
                <a:gd name="connsiteX3" fmla="*/ 7889188 w 9747620"/>
                <a:gd name="connsiteY3" fmla="*/ 251542 h 6858000"/>
                <a:gd name="connsiteX4" fmla="*/ 8061828 w 9747620"/>
                <a:gd name="connsiteY4" fmla="*/ 398586 h 6858000"/>
                <a:gd name="connsiteX5" fmla="*/ 8145637 w 9747620"/>
                <a:gd name="connsiteY5" fmla="*/ 474218 h 6858000"/>
                <a:gd name="connsiteX6" fmla="*/ 8187242 w 9747620"/>
                <a:gd name="connsiteY6" fmla="*/ 512753 h 6858000"/>
                <a:gd name="connsiteX7" fmla="*/ 8228402 w 9747620"/>
                <a:gd name="connsiteY7" fmla="*/ 551575 h 6858000"/>
                <a:gd name="connsiteX8" fmla="*/ 8389211 w 9747620"/>
                <a:gd name="connsiteY8" fmla="*/ 710937 h 6858000"/>
                <a:gd name="connsiteX9" fmla="*/ 8467206 w 9747620"/>
                <a:gd name="connsiteY9" fmla="*/ 793088 h 6858000"/>
                <a:gd name="connsiteX10" fmla="*/ 8486791 w 9747620"/>
                <a:gd name="connsiteY10" fmla="*/ 814223 h 6858000"/>
                <a:gd name="connsiteX11" fmla="*/ 8505979 w 9747620"/>
                <a:gd name="connsiteY11" fmla="*/ 835409 h 6858000"/>
                <a:gd name="connsiteX12" fmla="*/ 8543509 w 9747620"/>
                <a:gd name="connsiteY12" fmla="*/ 877346 h 6858000"/>
                <a:gd name="connsiteX13" fmla="*/ 8690549 w 9747620"/>
                <a:gd name="connsiteY13" fmla="*/ 1048978 h 6858000"/>
                <a:gd name="connsiteX14" fmla="*/ 8761732 w 9747620"/>
                <a:gd name="connsiteY14" fmla="*/ 1137502 h 6858000"/>
                <a:gd name="connsiteX15" fmla="*/ 8796379 w 9747620"/>
                <a:gd name="connsiteY15" fmla="*/ 1182077 h 6858000"/>
                <a:gd name="connsiteX16" fmla="*/ 8830678 w 9747620"/>
                <a:gd name="connsiteY16" fmla="*/ 1226986 h 6858000"/>
                <a:gd name="connsiteX17" fmla="*/ 8963353 w 9747620"/>
                <a:gd name="connsiteY17" fmla="*/ 1410936 h 6858000"/>
                <a:gd name="connsiteX18" fmla="*/ 9026483 w 9747620"/>
                <a:gd name="connsiteY18" fmla="*/ 1505499 h 6858000"/>
                <a:gd name="connsiteX19" fmla="*/ 9057004 w 9747620"/>
                <a:gd name="connsiteY19" fmla="*/ 1552613 h 6858000"/>
                <a:gd name="connsiteX20" fmla="*/ 9087278 w 9747620"/>
                <a:gd name="connsiteY20" fmla="*/ 1600542 h 6858000"/>
                <a:gd name="connsiteX21" fmla="*/ 9202851 w 9747620"/>
                <a:gd name="connsiteY21" fmla="*/ 1795515 h 6858000"/>
                <a:gd name="connsiteX22" fmla="*/ 9257332 w 9747620"/>
                <a:gd name="connsiteY22" fmla="*/ 1894920 h 6858000"/>
                <a:gd name="connsiteX23" fmla="*/ 9283778 w 9747620"/>
                <a:gd name="connsiteY23" fmla="*/ 1945436 h 6858000"/>
                <a:gd name="connsiteX24" fmla="*/ 9309428 w 9747620"/>
                <a:gd name="connsiteY24" fmla="*/ 1996193 h 6858000"/>
                <a:gd name="connsiteX25" fmla="*/ 9405714 w 9747620"/>
                <a:gd name="connsiteY25" fmla="*/ 2202191 h 6858000"/>
                <a:gd name="connsiteX26" fmla="*/ 9566524 w 9747620"/>
                <a:gd name="connsiteY26" fmla="*/ 2627653 h 6858000"/>
                <a:gd name="connsiteX27" fmla="*/ 9583573 w 9747620"/>
                <a:gd name="connsiteY27" fmla="*/ 2682195 h 6858000"/>
                <a:gd name="connsiteX28" fmla="*/ 9591974 w 9747620"/>
                <a:gd name="connsiteY28" fmla="*/ 2709707 h 6858000"/>
                <a:gd name="connsiteX29" fmla="*/ 9600027 w 9747620"/>
                <a:gd name="connsiteY29" fmla="*/ 2737650 h 6858000"/>
                <a:gd name="connsiteX30" fmla="*/ 9629803 w 9747620"/>
                <a:gd name="connsiteY30" fmla="*/ 2847694 h 6858000"/>
                <a:gd name="connsiteX31" fmla="*/ 9679909 w 9747620"/>
                <a:gd name="connsiteY31" fmla="*/ 3070131 h 6858000"/>
                <a:gd name="connsiteX32" fmla="*/ 9690498 w 9747620"/>
                <a:gd name="connsiteY32" fmla="*/ 3126159 h 6858000"/>
                <a:gd name="connsiteX33" fmla="*/ 9700390 w 9747620"/>
                <a:gd name="connsiteY33" fmla="*/ 3181805 h 6858000"/>
                <a:gd name="connsiteX34" fmla="*/ 9709685 w 9747620"/>
                <a:gd name="connsiteY34" fmla="*/ 3243392 h 6858000"/>
                <a:gd name="connsiteX35" fmla="*/ 9713016 w 9747620"/>
                <a:gd name="connsiteY35" fmla="*/ 3267597 h 6858000"/>
                <a:gd name="connsiteX36" fmla="*/ 9716844 w 9747620"/>
                <a:gd name="connsiteY36" fmla="*/ 3294437 h 6858000"/>
                <a:gd name="connsiteX37" fmla="*/ 9720820 w 9747620"/>
                <a:gd name="connsiteY37" fmla="*/ 3324488 h 6858000"/>
                <a:gd name="connsiteX38" fmla="*/ 9722709 w 9747620"/>
                <a:gd name="connsiteY38" fmla="*/ 3340737 h 6858000"/>
                <a:gd name="connsiteX39" fmla="*/ 9724301 w 9747620"/>
                <a:gd name="connsiteY39" fmla="*/ 3356361 h 6858000"/>
                <a:gd name="connsiteX40" fmla="*/ 9730166 w 9747620"/>
                <a:gd name="connsiteY40" fmla="*/ 3412197 h 6858000"/>
                <a:gd name="connsiteX41" fmla="*/ 9735783 w 9747620"/>
                <a:gd name="connsiteY41" fmla="*/ 3468083 h 6858000"/>
                <a:gd name="connsiteX42" fmla="*/ 9739760 w 9747620"/>
                <a:gd name="connsiteY42" fmla="*/ 3524399 h 6858000"/>
                <a:gd name="connsiteX43" fmla="*/ 9741748 w 9747620"/>
                <a:gd name="connsiteY43" fmla="*/ 3552580 h 6858000"/>
                <a:gd name="connsiteX44" fmla="*/ 9742742 w 9747620"/>
                <a:gd name="connsiteY44" fmla="*/ 3566672 h 6858000"/>
                <a:gd name="connsiteX45" fmla="*/ 9743488 w 9747620"/>
                <a:gd name="connsiteY45" fmla="*/ 3581865 h 6858000"/>
                <a:gd name="connsiteX46" fmla="*/ 9744731 w 9747620"/>
                <a:gd name="connsiteY46" fmla="*/ 3611341 h 6858000"/>
                <a:gd name="connsiteX47" fmla="*/ 9745725 w 9747620"/>
                <a:gd name="connsiteY47" fmla="*/ 3639715 h 6858000"/>
                <a:gd name="connsiteX48" fmla="*/ 9747613 w 9747620"/>
                <a:gd name="connsiteY48" fmla="*/ 3753786 h 6858000"/>
                <a:gd name="connsiteX49" fmla="*/ 9740405 w 9747620"/>
                <a:gd name="connsiteY49" fmla="*/ 3984609 h 6858000"/>
                <a:gd name="connsiteX50" fmla="*/ 9736329 w 9747620"/>
                <a:gd name="connsiteY50" fmla="*/ 4038434 h 6858000"/>
                <a:gd name="connsiteX51" fmla="*/ 9731408 w 9747620"/>
                <a:gd name="connsiteY51" fmla="*/ 4099446 h 6858000"/>
                <a:gd name="connsiteX52" fmla="*/ 9717987 w 9747620"/>
                <a:gd name="connsiteY52" fmla="*/ 4213325 h 6858000"/>
                <a:gd name="connsiteX53" fmla="*/ 9716297 w 9747620"/>
                <a:gd name="connsiteY53" fmla="*/ 4227129 h 6858000"/>
                <a:gd name="connsiteX54" fmla="*/ 9714110 w 9747620"/>
                <a:gd name="connsiteY54" fmla="*/ 4240981 h 6858000"/>
                <a:gd name="connsiteX55" fmla="*/ 9709785 w 9747620"/>
                <a:gd name="connsiteY55" fmla="*/ 4268731 h 6858000"/>
                <a:gd name="connsiteX56" fmla="*/ 9701086 w 9747620"/>
                <a:gd name="connsiteY56" fmla="*/ 4324185 h 6858000"/>
                <a:gd name="connsiteX57" fmla="*/ 9698699 w 9747620"/>
                <a:gd name="connsiteY57" fmla="*/ 4338994 h 6858000"/>
                <a:gd name="connsiteX58" fmla="*/ 9695966 w 9747620"/>
                <a:gd name="connsiteY58" fmla="*/ 4355050 h 6858000"/>
                <a:gd name="connsiteX59" fmla="*/ 9690299 w 9747620"/>
                <a:gd name="connsiteY59" fmla="*/ 4385054 h 6858000"/>
                <a:gd name="connsiteX60" fmla="*/ 9679909 w 9747620"/>
                <a:gd name="connsiteY60" fmla="*/ 4437919 h 6858000"/>
                <a:gd name="connsiteX61" fmla="*/ 9673647 w 9747620"/>
                <a:gd name="connsiteY61" fmla="*/ 4468162 h 6858000"/>
                <a:gd name="connsiteX62" fmla="*/ 9667532 w 9747620"/>
                <a:gd name="connsiteY62" fmla="*/ 4496296 h 6858000"/>
                <a:gd name="connsiteX63" fmla="*/ 9654658 w 9747620"/>
                <a:gd name="connsiteY63" fmla="*/ 4552277 h 6858000"/>
                <a:gd name="connsiteX64" fmla="*/ 9625876 w 9747620"/>
                <a:gd name="connsiteY64" fmla="*/ 4664478 h 6858000"/>
                <a:gd name="connsiteX65" fmla="*/ 9552803 w 9747620"/>
                <a:gd name="connsiteY65" fmla="*/ 4888737 h 6858000"/>
                <a:gd name="connsiteX66" fmla="*/ 9452639 w 9747620"/>
                <a:gd name="connsiteY66" fmla="*/ 5110934 h 6858000"/>
                <a:gd name="connsiteX67" fmla="*/ 9388017 w 9747620"/>
                <a:gd name="connsiteY67" fmla="*/ 5220020 h 6858000"/>
                <a:gd name="connsiteX68" fmla="*/ 9370073 w 9747620"/>
                <a:gd name="connsiteY68" fmla="*/ 5246811 h 6858000"/>
                <a:gd name="connsiteX69" fmla="*/ 9360926 w 9747620"/>
                <a:gd name="connsiteY69" fmla="*/ 5260040 h 6858000"/>
                <a:gd name="connsiteX70" fmla="*/ 9351829 w 9747620"/>
                <a:gd name="connsiteY70" fmla="*/ 5272646 h 6858000"/>
                <a:gd name="connsiteX71" fmla="*/ 9313305 w 9747620"/>
                <a:gd name="connsiteY71" fmla="*/ 5323881 h 6858000"/>
                <a:gd name="connsiteX72" fmla="*/ 9130375 w 9747620"/>
                <a:gd name="connsiteY72" fmla="*/ 5510802 h 6858000"/>
                <a:gd name="connsiteX73" fmla="*/ 9028422 w 9747620"/>
                <a:gd name="connsiteY73" fmla="*/ 5588878 h 6858000"/>
                <a:gd name="connsiteX74" fmla="*/ 9002424 w 9747620"/>
                <a:gd name="connsiteY74" fmla="*/ 5606707 h 6858000"/>
                <a:gd name="connsiteX75" fmla="*/ 8976525 w 9747620"/>
                <a:gd name="connsiteY75" fmla="*/ 5623866 h 6858000"/>
                <a:gd name="connsiteX76" fmla="*/ 8924181 w 9747620"/>
                <a:gd name="connsiteY76" fmla="*/ 5656793 h 6858000"/>
                <a:gd name="connsiteX77" fmla="*/ 8717291 w 9747620"/>
                <a:gd name="connsiteY77" fmla="*/ 5771582 h 6858000"/>
                <a:gd name="connsiteX78" fmla="*/ 8617129 w 9747620"/>
                <a:gd name="connsiteY78" fmla="*/ 5823105 h 6858000"/>
                <a:gd name="connsiteX79" fmla="*/ 8518207 w 9747620"/>
                <a:gd name="connsiteY79" fmla="*/ 5873671 h 6858000"/>
                <a:gd name="connsiteX80" fmla="*/ 8150558 w 9747620"/>
                <a:gd name="connsiteY80" fmla="*/ 6086761 h 6858000"/>
                <a:gd name="connsiteX81" fmla="*/ 7979410 w 9747620"/>
                <a:gd name="connsiteY81" fmla="*/ 6207158 h 6858000"/>
                <a:gd name="connsiteX82" fmla="*/ 7938300 w 9747620"/>
                <a:gd name="connsiteY82" fmla="*/ 6238887 h 6858000"/>
                <a:gd name="connsiteX83" fmla="*/ 7897936 w 9747620"/>
                <a:gd name="connsiteY83" fmla="*/ 6271286 h 6858000"/>
                <a:gd name="connsiteX84" fmla="*/ 7858367 w 9747620"/>
                <a:gd name="connsiteY84" fmla="*/ 6304357 h 6858000"/>
                <a:gd name="connsiteX85" fmla="*/ 7819048 w 9747620"/>
                <a:gd name="connsiteY85" fmla="*/ 6338770 h 6858000"/>
                <a:gd name="connsiteX86" fmla="*/ 7778882 w 9747620"/>
                <a:gd name="connsiteY86" fmla="*/ 6374477 h 6858000"/>
                <a:gd name="connsiteX87" fmla="*/ 7739563 w 9747620"/>
                <a:gd name="connsiteY87" fmla="*/ 6410328 h 6858000"/>
                <a:gd name="connsiteX88" fmla="*/ 7660824 w 9747620"/>
                <a:gd name="connsiteY88" fmla="*/ 6484138 h 6858000"/>
                <a:gd name="connsiteX89" fmla="*/ 7502302 w 9747620"/>
                <a:gd name="connsiteY89" fmla="*/ 6636360 h 6858000"/>
                <a:gd name="connsiteX90" fmla="*/ 7273394 w 9747620"/>
                <a:gd name="connsiteY90" fmla="*/ 6858000 h 6858000"/>
                <a:gd name="connsiteX91" fmla="*/ 6780690 w 9747620"/>
                <a:gd name="connsiteY91" fmla="*/ 6858000 h 6858000"/>
                <a:gd name="connsiteX92" fmla="*/ 6854939 w 9747620"/>
                <a:gd name="connsiteY92" fmla="*/ 6783597 h 6858000"/>
                <a:gd name="connsiteX93" fmla="*/ 6932087 w 9747620"/>
                <a:gd name="connsiteY93" fmla="*/ 6705809 h 6858000"/>
                <a:gd name="connsiteX94" fmla="*/ 7241130 w 9747620"/>
                <a:gd name="connsiteY94" fmla="*/ 6390965 h 6858000"/>
                <a:gd name="connsiteX95" fmla="*/ 7397564 w 9747620"/>
                <a:gd name="connsiteY95" fmla="*/ 6233087 h 6858000"/>
                <a:gd name="connsiteX96" fmla="*/ 7478142 w 9747620"/>
                <a:gd name="connsiteY96" fmla="*/ 6153670 h 6858000"/>
                <a:gd name="connsiteX97" fmla="*/ 7519600 w 9747620"/>
                <a:gd name="connsiteY97" fmla="*/ 6113937 h 6858000"/>
                <a:gd name="connsiteX98" fmla="*/ 7561207 w 9747620"/>
                <a:gd name="connsiteY98" fmla="*/ 6075067 h 6858000"/>
                <a:gd name="connsiteX99" fmla="*/ 7604204 w 9747620"/>
                <a:gd name="connsiteY99" fmla="*/ 6035526 h 6858000"/>
                <a:gd name="connsiteX100" fmla="*/ 7648644 w 9747620"/>
                <a:gd name="connsiteY100" fmla="*/ 5996416 h 6858000"/>
                <a:gd name="connsiteX101" fmla="*/ 7693830 w 9747620"/>
                <a:gd name="connsiteY101" fmla="*/ 5958264 h 6858000"/>
                <a:gd name="connsiteX102" fmla="*/ 7739662 w 9747620"/>
                <a:gd name="connsiteY102" fmla="*/ 5921073 h 6858000"/>
                <a:gd name="connsiteX103" fmla="*/ 7928458 w 9747620"/>
                <a:gd name="connsiteY103" fmla="*/ 5781025 h 6858000"/>
                <a:gd name="connsiteX104" fmla="*/ 8325882 w 9747620"/>
                <a:gd name="connsiteY104" fmla="*/ 5537450 h 6858000"/>
                <a:gd name="connsiteX105" fmla="*/ 8424555 w 9747620"/>
                <a:gd name="connsiteY105" fmla="*/ 5484106 h 6858000"/>
                <a:gd name="connsiteX106" fmla="*/ 8521737 w 9747620"/>
                <a:gd name="connsiteY106" fmla="*/ 5431289 h 6858000"/>
                <a:gd name="connsiteX107" fmla="*/ 8702677 w 9747620"/>
                <a:gd name="connsiteY107" fmla="*/ 5325942 h 6858000"/>
                <a:gd name="connsiteX108" fmla="*/ 8743986 w 9747620"/>
                <a:gd name="connsiteY108" fmla="*/ 5298717 h 6858000"/>
                <a:gd name="connsiteX109" fmla="*/ 8764167 w 9747620"/>
                <a:gd name="connsiteY109" fmla="*/ 5284723 h 6858000"/>
                <a:gd name="connsiteX110" fmla="*/ 8783704 w 9747620"/>
                <a:gd name="connsiteY110" fmla="*/ 5270679 h 6858000"/>
                <a:gd name="connsiteX111" fmla="*/ 8856776 w 9747620"/>
                <a:gd name="connsiteY111" fmla="*/ 5212399 h 6858000"/>
                <a:gd name="connsiteX112" fmla="*/ 8979856 w 9747620"/>
                <a:gd name="connsiteY112" fmla="*/ 5082081 h 6858000"/>
                <a:gd name="connsiteX113" fmla="*/ 9006699 w 9747620"/>
                <a:gd name="connsiteY113" fmla="*/ 5044984 h 6858000"/>
                <a:gd name="connsiteX114" fmla="*/ 9013509 w 9747620"/>
                <a:gd name="connsiteY114" fmla="*/ 5035254 h 6858000"/>
                <a:gd name="connsiteX115" fmla="*/ 9019773 w 9747620"/>
                <a:gd name="connsiteY115" fmla="*/ 5025812 h 6858000"/>
                <a:gd name="connsiteX116" fmla="*/ 9032050 w 9747620"/>
                <a:gd name="connsiteY116" fmla="*/ 5006833 h 6858000"/>
                <a:gd name="connsiteX117" fmla="*/ 9077733 w 9747620"/>
                <a:gd name="connsiteY117" fmla="*/ 4926839 h 6858000"/>
                <a:gd name="connsiteX118" fmla="*/ 9154285 w 9747620"/>
                <a:gd name="connsiteY118" fmla="*/ 4750223 h 6858000"/>
                <a:gd name="connsiteX119" fmla="*/ 9213936 w 9747620"/>
                <a:gd name="connsiteY119" fmla="*/ 4559945 h 6858000"/>
                <a:gd name="connsiteX120" fmla="*/ 9238592 w 9747620"/>
                <a:gd name="connsiteY120" fmla="*/ 4461357 h 6858000"/>
                <a:gd name="connsiteX121" fmla="*/ 9249776 w 9747620"/>
                <a:gd name="connsiteY121" fmla="*/ 4411319 h 6858000"/>
                <a:gd name="connsiteX122" fmla="*/ 9255046 w 9747620"/>
                <a:gd name="connsiteY122" fmla="*/ 4386299 h 6858000"/>
                <a:gd name="connsiteX123" fmla="*/ 9259718 w 9747620"/>
                <a:gd name="connsiteY123" fmla="*/ 4363342 h 6858000"/>
                <a:gd name="connsiteX124" fmla="*/ 9269959 w 9747620"/>
                <a:gd name="connsiteY124" fmla="*/ 4309566 h 6858000"/>
                <a:gd name="connsiteX125" fmla="*/ 9274233 w 9747620"/>
                <a:gd name="connsiteY125" fmla="*/ 4286176 h 6858000"/>
                <a:gd name="connsiteX126" fmla="*/ 9276022 w 9747620"/>
                <a:gd name="connsiteY126" fmla="*/ 4275489 h 6858000"/>
                <a:gd name="connsiteX127" fmla="*/ 9277861 w 9747620"/>
                <a:gd name="connsiteY127" fmla="*/ 4263506 h 6858000"/>
                <a:gd name="connsiteX128" fmla="*/ 9286014 w 9747620"/>
                <a:gd name="connsiteY128" fmla="*/ 4211696 h 6858000"/>
                <a:gd name="connsiteX129" fmla="*/ 9290092 w 9747620"/>
                <a:gd name="connsiteY129" fmla="*/ 4185767 h 6858000"/>
                <a:gd name="connsiteX130" fmla="*/ 9292128 w 9747620"/>
                <a:gd name="connsiteY130" fmla="*/ 4172826 h 6858000"/>
                <a:gd name="connsiteX131" fmla="*/ 9293720 w 9747620"/>
                <a:gd name="connsiteY131" fmla="*/ 4159693 h 6858000"/>
                <a:gd name="connsiteX132" fmla="*/ 9305650 w 9747620"/>
                <a:gd name="connsiteY132" fmla="*/ 4057941 h 6858000"/>
                <a:gd name="connsiteX133" fmla="*/ 9309378 w 9747620"/>
                <a:gd name="connsiteY133" fmla="*/ 4010779 h 6858000"/>
                <a:gd name="connsiteX134" fmla="*/ 9313454 w 9747620"/>
                <a:gd name="connsiteY134" fmla="*/ 3956428 h 6858000"/>
                <a:gd name="connsiteX135" fmla="*/ 9320811 w 9747620"/>
                <a:gd name="connsiteY135" fmla="*/ 3753546 h 6858000"/>
                <a:gd name="connsiteX136" fmla="*/ 9319617 w 9747620"/>
                <a:gd name="connsiteY136" fmla="*/ 3650643 h 6858000"/>
                <a:gd name="connsiteX137" fmla="*/ 9318176 w 9747620"/>
                <a:gd name="connsiteY137" fmla="*/ 3600030 h 6858000"/>
                <a:gd name="connsiteX138" fmla="*/ 9317778 w 9747620"/>
                <a:gd name="connsiteY138" fmla="*/ 3588096 h 6858000"/>
                <a:gd name="connsiteX139" fmla="*/ 9316983 w 9747620"/>
                <a:gd name="connsiteY139" fmla="*/ 3575107 h 6858000"/>
                <a:gd name="connsiteX140" fmla="*/ 9315443 w 9747620"/>
                <a:gd name="connsiteY140" fmla="*/ 3549130 h 6858000"/>
                <a:gd name="connsiteX141" fmla="*/ 9312311 w 9747620"/>
                <a:gd name="connsiteY141" fmla="*/ 3497176 h 6858000"/>
                <a:gd name="connsiteX142" fmla="*/ 9307587 w 9747620"/>
                <a:gd name="connsiteY142" fmla="*/ 3445029 h 6858000"/>
                <a:gd name="connsiteX143" fmla="*/ 9302618 w 9747620"/>
                <a:gd name="connsiteY143" fmla="*/ 3392835 h 6858000"/>
                <a:gd name="connsiteX144" fmla="*/ 9301574 w 9747620"/>
                <a:gd name="connsiteY144" fmla="*/ 3381476 h 6858000"/>
                <a:gd name="connsiteX145" fmla="*/ 9300430 w 9747620"/>
                <a:gd name="connsiteY145" fmla="*/ 3370740 h 6858000"/>
                <a:gd name="connsiteX146" fmla="*/ 9297547 w 9747620"/>
                <a:gd name="connsiteY146" fmla="*/ 3346966 h 6858000"/>
                <a:gd name="connsiteX147" fmla="*/ 9294017 w 9747620"/>
                <a:gd name="connsiteY147" fmla="*/ 3320030 h 6858000"/>
                <a:gd name="connsiteX148" fmla="*/ 9290439 w 9747620"/>
                <a:gd name="connsiteY148" fmla="*/ 3290410 h 6858000"/>
                <a:gd name="connsiteX149" fmla="*/ 9284275 w 9747620"/>
                <a:gd name="connsiteY149" fmla="*/ 3244544 h 6858000"/>
                <a:gd name="connsiteX150" fmla="*/ 9275974 w 9747620"/>
                <a:gd name="connsiteY150" fmla="*/ 3193116 h 6858000"/>
                <a:gd name="connsiteX151" fmla="*/ 9267224 w 9747620"/>
                <a:gd name="connsiteY151" fmla="*/ 3142264 h 6858000"/>
                <a:gd name="connsiteX152" fmla="*/ 9225320 w 9747620"/>
                <a:gd name="connsiteY152" fmla="*/ 2939909 h 6858000"/>
                <a:gd name="connsiteX153" fmla="*/ 9200466 w 9747620"/>
                <a:gd name="connsiteY153" fmla="*/ 2839449 h 6858000"/>
                <a:gd name="connsiteX154" fmla="*/ 9193953 w 9747620"/>
                <a:gd name="connsiteY154" fmla="*/ 2814958 h 6858000"/>
                <a:gd name="connsiteX155" fmla="*/ 9186993 w 9747620"/>
                <a:gd name="connsiteY155" fmla="*/ 2790276 h 6858000"/>
                <a:gd name="connsiteX156" fmla="*/ 9172628 w 9747620"/>
                <a:gd name="connsiteY156" fmla="*/ 2740621 h 6858000"/>
                <a:gd name="connsiteX157" fmla="*/ 9035082 w 9747620"/>
                <a:gd name="connsiteY157" fmla="*/ 2347463 h 6858000"/>
                <a:gd name="connsiteX158" fmla="*/ 8952118 w 9747620"/>
                <a:gd name="connsiteY158" fmla="*/ 2155413 h 6858000"/>
                <a:gd name="connsiteX159" fmla="*/ 8929948 w 9747620"/>
                <a:gd name="connsiteY159" fmla="*/ 2107915 h 6858000"/>
                <a:gd name="connsiteX160" fmla="*/ 8907429 w 9747620"/>
                <a:gd name="connsiteY160" fmla="*/ 2060753 h 6858000"/>
                <a:gd name="connsiteX161" fmla="*/ 8860404 w 9747620"/>
                <a:gd name="connsiteY161" fmla="*/ 1966478 h 6858000"/>
                <a:gd name="connsiteX162" fmla="*/ 8760788 w 9747620"/>
                <a:gd name="connsiteY162" fmla="*/ 1780274 h 6858000"/>
                <a:gd name="connsiteX163" fmla="*/ 8734740 w 9747620"/>
                <a:gd name="connsiteY163" fmla="*/ 1734311 h 6858000"/>
                <a:gd name="connsiteX164" fmla="*/ 8708046 w 9747620"/>
                <a:gd name="connsiteY164" fmla="*/ 1687963 h 6858000"/>
                <a:gd name="connsiteX165" fmla="*/ 8654062 w 9747620"/>
                <a:gd name="connsiteY165" fmla="*/ 1597234 h 6858000"/>
                <a:gd name="connsiteX166" fmla="*/ 8540278 w 9747620"/>
                <a:gd name="connsiteY166" fmla="*/ 1418077 h 6858000"/>
                <a:gd name="connsiteX167" fmla="*/ 8510701 w 9747620"/>
                <a:gd name="connsiteY167" fmla="*/ 1373695 h 6858000"/>
                <a:gd name="connsiteX168" fmla="*/ 8480676 w 9747620"/>
                <a:gd name="connsiteY168" fmla="*/ 1329457 h 6858000"/>
                <a:gd name="connsiteX169" fmla="*/ 8419782 w 9747620"/>
                <a:gd name="connsiteY169" fmla="*/ 1242275 h 6858000"/>
                <a:gd name="connsiteX170" fmla="*/ 8292478 w 9747620"/>
                <a:gd name="connsiteY170" fmla="*/ 1069875 h 6858000"/>
                <a:gd name="connsiteX171" fmla="*/ 8259620 w 9747620"/>
                <a:gd name="connsiteY171" fmla="*/ 1027123 h 6858000"/>
                <a:gd name="connsiteX172" fmla="*/ 8243416 w 9747620"/>
                <a:gd name="connsiteY172" fmla="*/ 1006130 h 6858000"/>
                <a:gd name="connsiteX173" fmla="*/ 8227110 w 9747620"/>
                <a:gd name="connsiteY173" fmla="*/ 985473 h 6858000"/>
                <a:gd name="connsiteX174" fmla="*/ 8159604 w 9747620"/>
                <a:gd name="connsiteY174" fmla="*/ 902029 h 6858000"/>
                <a:gd name="connsiteX175" fmla="*/ 8020022 w 9747620"/>
                <a:gd name="connsiteY175" fmla="*/ 738209 h 6858000"/>
                <a:gd name="connsiteX176" fmla="*/ 7984182 w 9747620"/>
                <a:gd name="connsiteY176" fmla="*/ 697901 h 6858000"/>
                <a:gd name="connsiteX177" fmla="*/ 7948043 w 9747620"/>
                <a:gd name="connsiteY177" fmla="*/ 657976 h 6858000"/>
                <a:gd name="connsiteX178" fmla="*/ 7874324 w 9747620"/>
                <a:gd name="connsiteY178" fmla="*/ 578607 h 6858000"/>
                <a:gd name="connsiteX179" fmla="*/ 7723308 w 9747620"/>
                <a:gd name="connsiteY179" fmla="*/ 424085 h 6858000"/>
                <a:gd name="connsiteX180" fmla="*/ 7565532 w 9747620"/>
                <a:gd name="connsiteY180" fmla="*/ 275602 h 6858000"/>
                <a:gd name="connsiteX181" fmla="*/ 1832515 w 9747620"/>
                <a:gd name="connsiteY181" fmla="*/ 0 h 6858000"/>
                <a:gd name="connsiteX182" fmla="*/ 2158449 w 9747620"/>
                <a:gd name="connsiteY182" fmla="*/ 0 h 6858000"/>
                <a:gd name="connsiteX183" fmla="*/ 2108797 w 9747620"/>
                <a:gd name="connsiteY183" fmla="*/ 37845 h 6858000"/>
                <a:gd name="connsiteX184" fmla="*/ 1942830 w 9747620"/>
                <a:gd name="connsiteY184" fmla="*/ 177587 h 6858000"/>
                <a:gd name="connsiteX185" fmla="*/ 1633191 w 9747620"/>
                <a:gd name="connsiteY185" fmla="*/ 477909 h 6858000"/>
                <a:gd name="connsiteX186" fmla="*/ 702686 w 9747620"/>
                <a:gd name="connsiteY186" fmla="*/ 1889935 h 6858000"/>
                <a:gd name="connsiteX187" fmla="*/ 551769 w 9747620"/>
                <a:gd name="connsiteY187" fmla="*/ 2281416 h 6858000"/>
                <a:gd name="connsiteX188" fmla="*/ 438383 w 9747620"/>
                <a:gd name="connsiteY188" fmla="*/ 2682772 h 6858000"/>
                <a:gd name="connsiteX189" fmla="*/ 397124 w 9747620"/>
                <a:gd name="connsiteY189" fmla="*/ 2887044 h 6858000"/>
                <a:gd name="connsiteX190" fmla="*/ 365658 w 9747620"/>
                <a:gd name="connsiteY190" fmla="*/ 3093424 h 6858000"/>
                <a:gd name="connsiteX191" fmla="*/ 332105 w 9747620"/>
                <a:gd name="connsiteY191" fmla="*/ 3509828 h 6858000"/>
                <a:gd name="connsiteX192" fmla="*/ 383653 w 9747620"/>
                <a:gd name="connsiteY192" fmla="*/ 4346327 h 6858000"/>
                <a:gd name="connsiteX193" fmla="*/ 422327 w 9747620"/>
                <a:gd name="connsiteY193" fmla="*/ 4552900 h 6858000"/>
                <a:gd name="connsiteX194" fmla="*/ 472184 w 9747620"/>
                <a:gd name="connsiteY194" fmla="*/ 4757939 h 6858000"/>
                <a:gd name="connsiteX195" fmla="*/ 533078 w 9747620"/>
                <a:gd name="connsiteY195" fmla="*/ 4960916 h 6858000"/>
                <a:gd name="connsiteX196" fmla="*/ 604710 w 9747620"/>
                <a:gd name="connsiteY196" fmla="*/ 5160875 h 6858000"/>
                <a:gd name="connsiteX197" fmla="*/ 996766 w 9747620"/>
                <a:gd name="connsiteY197" fmla="*/ 5920640 h 6858000"/>
                <a:gd name="connsiteX198" fmla="*/ 1549183 w 9747620"/>
                <a:gd name="connsiteY198" fmla="*/ 6586417 h 6858000"/>
                <a:gd name="connsiteX199" fmla="*/ 1709890 w 9747620"/>
                <a:gd name="connsiteY199" fmla="*/ 6734063 h 6858000"/>
                <a:gd name="connsiteX200" fmla="*/ 1859761 w 9747620"/>
                <a:gd name="connsiteY200" fmla="*/ 6858000 h 6858000"/>
                <a:gd name="connsiteX201" fmla="*/ 1671798 w 9747620"/>
                <a:gd name="connsiteY201" fmla="*/ 6858000 h 6858000"/>
                <a:gd name="connsiteX202" fmla="*/ 1628044 w 9747620"/>
                <a:gd name="connsiteY202" fmla="*/ 6822717 h 6858000"/>
                <a:gd name="connsiteX203" fmla="*/ 1459756 w 9747620"/>
                <a:gd name="connsiteY203" fmla="*/ 6674223 h 6858000"/>
                <a:gd name="connsiteX204" fmla="*/ 402543 w 9747620"/>
                <a:gd name="connsiteY204" fmla="*/ 5241588 h 6858000"/>
                <a:gd name="connsiteX205" fmla="*/ 311923 w 9747620"/>
                <a:gd name="connsiteY205" fmla="*/ 5036741 h 6858000"/>
                <a:gd name="connsiteX206" fmla="*/ 232140 w 9747620"/>
                <a:gd name="connsiteY206" fmla="*/ 4827483 h 6858000"/>
                <a:gd name="connsiteX207" fmla="*/ 163392 w 9747620"/>
                <a:gd name="connsiteY207" fmla="*/ 4613913 h 6858000"/>
                <a:gd name="connsiteX208" fmla="*/ 106823 w 9747620"/>
                <a:gd name="connsiteY208" fmla="*/ 4396365 h 6858000"/>
                <a:gd name="connsiteX209" fmla="*/ 29326 w 9747620"/>
                <a:gd name="connsiteY209" fmla="*/ 3954702 h 6858000"/>
                <a:gd name="connsiteX210" fmla="*/ 8647 w 9747620"/>
                <a:gd name="connsiteY210" fmla="*/ 3730971 h 6858000"/>
                <a:gd name="connsiteX211" fmla="*/ 2880 w 9747620"/>
                <a:gd name="connsiteY211" fmla="*/ 3618674 h 6858000"/>
                <a:gd name="connsiteX212" fmla="*/ 296 w 9747620"/>
                <a:gd name="connsiteY212" fmla="*/ 3506425 h 6858000"/>
                <a:gd name="connsiteX213" fmla="*/ 20030 w 9747620"/>
                <a:gd name="connsiteY213" fmla="*/ 3056711 h 6858000"/>
                <a:gd name="connsiteX214" fmla="*/ 48664 w 9747620"/>
                <a:gd name="connsiteY214" fmla="*/ 2832980 h 6858000"/>
                <a:gd name="connsiteX215" fmla="*/ 89922 w 9747620"/>
                <a:gd name="connsiteY215" fmla="*/ 2610639 h 6858000"/>
                <a:gd name="connsiteX216" fmla="*/ 211163 w 9747620"/>
                <a:gd name="connsiteY216" fmla="*/ 2174343 h 6858000"/>
                <a:gd name="connsiteX217" fmla="*/ 379129 w 9747620"/>
                <a:gd name="connsiteY217" fmla="*/ 1754393 h 6858000"/>
                <a:gd name="connsiteX218" fmla="*/ 841424 w 9747620"/>
                <a:gd name="connsiteY218" fmla="*/ 976270 h 6858000"/>
                <a:gd name="connsiteX219" fmla="*/ 1130234 w 9747620"/>
                <a:gd name="connsiteY219" fmla="*/ 625768 h 6858000"/>
                <a:gd name="connsiteX220" fmla="*/ 1452897 w 9747620"/>
                <a:gd name="connsiteY220" fmla="*/ 305748 h 6858000"/>
                <a:gd name="connsiteX221" fmla="*/ 1805682 w 9747620"/>
                <a:gd name="connsiteY221" fmla="*/ 18752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</a:cxnLst>
              <a:rect l="l" t="t" r="r" b="b"/>
              <a:pathLst>
                <a:path w="9747620" h="6858000">
                  <a:moveTo>
                    <a:pt x="7235453" y="0"/>
                  </a:moveTo>
                  <a:lnTo>
                    <a:pt x="7548130" y="0"/>
                  </a:lnTo>
                  <a:lnTo>
                    <a:pt x="7710334" y="111973"/>
                  </a:lnTo>
                  <a:cubicBezTo>
                    <a:pt x="7770781" y="157314"/>
                    <a:pt x="7830282" y="203517"/>
                    <a:pt x="7889188" y="251542"/>
                  </a:cubicBezTo>
                  <a:cubicBezTo>
                    <a:pt x="7947894" y="299470"/>
                    <a:pt x="8005557" y="348453"/>
                    <a:pt x="8061828" y="398586"/>
                  </a:cubicBezTo>
                  <a:cubicBezTo>
                    <a:pt x="8090013" y="423605"/>
                    <a:pt x="8117948" y="448816"/>
                    <a:pt x="8145637" y="474218"/>
                  </a:cubicBezTo>
                  <a:cubicBezTo>
                    <a:pt x="8159506" y="486918"/>
                    <a:pt x="8173375" y="499764"/>
                    <a:pt x="8187242" y="512753"/>
                  </a:cubicBezTo>
                  <a:lnTo>
                    <a:pt x="8228402" y="551575"/>
                  </a:lnTo>
                  <a:cubicBezTo>
                    <a:pt x="8283082" y="603577"/>
                    <a:pt x="8336569" y="656778"/>
                    <a:pt x="8389211" y="710937"/>
                  </a:cubicBezTo>
                  <a:cubicBezTo>
                    <a:pt x="8415458" y="738065"/>
                    <a:pt x="8441455" y="765432"/>
                    <a:pt x="8467206" y="793088"/>
                  </a:cubicBezTo>
                  <a:lnTo>
                    <a:pt x="8486791" y="814223"/>
                  </a:lnTo>
                  <a:lnTo>
                    <a:pt x="8505979" y="835409"/>
                  </a:lnTo>
                  <a:lnTo>
                    <a:pt x="8543509" y="877346"/>
                  </a:lnTo>
                  <a:cubicBezTo>
                    <a:pt x="8593418" y="933423"/>
                    <a:pt x="8642579" y="990601"/>
                    <a:pt x="8690549" y="1048978"/>
                  </a:cubicBezTo>
                  <a:cubicBezTo>
                    <a:pt x="8714558" y="1078168"/>
                    <a:pt x="8738368" y="1107644"/>
                    <a:pt x="8761732" y="1137502"/>
                  </a:cubicBezTo>
                  <a:lnTo>
                    <a:pt x="8796379" y="1182077"/>
                  </a:lnTo>
                  <a:lnTo>
                    <a:pt x="8830678" y="1226986"/>
                  </a:lnTo>
                  <a:cubicBezTo>
                    <a:pt x="8876112" y="1287185"/>
                    <a:pt x="8920304" y="1348532"/>
                    <a:pt x="8963353" y="1410936"/>
                  </a:cubicBezTo>
                  <a:cubicBezTo>
                    <a:pt x="8984727" y="1442137"/>
                    <a:pt x="9005954" y="1473915"/>
                    <a:pt x="9026483" y="1505499"/>
                  </a:cubicBezTo>
                  <a:lnTo>
                    <a:pt x="9057004" y="1552613"/>
                  </a:lnTo>
                  <a:cubicBezTo>
                    <a:pt x="9067245" y="1568525"/>
                    <a:pt x="9077336" y="1584534"/>
                    <a:pt x="9087278" y="1600542"/>
                  </a:cubicBezTo>
                  <a:cubicBezTo>
                    <a:pt x="9127145" y="1664766"/>
                    <a:pt x="9165966" y="1729613"/>
                    <a:pt x="9202851" y="1795515"/>
                  </a:cubicBezTo>
                  <a:cubicBezTo>
                    <a:pt x="9221342" y="1828491"/>
                    <a:pt x="9239437" y="1861417"/>
                    <a:pt x="9257332" y="1894920"/>
                  </a:cubicBezTo>
                  <a:lnTo>
                    <a:pt x="9283778" y="1945436"/>
                  </a:lnTo>
                  <a:lnTo>
                    <a:pt x="9309428" y="1996193"/>
                  </a:lnTo>
                  <a:cubicBezTo>
                    <a:pt x="9343280" y="2064013"/>
                    <a:pt x="9375491" y="2132695"/>
                    <a:pt x="9405714" y="2202191"/>
                  </a:cubicBezTo>
                  <a:cubicBezTo>
                    <a:pt x="9466260" y="2341183"/>
                    <a:pt x="9520493" y="2483053"/>
                    <a:pt x="9566524" y="2627653"/>
                  </a:cubicBezTo>
                  <a:cubicBezTo>
                    <a:pt x="9572289" y="2645675"/>
                    <a:pt x="9578056" y="2663792"/>
                    <a:pt x="9583573" y="2682195"/>
                  </a:cubicBezTo>
                  <a:lnTo>
                    <a:pt x="9591974" y="2709707"/>
                  </a:lnTo>
                  <a:lnTo>
                    <a:pt x="9600027" y="2737650"/>
                  </a:lnTo>
                  <a:cubicBezTo>
                    <a:pt x="9610416" y="2774171"/>
                    <a:pt x="9620358" y="2810884"/>
                    <a:pt x="9629803" y="2847694"/>
                  </a:cubicBezTo>
                  <a:cubicBezTo>
                    <a:pt x="9648692" y="2921312"/>
                    <a:pt x="9665196" y="2995506"/>
                    <a:pt x="9679909" y="3070131"/>
                  </a:cubicBezTo>
                  <a:cubicBezTo>
                    <a:pt x="9683587" y="3088775"/>
                    <a:pt x="9687118" y="3107418"/>
                    <a:pt x="9690498" y="3126159"/>
                  </a:cubicBezTo>
                  <a:lnTo>
                    <a:pt x="9700390" y="3181805"/>
                  </a:lnTo>
                  <a:cubicBezTo>
                    <a:pt x="9703670" y="3201120"/>
                    <a:pt x="9706952" y="3222112"/>
                    <a:pt x="9709685" y="3243392"/>
                  </a:cubicBezTo>
                  <a:lnTo>
                    <a:pt x="9713016" y="3267597"/>
                  </a:lnTo>
                  <a:lnTo>
                    <a:pt x="9716844" y="3294437"/>
                  </a:lnTo>
                  <a:cubicBezTo>
                    <a:pt x="9718186" y="3303926"/>
                    <a:pt x="9719527" y="3313895"/>
                    <a:pt x="9720820" y="3324488"/>
                  </a:cubicBezTo>
                  <a:lnTo>
                    <a:pt x="9722709" y="3340737"/>
                  </a:lnTo>
                  <a:lnTo>
                    <a:pt x="9724301" y="3356361"/>
                  </a:lnTo>
                  <a:lnTo>
                    <a:pt x="9730166" y="3412197"/>
                  </a:lnTo>
                  <a:cubicBezTo>
                    <a:pt x="9732005" y="3430842"/>
                    <a:pt x="9734291" y="3449342"/>
                    <a:pt x="9735783" y="3468083"/>
                  </a:cubicBezTo>
                  <a:lnTo>
                    <a:pt x="9739760" y="3524399"/>
                  </a:lnTo>
                  <a:lnTo>
                    <a:pt x="9741748" y="3552580"/>
                  </a:lnTo>
                  <a:lnTo>
                    <a:pt x="9742742" y="3566672"/>
                  </a:lnTo>
                  <a:lnTo>
                    <a:pt x="9743488" y="3581865"/>
                  </a:lnTo>
                  <a:lnTo>
                    <a:pt x="9744731" y="3611341"/>
                  </a:lnTo>
                  <a:lnTo>
                    <a:pt x="9745725" y="3639715"/>
                  </a:lnTo>
                  <a:cubicBezTo>
                    <a:pt x="9746868" y="3677579"/>
                    <a:pt x="9747514" y="3715587"/>
                    <a:pt x="9747613" y="3753786"/>
                  </a:cubicBezTo>
                  <a:cubicBezTo>
                    <a:pt x="9747763" y="3830232"/>
                    <a:pt x="9745675" y="3906870"/>
                    <a:pt x="9740405" y="3984609"/>
                  </a:cubicBezTo>
                  <a:lnTo>
                    <a:pt x="9736329" y="4038434"/>
                  </a:lnTo>
                  <a:cubicBezTo>
                    <a:pt x="9735087" y="4055976"/>
                    <a:pt x="9733794" y="4076346"/>
                    <a:pt x="9731408" y="4099446"/>
                  </a:cubicBezTo>
                  <a:lnTo>
                    <a:pt x="9717987" y="4213325"/>
                  </a:lnTo>
                  <a:cubicBezTo>
                    <a:pt x="9717441" y="4217926"/>
                    <a:pt x="9716943" y="4222527"/>
                    <a:pt x="9716297" y="4227129"/>
                  </a:cubicBezTo>
                  <a:lnTo>
                    <a:pt x="9714110" y="4240981"/>
                  </a:lnTo>
                  <a:lnTo>
                    <a:pt x="9709785" y="4268731"/>
                  </a:lnTo>
                  <a:lnTo>
                    <a:pt x="9701086" y="4324185"/>
                  </a:lnTo>
                  <a:lnTo>
                    <a:pt x="9698699" y="4338994"/>
                  </a:lnTo>
                  <a:lnTo>
                    <a:pt x="9695966" y="4355050"/>
                  </a:lnTo>
                  <a:cubicBezTo>
                    <a:pt x="9694077" y="4365547"/>
                    <a:pt x="9692188" y="4375516"/>
                    <a:pt x="9690299" y="4385054"/>
                  </a:cubicBezTo>
                  <a:lnTo>
                    <a:pt x="9679909" y="4437919"/>
                  </a:lnTo>
                  <a:cubicBezTo>
                    <a:pt x="9677871" y="4448320"/>
                    <a:pt x="9675735" y="4458097"/>
                    <a:pt x="9673647" y="4468162"/>
                  </a:cubicBezTo>
                  <a:lnTo>
                    <a:pt x="9667532" y="4496296"/>
                  </a:lnTo>
                  <a:cubicBezTo>
                    <a:pt x="9663406" y="4514941"/>
                    <a:pt x="9659081" y="4533585"/>
                    <a:pt x="9654658" y="4552277"/>
                  </a:cubicBezTo>
                  <a:cubicBezTo>
                    <a:pt x="9645760" y="4589613"/>
                    <a:pt x="9636265" y="4627045"/>
                    <a:pt x="9625876" y="4664478"/>
                  </a:cubicBezTo>
                  <a:cubicBezTo>
                    <a:pt x="9605048" y="4739247"/>
                    <a:pt x="9581088" y="4814303"/>
                    <a:pt x="9552803" y="4888737"/>
                  </a:cubicBezTo>
                  <a:cubicBezTo>
                    <a:pt x="9524668" y="4962930"/>
                    <a:pt x="9492109" y="5037459"/>
                    <a:pt x="9452639" y="5110934"/>
                  </a:cubicBezTo>
                  <a:cubicBezTo>
                    <a:pt x="9432905" y="5147695"/>
                    <a:pt x="9411431" y="5184169"/>
                    <a:pt x="9388017" y="5220020"/>
                  </a:cubicBezTo>
                  <a:cubicBezTo>
                    <a:pt x="9382201" y="5228982"/>
                    <a:pt x="9376236" y="5237945"/>
                    <a:pt x="9370073" y="5246811"/>
                  </a:cubicBezTo>
                  <a:lnTo>
                    <a:pt x="9360926" y="5260040"/>
                  </a:lnTo>
                  <a:lnTo>
                    <a:pt x="9351829" y="5272646"/>
                  </a:lnTo>
                  <a:cubicBezTo>
                    <a:pt x="9339700" y="5289468"/>
                    <a:pt x="9327174" y="5306387"/>
                    <a:pt x="9313305" y="5323881"/>
                  </a:cubicBezTo>
                  <a:cubicBezTo>
                    <a:pt x="9258625" y="5393042"/>
                    <a:pt x="9196489" y="5455445"/>
                    <a:pt x="9130375" y="5510802"/>
                  </a:cubicBezTo>
                  <a:cubicBezTo>
                    <a:pt x="9097319" y="5538505"/>
                    <a:pt x="9063268" y="5564530"/>
                    <a:pt x="9028422" y="5588878"/>
                  </a:cubicBezTo>
                  <a:cubicBezTo>
                    <a:pt x="9019723" y="5595109"/>
                    <a:pt x="9011074" y="5600909"/>
                    <a:pt x="9002424" y="5606707"/>
                  </a:cubicBezTo>
                  <a:cubicBezTo>
                    <a:pt x="8993774" y="5612603"/>
                    <a:pt x="8985124" y="5618211"/>
                    <a:pt x="8976525" y="5623866"/>
                  </a:cubicBezTo>
                  <a:cubicBezTo>
                    <a:pt x="8959277" y="5635130"/>
                    <a:pt x="8941629" y="5646201"/>
                    <a:pt x="8924181" y="5656793"/>
                  </a:cubicBezTo>
                  <a:cubicBezTo>
                    <a:pt x="8854291" y="5699259"/>
                    <a:pt x="8784946" y="5736451"/>
                    <a:pt x="8717291" y="5771582"/>
                  </a:cubicBezTo>
                  <a:lnTo>
                    <a:pt x="8617129" y="5823105"/>
                  </a:lnTo>
                  <a:lnTo>
                    <a:pt x="8518207" y="5873671"/>
                  </a:lnTo>
                  <a:cubicBezTo>
                    <a:pt x="8391200" y="5939188"/>
                    <a:pt x="8267922" y="6009788"/>
                    <a:pt x="8150558" y="6086761"/>
                  </a:cubicBezTo>
                  <a:cubicBezTo>
                    <a:pt x="8091901" y="6125248"/>
                    <a:pt x="8034736" y="6165317"/>
                    <a:pt x="7979410" y="6207158"/>
                  </a:cubicBezTo>
                  <a:cubicBezTo>
                    <a:pt x="7965739" y="6217750"/>
                    <a:pt x="7951771" y="6228103"/>
                    <a:pt x="7938300" y="6238887"/>
                  </a:cubicBezTo>
                  <a:lnTo>
                    <a:pt x="7897936" y="6271286"/>
                  </a:lnTo>
                  <a:lnTo>
                    <a:pt x="7858367" y="6304357"/>
                  </a:lnTo>
                  <a:lnTo>
                    <a:pt x="7819048" y="6338770"/>
                  </a:lnTo>
                  <a:cubicBezTo>
                    <a:pt x="7804882" y="6351232"/>
                    <a:pt x="7792105" y="6362591"/>
                    <a:pt x="7778882" y="6374477"/>
                  </a:cubicBezTo>
                  <a:lnTo>
                    <a:pt x="7739563" y="6410328"/>
                  </a:lnTo>
                  <a:cubicBezTo>
                    <a:pt x="7713366" y="6434485"/>
                    <a:pt x="7687168" y="6459120"/>
                    <a:pt x="7660824" y="6484138"/>
                  </a:cubicBezTo>
                  <a:lnTo>
                    <a:pt x="7502302" y="6636360"/>
                  </a:lnTo>
                  <a:lnTo>
                    <a:pt x="7273394" y="6858000"/>
                  </a:lnTo>
                  <a:lnTo>
                    <a:pt x="6780690" y="6858000"/>
                  </a:lnTo>
                  <a:lnTo>
                    <a:pt x="6854939" y="6783597"/>
                  </a:lnTo>
                  <a:cubicBezTo>
                    <a:pt x="6880688" y="6757810"/>
                    <a:pt x="6906338" y="6732265"/>
                    <a:pt x="6932087" y="6705809"/>
                  </a:cubicBezTo>
                  <a:lnTo>
                    <a:pt x="7241130" y="6390965"/>
                  </a:lnTo>
                  <a:lnTo>
                    <a:pt x="7397564" y="6233087"/>
                  </a:lnTo>
                  <a:cubicBezTo>
                    <a:pt x="7424009" y="6206679"/>
                    <a:pt x="7450802" y="6180175"/>
                    <a:pt x="7478142" y="6153670"/>
                  </a:cubicBezTo>
                  <a:lnTo>
                    <a:pt x="7519600" y="6113937"/>
                  </a:lnTo>
                  <a:cubicBezTo>
                    <a:pt x="7533469" y="6100805"/>
                    <a:pt x="7547934" y="6087288"/>
                    <a:pt x="7561207" y="6075067"/>
                  </a:cubicBezTo>
                  <a:lnTo>
                    <a:pt x="7604204" y="6035526"/>
                  </a:lnTo>
                  <a:lnTo>
                    <a:pt x="7648644" y="5996416"/>
                  </a:lnTo>
                  <a:cubicBezTo>
                    <a:pt x="7663608" y="5983570"/>
                    <a:pt x="7678768" y="5971013"/>
                    <a:pt x="7693830" y="5958264"/>
                  </a:cubicBezTo>
                  <a:cubicBezTo>
                    <a:pt x="7708942" y="5945611"/>
                    <a:pt x="7724352" y="5933485"/>
                    <a:pt x="7739662" y="5921073"/>
                  </a:cubicBezTo>
                  <a:cubicBezTo>
                    <a:pt x="7801154" y="5872088"/>
                    <a:pt x="7864234" y="5825502"/>
                    <a:pt x="7928458" y="5781025"/>
                  </a:cubicBezTo>
                  <a:cubicBezTo>
                    <a:pt x="8057005" y="5692164"/>
                    <a:pt x="8190077" y="5611500"/>
                    <a:pt x="8325882" y="5537450"/>
                  </a:cubicBezTo>
                  <a:lnTo>
                    <a:pt x="8424555" y="5484106"/>
                  </a:lnTo>
                  <a:lnTo>
                    <a:pt x="8521737" y="5431289"/>
                  </a:lnTo>
                  <a:cubicBezTo>
                    <a:pt x="8585315" y="5396349"/>
                    <a:pt x="8646456" y="5361840"/>
                    <a:pt x="8702677" y="5325942"/>
                  </a:cubicBezTo>
                  <a:cubicBezTo>
                    <a:pt x="8716795" y="5316931"/>
                    <a:pt x="8730365" y="5308017"/>
                    <a:pt x="8743986" y="5298717"/>
                  </a:cubicBezTo>
                  <a:cubicBezTo>
                    <a:pt x="8750747" y="5294069"/>
                    <a:pt x="8757606" y="5289420"/>
                    <a:pt x="8764167" y="5284723"/>
                  </a:cubicBezTo>
                  <a:cubicBezTo>
                    <a:pt x="8770778" y="5280074"/>
                    <a:pt x="8777440" y="5275377"/>
                    <a:pt x="8783704" y="5270679"/>
                  </a:cubicBezTo>
                  <a:cubicBezTo>
                    <a:pt x="8809155" y="5251987"/>
                    <a:pt x="8833611" y="5232577"/>
                    <a:pt x="8856776" y="5212399"/>
                  </a:cubicBezTo>
                  <a:cubicBezTo>
                    <a:pt x="8903104" y="5172043"/>
                    <a:pt x="8944463" y="5128668"/>
                    <a:pt x="8979856" y="5082081"/>
                  </a:cubicBezTo>
                  <a:cubicBezTo>
                    <a:pt x="8988555" y="5070722"/>
                    <a:pt x="8997602" y="5057973"/>
                    <a:pt x="9006699" y="5044984"/>
                  </a:cubicBezTo>
                  <a:lnTo>
                    <a:pt x="9013509" y="5035254"/>
                  </a:lnTo>
                  <a:lnTo>
                    <a:pt x="9019773" y="5025812"/>
                  </a:lnTo>
                  <a:cubicBezTo>
                    <a:pt x="9023997" y="5019629"/>
                    <a:pt x="9028073" y="5013254"/>
                    <a:pt x="9032050" y="5006833"/>
                  </a:cubicBezTo>
                  <a:cubicBezTo>
                    <a:pt x="9048206" y="4981238"/>
                    <a:pt x="9063417" y="4954542"/>
                    <a:pt x="9077733" y="4926839"/>
                  </a:cubicBezTo>
                  <a:cubicBezTo>
                    <a:pt x="9106415" y="4871434"/>
                    <a:pt x="9131469" y="4812050"/>
                    <a:pt x="9154285" y="4750223"/>
                  </a:cubicBezTo>
                  <a:cubicBezTo>
                    <a:pt x="9176904" y="4688586"/>
                    <a:pt x="9196537" y="4625032"/>
                    <a:pt x="9213936" y="4559945"/>
                  </a:cubicBezTo>
                  <a:cubicBezTo>
                    <a:pt x="9222635" y="4527402"/>
                    <a:pt x="9230887" y="4494523"/>
                    <a:pt x="9238592" y="4461357"/>
                  </a:cubicBezTo>
                  <a:cubicBezTo>
                    <a:pt x="9242419" y="4444773"/>
                    <a:pt x="9246147" y="4428094"/>
                    <a:pt x="9249776" y="4411319"/>
                  </a:cubicBezTo>
                  <a:lnTo>
                    <a:pt x="9255046" y="4386299"/>
                  </a:lnTo>
                  <a:lnTo>
                    <a:pt x="9259718" y="4363342"/>
                  </a:lnTo>
                  <a:lnTo>
                    <a:pt x="9269959" y="4309566"/>
                  </a:lnTo>
                  <a:lnTo>
                    <a:pt x="9274233" y="4286176"/>
                  </a:lnTo>
                  <a:lnTo>
                    <a:pt x="9276022" y="4275489"/>
                  </a:lnTo>
                  <a:lnTo>
                    <a:pt x="9277861" y="4263506"/>
                  </a:lnTo>
                  <a:lnTo>
                    <a:pt x="9286014" y="4211696"/>
                  </a:lnTo>
                  <a:lnTo>
                    <a:pt x="9290092" y="4185767"/>
                  </a:lnTo>
                  <a:lnTo>
                    <a:pt x="9292128" y="4172826"/>
                  </a:lnTo>
                  <a:cubicBezTo>
                    <a:pt x="9292774" y="4168464"/>
                    <a:pt x="9293173" y="4164055"/>
                    <a:pt x="9293720" y="4159693"/>
                  </a:cubicBezTo>
                  <a:lnTo>
                    <a:pt x="9305650" y="4057941"/>
                  </a:lnTo>
                  <a:cubicBezTo>
                    <a:pt x="9306991" y="4045048"/>
                    <a:pt x="9308085" y="4029328"/>
                    <a:pt x="9309378" y="4010779"/>
                  </a:cubicBezTo>
                  <a:lnTo>
                    <a:pt x="9313454" y="3956428"/>
                  </a:lnTo>
                  <a:cubicBezTo>
                    <a:pt x="9318326" y="3889806"/>
                    <a:pt x="9320611" y="3821796"/>
                    <a:pt x="9320811" y="3753546"/>
                  </a:cubicBezTo>
                  <a:cubicBezTo>
                    <a:pt x="9320910" y="3719373"/>
                    <a:pt x="9320513" y="3685056"/>
                    <a:pt x="9319617" y="3650643"/>
                  </a:cubicBezTo>
                  <a:lnTo>
                    <a:pt x="9318176" y="3600030"/>
                  </a:lnTo>
                  <a:lnTo>
                    <a:pt x="9317778" y="3588096"/>
                  </a:lnTo>
                  <a:lnTo>
                    <a:pt x="9316983" y="3575107"/>
                  </a:lnTo>
                  <a:lnTo>
                    <a:pt x="9315443" y="3549130"/>
                  </a:lnTo>
                  <a:lnTo>
                    <a:pt x="9312311" y="3497176"/>
                  </a:lnTo>
                  <a:cubicBezTo>
                    <a:pt x="9311118" y="3479825"/>
                    <a:pt x="9309129" y="3462427"/>
                    <a:pt x="9307587" y="3445029"/>
                  </a:cubicBezTo>
                  <a:lnTo>
                    <a:pt x="9302618" y="3392835"/>
                  </a:lnTo>
                  <a:lnTo>
                    <a:pt x="9301574" y="3381476"/>
                  </a:lnTo>
                  <a:lnTo>
                    <a:pt x="9300430" y="3370740"/>
                  </a:lnTo>
                  <a:lnTo>
                    <a:pt x="9297547" y="3346966"/>
                  </a:lnTo>
                  <a:lnTo>
                    <a:pt x="9294017" y="3320030"/>
                  </a:lnTo>
                  <a:lnTo>
                    <a:pt x="9290439" y="3290410"/>
                  </a:lnTo>
                  <a:cubicBezTo>
                    <a:pt x="9288849" y="3275745"/>
                    <a:pt x="9286761" y="3260934"/>
                    <a:pt x="9284275" y="3244544"/>
                  </a:cubicBezTo>
                  <a:lnTo>
                    <a:pt x="9275974" y="3193116"/>
                  </a:lnTo>
                  <a:cubicBezTo>
                    <a:pt x="9273189" y="3176197"/>
                    <a:pt x="9270256" y="3159230"/>
                    <a:pt x="9267224" y="3142264"/>
                  </a:cubicBezTo>
                  <a:cubicBezTo>
                    <a:pt x="9255146" y="3074493"/>
                    <a:pt x="9240929" y="3007057"/>
                    <a:pt x="9225320" y="2939909"/>
                  </a:cubicBezTo>
                  <a:cubicBezTo>
                    <a:pt x="9217465" y="2906311"/>
                    <a:pt x="9209214" y="2872809"/>
                    <a:pt x="9200466" y="2839449"/>
                  </a:cubicBezTo>
                  <a:lnTo>
                    <a:pt x="9193953" y="2814958"/>
                  </a:lnTo>
                  <a:lnTo>
                    <a:pt x="9186993" y="2790276"/>
                  </a:lnTo>
                  <a:cubicBezTo>
                    <a:pt x="9182471" y="2773836"/>
                    <a:pt x="9177599" y="2757252"/>
                    <a:pt x="9172628" y="2740621"/>
                  </a:cubicBezTo>
                  <a:cubicBezTo>
                    <a:pt x="9133110" y="2607859"/>
                    <a:pt x="9087527" y="2476533"/>
                    <a:pt x="9035082" y="2347463"/>
                  </a:cubicBezTo>
                  <a:cubicBezTo>
                    <a:pt x="9008836" y="2282951"/>
                    <a:pt x="8981298" y="2218870"/>
                    <a:pt x="8952118" y="2155413"/>
                  </a:cubicBezTo>
                  <a:lnTo>
                    <a:pt x="8929948" y="2107915"/>
                  </a:lnTo>
                  <a:lnTo>
                    <a:pt x="8907429" y="2060753"/>
                  </a:lnTo>
                  <a:cubicBezTo>
                    <a:pt x="8892170" y="2029408"/>
                    <a:pt x="8876411" y="1997726"/>
                    <a:pt x="8860404" y="1966478"/>
                  </a:cubicBezTo>
                  <a:cubicBezTo>
                    <a:pt x="8828243" y="1903931"/>
                    <a:pt x="8795336" y="1841670"/>
                    <a:pt x="8760788" y="1780274"/>
                  </a:cubicBezTo>
                  <a:lnTo>
                    <a:pt x="8734740" y="1734311"/>
                  </a:lnTo>
                  <a:lnTo>
                    <a:pt x="8708046" y="1687963"/>
                  </a:lnTo>
                  <a:cubicBezTo>
                    <a:pt x="8690300" y="1657337"/>
                    <a:pt x="8672455" y="1627334"/>
                    <a:pt x="8654062" y="1597234"/>
                  </a:cubicBezTo>
                  <a:cubicBezTo>
                    <a:pt x="8617575" y="1536988"/>
                    <a:pt x="8579398" y="1477365"/>
                    <a:pt x="8540278" y="1418077"/>
                  </a:cubicBezTo>
                  <a:lnTo>
                    <a:pt x="8510701" y="1373695"/>
                  </a:lnTo>
                  <a:lnTo>
                    <a:pt x="8480676" y="1329457"/>
                  </a:lnTo>
                  <a:cubicBezTo>
                    <a:pt x="8460643" y="1300269"/>
                    <a:pt x="8440411" y="1271224"/>
                    <a:pt x="8419782" y="1242275"/>
                  </a:cubicBezTo>
                  <a:cubicBezTo>
                    <a:pt x="8378476" y="1184425"/>
                    <a:pt x="8335923" y="1127006"/>
                    <a:pt x="8292478" y="1069875"/>
                  </a:cubicBezTo>
                  <a:lnTo>
                    <a:pt x="8259620" y="1027123"/>
                  </a:lnTo>
                  <a:lnTo>
                    <a:pt x="8243416" y="1006130"/>
                  </a:lnTo>
                  <a:lnTo>
                    <a:pt x="8227110" y="985473"/>
                  </a:lnTo>
                  <a:cubicBezTo>
                    <a:pt x="8204890" y="957483"/>
                    <a:pt x="8182422" y="929684"/>
                    <a:pt x="8159604" y="902029"/>
                  </a:cubicBezTo>
                  <a:cubicBezTo>
                    <a:pt x="8114170" y="846671"/>
                    <a:pt x="8067494" y="792177"/>
                    <a:pt x="8020022" y="738209"/>
                  </a:cubicBezTo>
                  <a:lnTo>
                    <a:pt x="7984182" y="697901"/>
                  </a:lnTo>
                  <a:lnTo>
                    <a:pt x="7948043" y="657976"/>
                  </a:lnTo>
                  <a:cubicBezTo>
                    <a:pt x="7923636" y="631328"/>
                    <a:pt x="7899079" y="604823"/>
                    <a:pt x="7874324" y="578607"/>
                  </a:cubicBezTo>
                  <a:cubicBezTo>
                    <a:pt x="7824714" y="526221"/>
                    <a:pt x="7774608" y="474458"/>
                    <a:pt x="7723308" y="424085"/>
                  </a:cubicBezTo>
                  <a:cubicBezTo>
                    <a:pt x="7672157" y="373808"/>
                    <a:pt x="7619168" y="324153"/>
                    <a:pt x="7565532" y="275602"/>
                  </a:cubicBezTo>
                  <a:close/>
                  <a:moveTo>
                    <a:pt x="1832515" y="0"/>
                  </a:moveTo>
                  <a:lnTo>
                    <a:pt x="2158449" y="0"/>
                  </a:lnTo>
                  <a:lnTo>
                    <a:pt x="2108797" y="37845"/>
                  </a:lnTo>
                  <a:cubicBezTo>
                    <a:pt x="2052253" y="83168"/>
                    <a:pt x="1996914" y="129778"/>
                    <a:pt x="1942830" y="177587"/>
                  </a:cubicBezTo>
                  <a:cubicBezTo>
                    <a:pt x="1834563" y="273109"/>
                    <a:pt x="1731317" y="373472"/>
                    <a:pt x="1633191" y="477909"/>
                  </a:cubicBezTo>
                  <a:cubicBezTo>
                    <a:pt x="1240290" y="896038"/>
                    <a:pt x="927123" y="1375900"/>
                    <a:pt x="702686" y="1889935"/>
                  </a:cubicBezTo>
                  <a:cubicBezTo>
                    <a:pt x="646565" y="2018192"/>
                    <a:pt x="596210" y="2149182"/>
                    <a:pt x="551769" y="2281416"/>
                  </a:cubicBezTo>
                  <a:cubicBezTo>
                    <a:pt x="507429" y="2413700"/>
                    <a:pt x="469451" y="2547613"/>
                    <a:pt x="438383" y="2682772"/>
                  </a:cubicBezTo>
                  <a:cubicBezTo>
                    <a:pt x="423122" y="2750111"/>
                    <a:pt x="409203" y="2818553"/>
                    <a:pt x="397124" y="2887044"/>
                  </a:cubicBezTo>
                  <a:cubicBezTo>
                    <a:pt x="385144" y="2955581"/>
                    <a:pt x="374357" y="3024359"/>
                    <a:pt x="365658" y="3093424"/>
                  </a:cubicBezTo>
                  <a:cubicBezTo>
                    <a:pt x="347813" y="3231506"/>
                    <a:pt x="336727" y="3370260"/>
                    <a:pt x="332105" y="3509828"/>
                  </a:cubicBezTo>
                  <a:cubicBezTo>
                    <a:pt x="322311" y="3788822"/>
                    <a:pt x="339660" y="4068628"/>
                    <a:pt x="383653" y="4346327"/>
                  </a:cubicBezTo>
                  <a:cubicBezTo>
                    <a:pt x="394539" y="4415489"/>
                    <a:pt x="407464" y="4484267"/>
                    <a:pt x="422327" y="4552900"/>
                  </a:cubicBezTo>
                  <a:cubicBezTo>
                    <a:pt x="437041" y="4621534"/>
                    <a:pt x="453693" y="4689881"/>
                    <a:pt x="472184" y="4757939"/>
                  </a:cubicBezTo>
                  <a:cubicBezTo>
                    <a:pt x="490677" y="4825949"/>
                    <a:pt x="511007" y="4893673"/>
                    <a:pt x="533078" y="4960916"/>
                  </a:cubicBezTo>
                  <a:cubicBezTo>
                    <a:pt x="555249" y="5028208"/>
                    <a:pt x="578662" y="5095022"/>
                    <a:pt x="604710" y="5160875"/>
                  </a:cubicBezTo>
                  <a:cubicBezTo>
                    <a:pt x="707358" y="5425298"/>
                    <a:pt x="838443" y="5680902"/>
                    <a:pt x="996766" y="5920640"/>
                  </a:cubicBezTo>
                  <a:cubicBezTo>
                    <a:pt x="1154790" y="6160571"/>
                    <a:pt x="1340404" y="6384350"/>
                    <a:pt x="1549183" y="6586417"/>
                  </a:cubicBezTo>
                  <a:cubicBezTo>
                    <a:pt x="1601365" y="6636982"/>
                    <a:pt x="1654970" y="6686208"/>
                    <a:pt x="1709890" y="6734063"/>
                  </a:cubicBezTo>
                  <a:lnTo>
                    <a:pt x="1859761" y="6858000"/>
                  </a:lnTo>
                  <a:lnTo>
                    <a:pt x="1671798" y="6858000"/>
                  </a:lnTo>
                  <a:lnTo>
                    <a:pt x="1628044" y="6822717"/>
                  </a:lnTo>
                  <a:cubicBezTo>
                    <a:pt x="1570828" y="6774460"/>
                    <a:pt x="1514710" y="6724955"/>
                    <a:pt x="1459756" y="6674223"/>
                  </a:cubicBezTo>
                  <a:cubicBezTo>
                    <a:pt x="1019931" y="6268363"/>
                    <a:pt x="658296" y="5781216"/>
                    <a:pt x="402543" y="5241588"/>
                  </a:cubicBezTo>
                  <a:cubicBezTo>
                    <a:pt x="370231" y="5174103"/>
                    <a:pt x="340306" y="5105661"/>
                    <a:pt x="311923" y="5036741"/>
                  </a:cubicBezTo>
                  <a:cubicBezTo>
                    <a:pt x="283539" y="4967771"/>
                    <a:pt x="256895" y="4897986"/>
                    <a:pt x="232140" y="4827483"/>
                  </a:cubicBezTo>
                  <a:cubicBezTo>
                    <a:pt x="207334" y="4756981"/>
                    <a:pt x="184368" y="4685758"/>
                    <a:pt x="163392" y="4613913"/>
                  </a:cubicBezTo>
                  <a:cubicBezTo>
                    <a:pt x="142514" y="4542020"/>
                    <a:pt x="123624" y="4469360"/>
                    <a:pt x="106823" y="4396365"/>
                  </a:cubicBezTo>
                  <a:cubicBezTo>
                    <a:pt x="73120" y="4250902"/>
                    <a:pt x="47371" y="4103281"/>
                    <a:pt x="29326" y="3954702"/>
                  </a:cubicBezTo>
                  <a:cubicBezTo>
                    <a:pt x="20478" y="3880365"/>
                    <a:pt x="13320" y="3805789"/>
                    <a:pt x="8647" y="3730971"/>
                  </a:cubicBezTo>
                  <a:cubicBezTo>
                    <a:pt x="6311" y="3693587"/>
                    <a:pt x="4322" y="3656106"/>
                    <a:pt x="2880" y="3618674"/>
                  </a:cubicBezTo>
                  <a:cubicBezTo>
                    <a:pt x="1539" y="3581146"/>
                    <a:pt x="694" y="3543809"/>
                    <a:pt x="296" y="3506425"/>
                  </a:cubicBezTo>
                  <a:cubicBezTo>
                    <a:pt x="-1543" y="3356649"/>
                    <a:pt x="5217" y="3206200"/>
                    <a:pt x="20030" y="3056711"/>
                  </a:cubicBezTo>
                  <a:cubicBezTo>
                    <a:pt x="27686" y="2981942"/>
                    <a:pt x="36931" y="2907317"/>
                    <a:pt x="48664" y="2832980"/>
                  </a:cubicBezTo>
                  <a:cubicBezTo>
                    <a:pt x="60395" y="2758642"/>
                    <a:pt x="73716" y="2684784"/>
                    <a:pt x="89922" y="2610639"/>
                  </a:cubicBezTo>
                  <a:cubicBezTo>
                    <a:pt x="121736" y="2462826"/>
                    <a:pt x="162645" y="2317220"/>
                    <a:pt x="211163" y="2174343"/>
                  </a:cubicBezTo>
                  <a:cubicBezTo>
                    <a:pt x="259778" y="2031468"/>
                    <a:pt x="315601" y="1891517"/>
                    <a:pt x="379129" y="1754393"/>
                  </a:cubicBezTo>
                  <a:cubicBezTo>
                    <a:pt x="505540" y="1480433"/>
                    <a:pt x="660930" y="1219318"/>
                    <a:pt x="841424" y="976270"/>
                  </a:cubicBezTo>
                  <a:cubicBezTo>
                    <a:pt x="931498" y="854627"/>
                    <a:pt x="1028182" y="737777"/>
                    <a:pt x="1130234" y="625768"/>
                  </a:cubicBezTo>
                  <a:cubicBezTo>
                    <a:pt x="1232486" y="513855"/>
                    <a:pt x="1340157" y="407117"/>
                    <a:pt x="1452897" y="305748"/>
                  </a:cubicBezTo>
                  <a:cubicBezTo>
                    <a:pt x="1565736" y="204380"/>
                    <a:pt x="1683596" y="108665"/>
                    <a:pt x="1805682" y="187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2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56EC3E84-B5BC-C55C-1A21-72504621814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8320" y="36937"/>
              <a:ext cx="9767847" cy="6858000"/>
            </a:xfrm>
            <a:custGeom>
              <a:avLst/>
              <a:gdLst>
                <a:gd name="connsiteX0" fmla="*/ 7151367 w 9767847"/>
                <a:gd name="connsiteY0" fmla="*/ 0 h 6858000"/>
                <a:gd name="connsiteX1" fmla="*/ 7881247 w 9767847"/>
                <a:gd name="connsiteY1" fmla="*/ 0 h 6858000"/>
                <a:gd name="connsiteX2" fmla="*/ 7990553 w 9767847"/>
                <a:gd name="connsiteY2" fmla="*/ 81317 h 6858000"/>
                <a:gd name="connsiteX3" fmla="*/ 9767847 w 9767847"/>
                <a:gd name="connsiteY3" fmla="*/ 3649031 h 6858000"/>
                <a:gd name="connsiteX4" fmla="*/ 8652597 w 9767847"/>
                <a:gd name="connsiteY4" fmla="*/ 6590005 h 6858000"/>
                <a:gd name="connsiteX5" fmla="*/ 8395306 w 9767847"/>
                <a:gd name="connsiteY5" fmla="*/ 6858000 h 6858000"/>
                <a:gd name="connsiteX6" fmla="*/ 6762603 w 9767847"/>
                <a:gd name="connsiteY6" fmla="*/ 6858000 h 6858000"/>
                <a:gd name="connsiteX7" fmla="*/ 6765962 w 9767847"/>
                <a:gd name="connsiteY7" fmla="*/ 6854844 h 6858000"/>
                <a:gd name="connsiteX8" fmla="*/ 6804586 w 9767847"/>
                <a:gd name="connsiteY8" fmla="*/ 6817103 h 6858000"/>
                <a:gd name="connsiteX9" fmla="*/ 6881735 w 9767847"/>
                <a:gd name="connsiteY9" fmla="*/ 6741197 h 6858000"/>
                <a:gd name="connsiteX10" fmla="*/ 6958883 w 9767847"/>
                <a:gd name="connsiteY10" fmla="*/ 6664822 h 6858000"/>
                <a:gd name="connsiteX11" fmla="*/ 7267925 w 9767847"/>
                <a:gd name="connsiteY11" fmla="*/ 6355694 h 6858000"/>
                <a:gd name="connsiteX12" fmla="*/ 7424360 w 9767847"/>
                <a:gd name="connsiteY12" fmla="*/ 6200685 h 6858000"/>
                <a:gd name="connsiteX13" fmla="*/ 7504938 w 9767847"/>
                <a:gd name="connsiteY13" fmla="*/ 6122708 h 6858000"/>
                <a:gd name="connsiteX14" fmla="*/ 7546396 w 9767847"/>
                <a:gd name="connsiteY14" fmla="*/ 6083697 h 6858000"/>
                <a:gd name="connsiteX15" fmla="*/ 7588002 w 9767847"/>
                <a:gd name="connsiteY15" fmla="*/ 6045532 h 6858000"/>
                <a:gd name="connsiteX16" fmla="*/ 7631000 w 9767847"/>
                <a:gd name="connsiteY16" fmla="*/ 6006709 h 6858000"/>
                <a:gd name="connsiteX17" fmla="*/ 7675440 w 9767847"/>
                <a:gd name="connsiteY17" fmla="*/ 5968309 h 6858000"/>
                <a:gd name="connsiteX18" fmla="*/ 7720626 w 9767847"/>
                <a:gd name="connsiteY18" fmla="*/ 5930851 h 6858000"/>
                <a:gd name="connsiteX19" fmla="*/ 7766458 w 9767847"/>
                <a:gd name="connsiteY19" fmla="*/ 5894334 h 6858000"/>
                <a:gd name="connsiteX20" fmla="*/ 7955254 w 9767847"/>
                <a:gd name="connsiteY20" fmla="*/ 5756828 h 6858000"/>
                <a:gd name="connsiteX21" fmla="*/ 8352678 w 9767847"/>
                <a:gd name="connsiteY21" fmla="*/ 5517630 h 6858000"/>
                <a:gd name="connsiteX22" fmla="*/ 8451350 w 9767847"/>
                <a:gd name="connsiteY22" fmla="*/ 5465254 h 6858000"/>
                <a:gd name="connsiteX23" fmla="*/ 8548532 w 9767847"/>
                <a:gd name="connsiteY23" fmla="*/ 5413395 h 6858000"/>
                <a:gd name="connsiteX24" fmla="*/ 8729473 w 9767847"/>
                <a:gd name="connsiteY24" fmla="*/ 5309961 h 6858000"/>
                <a:gd name="connsiteX25" fmla="*/ 8770781 w 9767847"/>
                <a:gd name="connsiteY25" fmla="*/ 5283232 h 6858000"/>
                <a:gd name="connsiteX26" fmla="*/ 8790964 w 9767847"/>
                <a:gd name="connsiteY26" fmla="*/ 5269492 h 6858000"/>
                <a:gd name="connsiteX27" fmla="*/ 8810499 w 9767847"/>
                <a:gd name="connsiteY27" fmla="*/ 5255703 h 6858000"/>
                <a:gd name="connsiteX28" fmla="*/ 8883571 w 9767847"/>
                <a:gd name="connsiteY28" fmla="*/ 5198479 h 6858000"/>
                <a:gd name="connsiteX29" fmla="*/ 9006651 w 9767847"/>
                <a:gd name="connsiteY29" fmla="*/ 5070527 h 6858000"/>
                <a:gd name="connsiteX30" fmla="*/ 9033494 w 9767847"/>
                <a:gd name="connsiteY30" fmla="*/ 5034105 h 6858000"/>
                <a:gd name="connsiteX31" fmla="*/ 9040305 w 9767847"/>
                <a:gd name="connsiteY31" fmla="*/ 5024551 h 6858000"/>
                <a:gd name="connsiteX32" fmla="*/ 9046568 w 9767847"/>
                <a:gd name="connsiteY32" fmla="*/ 5015281 h 6858000"/>
                <a:gd name="connsiteX33" fmla="*/ 9058846 w 9767847"/>
                <a:gd name="connsiteY33" fmla="*/ 4996645 h 6858000"/>
                <a:gd name="connsiteX34" fmla="*/ 9104529 w 9767847"/>
                <a:gd name="connsiteY34" fmla="*/ 4918105 h 6858000"/>
                <a:gd name="connsiteX35" fmla="*/ 9181081 w 9767847"/>
                <a:gd name="connsiteY35" fmla="*/ 4744694 h 6858000"/>
                <a:gd name="connsiteX36" fmla="*/ 9240731 w 9767847"/>
                <a:gd name="connsiteY36" fmla="*/ 4557872 h 6858000"/>
                <a:gd name="connsiteX37" fmla="*/ 9265388 w 9767847"/>
                <a:gd name="connsiteY37" fmla="*/ 4461073 h 6858000"/>
                <a:gd name="connsiteX38" fmla="*/ 9276571 w 9767847"/>
                <a:gd name="connsiteY38" fmla="*/ 4411943 h 6858000"/>
                <a:gd name="connsiteX39" fmla="*/ 9281841 w 9767847"/>
                <a:gd name="connsiteY39" fmla="*/ 4387379 h 6858000"/>
                <a:gd name="connsiteX40" fmla="*/ 9286513 w 9767847"/>
                <a:gd name="connsiteY40" fmla="*/ 4364838 h 6858000"/>
                <a:gd name="connsiteX41" fmla="*/ 9296754 w 9767847"/>
                <a:gd name="connsiteY41" fmla="*/ 4312038 h 6858000"/>
                <a:gd name="connsiteX42" fmla="*/ 9301029 w 9767847"/>
                <a:gd name="connsiteY42" fmla="*/ 4289074 h 6858000"/>
                <a:gd name="connsiteX43" fmla="*/ 9302818 w 9767847"/>
                <a:gd name="connsiteY43" fmla="*/ 4278581 h 6858000"/>
                <a:gd name="connsiteX44" fmla="*/ 9304658 w 9767847"/>
                <a:gd name="connsiteY44" fmla="*/ 4266816 h 6858000"/>
                <a:gd name="connsiteX45" fmla="*/ 9312810 w 9767847"/>
                <a:gd name="connsiteY45" fmla="*/ 4215945 h 6858000"/>
                <a:gd name="connsiteX46" fmla="*/ 9316887 w 9767847"/>
                <a:gd name="connsiteY46" fmla="*/ 4190486 h 6858000"/>
                <a:gd name="connsiteX47" fmla="*/ 9318923 w 9767847"/>
                <a:gd name="connsiteY47" fmla="*/ 4177780 h 6858000"/>
                <a:gd name="connsiteX48" fmla="*/ 9320515 w 9767847"/>
                <a:gd name="connsiteY48" fmla="*/ 4164886 h 6858000"/>
                <a:gd name="connsiteX49" fmla="*/ 9332445 w 9767847"/>
                <a:gd name="connsiteY49" fmla="*/ 4064981 h 6858000"/>
                <a:gd name="connsiteX50" fmla="*/ 9336173 w 9767847"/>
                <a:gd name="connsiteY50" fmla="*/ 4018676 h 6858000"/>
                <a:gd name="connsiteX51" fmla="*/ 9340199 w 9767847"/>
                <a:gd name="connsiteY51" fmla="*/ 3965171 h 6858000"/>
                <a:gd name="connsiteX52" fmla="*/ 9347557 w 9767847"/>
                <a:gd name="connsiteY52" fmla="*/ 3765972 h 6858000"/>
                <a:gd name="connsiteX53" fmla="*/ 9346364 w 9767847"/>
                <a:gd name="connsiteY53" fmla="*/ 3664938 h 6858000"/>
                <a:gd name="connsiteX54" fmla="*/ 9344921 w 9767847"/>
                <a:gd name="connsiteY54" fmla="*/ 3615243 h 6858000"/>
                <a:gd name="connsiteX55" fmla="*/ 9344524 w 9767847"/>
                <a:gd name="connsiteY55" fmla="*/ 3603526 h 6858000"/>
                <a:gd name="connsiteX56" fmla="*/ 9343728 w 9767847"/>
                <a:gd name="connsiteY56" fmla="*/ 3590774 h 6858000"/>
                <a:gd name="connsiteX57" fmla="*/ 9342188 w 9767847"/>
                <a:gd name="connsiteY57" fmla="*/ 3565268 h 6858000"/>
                <a:gd name="connsiteX58" fmla="*/ 9339056 w 9767847"/>
                <a:gd name="connsiteY58" fmla="*/ 3514256 h 6858000"/>
                <a:gd name="connsiteX59" fmla="*/ 9334334 w 9767847"/>
                <a:gd name="connsiteY59" fmla="*/ 3463057 h 6858000"/>
                <a:gd name="connsiteX60" fmla="*/ 9329363 w 9767847"/>
                <a:gd name="connsiteY60" fmla="*/ 3411810 h 6858000"/>
                <a:gd name="connsiteX61" fmla="*/ 9328319 w 9767847"/>
                <a:gd name="connsiteY61" fmla="*/ 3400657 h 6858000"/>
                <a:gd name="connsiteX62" fmla="*/ 9327177 w 9767847"/>
                <a:gd name="connsiteY62" fmla="*/ 3390116 h 6858000"/>
                <a:gd name="connsiteX63" fmla="*/ 9324293 w 9767847"/>
                <a:gd name="connsiteY63" fmla="*/ 3366774 h 6858000"/>
                <a:gd name="connsiteX64" fmla="*/ 9320763 w 9767847"/>
                <a:gd name="connsiteY64" fmla="*/ 3340329 h 6858000"/>
                <a:gd name="connsiteX65" fmla="*/ 9317184 w 9767847"/>
                <a:gd name="connsiteY65" fmla="*/ 3311245 h 6858000"/>
                <a:gd name="connsiteX66" fmla="*/ 9311021 w 9767847"/>
                <a:gd name="connsiteY66" fmla="*/ 3266211 h 6858000"/>
                <a:gd name="connsiteX67" fmla="*/ 9302719 w 9767847"/>
                <a:gd name="connsiteY67" fmla="*/ 3215717 h 6858000"/>
                <a:gd name="connsiteX68" fmla="*/ 9293970 w 9767847"/>
                <a:gd name="connsiteY68" fmla="*/ 3165789 h 6858000"/>
                <a:gd name="connsiteX69" fmla="*/ 9252065 w 9767847"/>
                <a:gd name="connsiteY69" fmla="*/ 2967107 h 6858000"/>
                <a:gd name="connsiteX70" fmla="*/ 9227211 w 9767847"/>
                <a:gd name="connsiteY70" fmla="*/ 2868473 h 6858000"/>
                <a:gd name="connsiteX71" fmla="*/ 9220699 w 9767847"/>
                <a:gd name="connsiteY71" fmla="*/ 2844426 h 6858000"/>
                <a:gd name="connsiteX72" fmla="*/ 9213740 w 9767847"/>
                <a:gd name="connsiteY72" fmla="*/ 2820191 h 6858000"/>
                <a:gd name="connsiteX73" fmla="*/ 9199374 w 9767847"/>
                <a:gd name="connsiteY73" fmla="*/ 2771438 h 6858000"/>
                <a:gd name="connsiteX74" fmla="*/ 9061829 w 9767847"/>
                <a:gd name="connsiteY74" fmla="*/ 2385418 h 6858000"/>
                <a:gd name="connsiteX75" fmla="*/ 8978865 w 9767847"/>
                <a:gd name="connsiteY75" fmla="*/ 2196855 h 6858000"/>
                <a:gd name="connsiteX76" fmla="*/ 8956694 w 9767847"/>
                <a:gd name="connsiteY76" fmla="*/ 2150219 h 6858000"/>
                <a:gd name="connsiteX77" fmla="*/ 8934176 w 9767847"/>
                <a:gd name="connsiteY77" fmla="*/ 2103914 h 6858000"/>
                <a:gd name="connsiteX78" fmla="*/ 8887151 w 9767847"/>
                <a:gd name="connsiteY78" fmla="*/ 2011350 h 6858000"/>
                <a:gd name="connsiteX79" fmla="*/ 8787533 w 9767847"/>
                <a:gd name="connsiteY79" fmla="*/ 1828527 h 6858000"/>
                <a:gd name="connsiteX80" fmla="*/ 8761485 w 9767847"/>
                <a:gd name="connsiteY80" fmla="*/ 1783398 h 6858000"/>
                <a:gd name="connsiteX81" fmla="*/ 8734791 w 9767847"/>
                <a:gd name="connsiteY81" fmla="*/ 1737893 h 6858000"/>
                <a:gd name="connsiteX82" fmla="*/ 8680808 w 9767847"/>
                <a:gd name="connsiteY82" fmla="*/ 1648812 h 6858000"/>
                <a:gd name="connsiteX83" fmla="*/ 8567024 w 9767847"/>
                <a:gd name="connsiteY83" fmla="*/ 1472906 h 6858000"/>
                <a:gd name="connsiteX84" fmla="*/ 8537446 w 9767847"/>
                <a:gd name="connsiteY84" fmla="*/ 1429330 h 6858000"/>
                <a:gd name="connsiteX85" fmla="*/ 8507423 w 9767847"/>
                <a:gd name="connsiteY85" fmla="*/ 1385896 h 6858000"/>
                <a:gd name="connsiteX86" fmla="*/ 8446529 w 9767847"/>
                <a:gd name="connsiteY86" fmla="*/ 1300295 h 6858000"/>
                <a:gd name="connsiteX87" fmla="*/ 8319224 w 9767847"/>
                <a:gd name="connsiteY87" fmla="*/ 1131026 h 6858000"/>
                <a:gd name="connsiteX88" fmla="*/ 8286366 w 9767847"/>
                <a:gd name="connsiteY88" fmla="*/ 1089050 h 6858000"/>
                <a:gd name="connsiteX89" fmla="*/ 8270161 w 9767847"/>
                <a:gd name="connsiteY89" fmla="*/ 1068439 h 6858000"/>
                <a:gd name="connsiteX90" fmla="*/ 8253856 w 9767847"/>
                <a:gd name="connsiteY90" fmla="*/ 1048156 h 6858000"/>
                <a:gd name="connsiteX91" fmla="*/ 8186352 w 9767847"/>
                <a:gd name="connsiteY91" fmla="*/ 966275 h 6858000"/>
                <a:gd name="connsiteX92" fmla="*/ 8046768 w 9767847"/>
                <a:gd name="connsiteY92" fmla="*/ 805429 h 6858000"/>
                <a:gd name="connsiteX93" fmla="*/ 8010927 w 9767847"/>
                <a:gd name="connsiteY93" fmla="*/ 765853 h 6858000"/>
                <a:gd name="connsiteX94" fmla="*/ 7974788 w 9767847"/>
                <a:gd name="connsiteY94" fmla="*/ 726653 h 6858000"/>
                <a:gd name="connsiteX95" fmla="*/ 7901070 w 9767847"/>
                <a:gd name="connsiteY95" fmla="*/ 648724 h 6858000"/>
                <a:gd name="connsiteX96" fmla="*/ 7750054 w 9767847"/>
                <a:gd name="connsiteY96" fmla="*/ 497008 h 6858000"/>
                <a:gd name="connsiteX97" fmla="*/ 7592277 w 9767847"/>
                <a:gd name="connsiteY97" fmla="*/ 351221 h 6858000"/>
                <a:gd name="connsiteX98" fmla="*/ 7257734 w 9767847"/>
                <a:gd name="connsiteY98" fmla="*/ 76964 h 6858000"/>
                <a:gd name="connsiteX99" fmla="*/ 1886601 w 9767847"/>
                <a:gd name="connsiteY99" fmla="*/ 0 h 6858000"/>
                <a:gd name="connsiteX100" fmla="*/ 2292926 w 9767847"/>
                <a:gd name="connsiteY100" fmla="*/ 0 h 6858000"/>
                <a:gd name="connsiteX101" fmla="*/ 2135542 w 9767847"/>
                <a:gd name="connsiteY101" fmla="*/ 117781 h 6858000"/>
                <a:gd name="connsiteX102" fmla="*/ 1969576 w 9767847"/>
                <a:gd name="connsiteY102" fmla="*/ 254986 h 6858000"/>
                <a:gd name="connsiteX103" fmla="*/ 1659938 w 9767847"/>
                <a:gd name="connsiteY103" fmla="*/ 549855 h 6858000"/>
                <a:gd name="connsiteX104" fmla="*/ 729383 w 9767847"/>
                <a:gd name="connsiteY104" fmla="*/ 1936480 h 6858000"/>
                <a:gd name="connsiteX105" fmla="*/ 578465 w 9767847"/>
                <a:gd name="connsiteY105" fmla="*/ 2320807 h 6858000"/>
                <a:gd name="connsiteX106" fmla="*/ 465080 w 9767847"/>
                <a:gd name="connsiteY106" fmla="*/ 2714875 h 6858000"/>
                <a:gd name="connsiteX107" fmla="*/ 423820 w 9767847"/>
                <a:gd name="connsiteY107" fmla="*/ 2915436 h 6858000"/>
                <a:gd name="connsiteX108" fmla="*/ 392355 w 9767847"/>
                <a:gd name="connsiteY108" fmla="*/ 3118071 h 6858000"/>
                <a:gd name="connsiteX109" fmla="*/ 358801 w 9767847"/>
                <a:gd name="connsiteY109" fmla="*/ 3526915 h 6858000"/>
                <a:gd name="connsiteX110" fmla="*/ 410350 w 9767847"/>
                <a:gd name="connsiteY110" fmla="*/ 4348226 h 6858000"/>
                <a:gd name="connsiteX111" fmla="*/ 449022 w 9767847"/>
                <a:gd name="connsiteY111" fmla="*/ 4551049 h 6858000"/>
                <a:gd name="connsiteX112" fmla="*/ 498882 w 9767847"/>
                <a:gd name="connsiteY112" fmla="*/ 4752365 h 6858000"/>
                <a:gd name="connsiteX113" fmla="*/ 559775 w 9767847"/>
                <a:gd name="connsiteY113" fmla="*/ 4951657 h 6858000"/>
                <a:gd name="connsiteX114" fmla="*/ 631406 w 9767847"/>
                <a:gd name="connsiteY114" fmla="*/ 5147986 h 6858000"/>
                <a:gd name="connsiteX115" fmla="*/ 1023461 w 9767847"/>
                <a:gd name="connsiteY115" fmla="*/ 5893957 h 6858000"/>
                <a:gd name="connsiteX116" fmla="*/ 1575880 w 9767847"/>
                <a:gd name="connsiteY116" fmla="*/ 6547646 h 6858000"/>
                <a:gd name="connsiteX117" fmla="*/ 1905228 w 9767847"/>
                <a:gd name="connsiteY117" fmla="*/ 6829468 h 6858000"/>
                <a:gd name="connsiteX118" fmla="*/ 1944230 w 9767847"/>
                <a:gd name="connsiteY118" fmla="*/ 6858000 h 6858000"/>
                <a:gd name="connsiteX119" fmla="*/ 1372541 w 9767847"/>
                <a:gd name="connsiteY119" fmla="*/ 6858000 h 6858000"/>
                <a:gd name="connsiteX120" fmla="*/ 1115251 w 9767847"/>
                <a:gd name="connsiteY120" fmla="*/ 6590005 h 6858000"/>
                <a:gd name="connsiteX121" fmla="*/ 0 w 9767847"/>
                <a:gd name="connsiteY121" fmla="*/ 3649031 h 6858000"/>
                <a:gd name="connsiteX122" fmla="*/ 1777294 w 9767847"/>
                <a:gd name="connsiteY122" fmla="*/ 8131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</a:cxnLst>
              <a:rect l="l" t="t" r="r" b="b"/>
              <a:pathLst>
                <a:path w="9767847" h="6858000">
                  <a:moveTo>
                    <a:pt x="7151367" y="0"/>
                  </a:moveTo>
                  <a:lnTo>
                    <a:pt x="7881247" y="0"/>
                  </a:lnTo>
                  <a:lnTo>
                    <a:pt x="7990553" y="81317"/>
                  </a:lnTo>
                  <a:cubicBezTo>
                    <a:pt x="9075991" y="929334"/>
                    <a:pt x="9767847" y="2212695"/>
                    <a:pt x="9767847" y="3649031"/>
                  </a:cubicBezTo>
                  <a:cubicBezTo>
                    <a:pt x="9767847" y="4766182"/>
                    <a:pt x="9349317" y="5790792"/>
                    <a:pt x="8652597" y="6590005"/>
                  </a:cubicBezTo>
                  <a:lnTo>
                    <a:pt x="8395306" y="6858000"/>
                  </a:lnTo>
                  <a:lnTo>
                    <a:pt x="6762603" y="6858000"/>
                  </a:lnTo>
                  <a:lnTo>
                    <a:pt x="6765962" y="6854844"/>
                  </a:lnTo>
                  <a:cubicBezTo>
                    <a:pt x="6779036" y="6842703"/>
                    <a:pt x="6791663" y="6829621"/>
                    <a:pt x="6804586" y="6817103"/>
                  </a:cubicBezTo>
                  <a:lnTo>
                    <a:pt x="6881735" y="6741197"/>
                  </a:lnTo>
                  <a:cubicBezTo>
                    <a:pt x="6907435" y="6715881"/>
                    <a:pt x="6933134" y="6690798"/>
                    <a:pt x="6958883" y="6664822"/>
                  </a:cubicBezTo>
                  <a:lnTo>
                    <a:pt x="7267925" y="6355694"/>
                  </a:lnTo>
                  <a:lnTo>
                    <a:pt x="7424360" y="6200685"/>
                  </a:lnTo>
                  <a:cubicBezTo>
                    <a:pt x="7450754" y="6174802"/>
                    <a:pt x="7477598" y="6148731"/>
                    <a:pt x="7504938" y="6122708"/>
                  </a:cubicBezTo>
                  <a:lnTo>
                    <a:pt x="7546396" y="6083697"/>
                  </a:lnTo>
                  <a:cubicBezTo>
                    <a:pt x="7560264" y="6070803"/>
                    <a:pt x="7574780" y="6057532"/>
                    <a:pt x="7588002" y="6045532"/>
                  </a:cubicBezTo>
                  <a:lnTo>
                    <a:pt x="7631000" y="6006709"/>
                  </a:lnTo>
                  <a:lnTo>
                    <a:pt x="7675440" y="5968309"/>
                  </a:lnTo>
                  <a:cubicBezTo>
                    <a:pt x="7690404" y="5955698"/>
                    <a:pt x="7705564" y="5943321"/>
                    <a:pt x="7720626" y="5930851"/>
                  </a:cubicBezTo>
                  <a:cubicBezTo>
                    <a:pt x="7735738" y="5918427"/>
                    <a:pt x="7751197" y="5906521"/>
                    <a:pt x="7766458" y="5894334"/>
                  </a:cubicBezTo>
                  <a:cubicBezTo>
                    <a:pt x="7827949" y="5846192"/>
                    <a:pt x="7890979" y="5800499"/>
                    <a:pt x="7955254" y="5756828"/>
                  </a:cubicBezTo>
                  <a:cubicBezTo>
                    <a:pt x="8083800" y="5669534"/>
                    <a:pt x="8216872" y="5590336"/>
                    <a:pt x="8352678" y="5517630"/>
                  </a:cubicBezTo>
                  <a:lnTo>
                    <a:pt x="8451350" y="5465254"/>
                  </a:lnTo>
                  <a:lnTo>
                    <a:pt x="8548532" y="5413395"/>
                  </a:lnTo>
                  <a:cubicBezTo>
                    <a:pt x="8612110" y="5379090"/>
                    <a:pt x="8673251" y="5345208"/>
                    <a:pt x="8729473" y="5309961"/>
                  </a:cubicBezTo>
                  <a:cubicBezTo>
                    <a:pt x="8743591" y="5301115"/>
                    <a:pt x="8757161" y="5292361"/>
                    <a:pt x="8770781" y="5283232"/>
                  </a:cubicBezTo>
                  <a:cubicBezTo>
                    <a:pt x="8777591" y="5278667"/>
                    <a:pt x="8784451" y="5274103"/>
                    <a:pt x="8790964" y="5269492"/>
                  </a:cubicBezTo>
                  <a:cubicBezTo>
                    <a:pt x="8797574" y="5264879"/>
                    <a:pt x="8804235" y="5260314"/>
                    <a:pt x="8810499" y="5255703"/>
                  </a:cubicBezTo>
                  <a:cubicBezTo>
                    <a:pt x="8835999" y="5237303"/>
                    <a:pt x="8860407" y="5218291"/>
                    <a:pt x="8883571" y="5198479"/>
                  </a:cubicBezTo>
                  <a:cubicBezTo>
                    <a:pt x="8929900" y="5158856"/>
                    <a:pt x="8971258" y="5116315"/>
                    <a:pt x="9006651" y="5070527"/>
                  </a:cubicBezTo>
                  <a:cubicBezTo>
                    <a:pt x="9015351" y="5059328"/>
                    <a:pt x="9024398" y="5046857"/>
                    <a:pt x="9033494" y="5034105"/>
                  </a:cubicBezTo>
                  <a:lnTo>
                    <a:pt x="9040305" y="5024551"/>
                  </a:lnTo>
                  <a:lnTo>
                    <a:pt x="9046568" y="5015281"/>
                  </a:lnTo>
                  <a:cubicBezTo>
                    <a:pt x="9050743" y="5009163"/>
                    <a:pt x="9054819" y="5002952"/>
                    <a:pt x="9058846" y="4996645"/>
                  </a:cubicBezTo>
                  <a:cubicBezTo>
                    <a:pt x="9075002" y="4971517"/>
                    <a:pt x="9090212" y="4945305"/>
                    <a:pt x="9104529" y="4918105"/>
                  </a:cubicBezTo>
                  <a:cubicBezTo>
                    <a:pt x="9133211" y="4863752"/>
                    <a:pt x="9158313" y="4805447"/>
                    <a:pt x="9181081" y="4744694"/>
                  </a:cubicBezTo>
                  <a:cubicBezTo>
                    <a:pt x="9203748" y="4684178"/>
                    <a:pt x="9223383" y="4621778"/>
                    <a:pt x="9240731" y="4557872"/>
                  </a:cubicBezTo>
                  <a:cubicBezTo>
                    <a:pt x="9249481" y="4525966"/>
                    <a:pt x="9257682" y="4493684"/>
                    <a:pt x="9265388" y="4461073"/>
                  </a:cubicBezTo>
                  <a:cubicBezTo>
                    <a:pt x="9269215" y="4444744"/>
                    <a:pt x="9272943" y="4428367"/>
                    <a:pt x="9276571" y="4411943"/>
                  </a:cubicBezTo>
                  <a:lnTo>
                    <a:pt x="9281841" y="4387379"/>
                  </a:lnTo>
                  <a:lnTo>
                    <a:pt x="9286513" y="4364838"/>
                  </a:lnTo>
                  <a:lnTo>
                    <a:pt x="9296754" y="4312038"/>
                  </a:lnTo>
                  <a:lnTo>
                    <a:pt x="9301029" y="4289074"/>
                  </a:lnTo>
                  <a:lnTo>
                    <a:pt x="9302818" y="4278581"/>
                  </a:lnTo>
                  <a:lnTo>
                    <a:pt x="9304658" y="4266816"/>
                  </a:lnTo>
                  <a:lnTo>
                    <a:pt x="9312810" y="4215945"/>
                  </a:lnTo>
                  <a:lnTo>
                    <a:pt x="9316887" y="4190486"/>
                  </a:lnTo>
                  <a:lnTo>
                    <a:pt x="9318923" y="4177780"/>
                  </a:lnTo>
                  <a:cubicBezTo>
                    <a:pt x="9319570" y="4173546"/>
                    <a:pt x="9319969" y="4169169"/>
                    <a:pt x="9320515" y="4164886"/>
                  </a:cubicBezTo>
                  <a:lnTo>
                    <a:pt x="9332445" y="4064981"/>
                  </a:lnTo>
                  <a:cubicBezTo>
                    <a:pt x="9333836" y="4052370"/>
                    <a:pt x="9334880" y="4036888"/>
                    <a:pt x="9336173" y="4018676"/>
                  </a:cubicBezTo>
                  <a:lnTo>
                    <a:pt x="9340199" y="3965171"/>
                  </a:lnTo>
                  <a:cubicBezTo>
                    <a:pt x="9345071" y="3899806"/>
                    <a:pt x="9347358" y="3832983"/>
                    <a:pt x="9347557" y="3765972"/>
                  </a:cubicBezTo>
                  <a:cubicBezTo>
                    <a:pt x="9347656" y="3732420"/>
                    <a:pt x="9347209" y="3698773"/>
                    <a:pt x="9346364" y="3664938"/>
                  </a:cubicBezTo>
                  <a:lnTo>
                    <a:pt x="9344921" y="3615243"/>
                  </a:lnTo>
                  <a:lnTo>
                    <a:pt x="9344524" y="3603526"/>
                  </a:lnTo>
                  <a:lnTo>
                    <a:pt x="9343728" y="3590774"/>
                  </a:lnTo>
                  <a:lnTo>
                    <a:pt x="9342188" y="3565268"/>
                  </a:lnTo>
                  <a:lnTo>
                    <a:pt x="9339056" y="3514256"/>
                  </a:lnTo>
                  <a:cubicBezTo>
                    <a:pt x="9337914" y="3497221"/>
                    <a:pt x="9335874" y="3480138"/>
                    <a:pt x="9334334" y="3463057"/>
                  </a:cubicBezTo>
                  <a:lnTo>
                    <a:pt x="9329363" y="3411810"/>
                  </a:lnTo>
                  <a:lnTo>
                    <a:pt x="9328319" y="3400657"/>
                  </a:lnTo>
                  <a:lnTo>
                    <a:pt x="9327177" y="3390116"/>
                  </a:lnTo>
                  <a:lnTo>
                    <a:pt x="9324293" y="3366774"/>
                  </a:lnTo>
                  <a:lnTo>
                    <a:pt x="9320763" y="3340329"/>
                  </a:lnTo>
                  <a:lnTo>
                    <a:pt x="9317184" y="3311245"/>
                  </a:lnTo>
                  <a:cubicBezTo>
                    <a:pt x="9315594" y="3296893"/>
                    <a:pt x="9313506" y="3282306"/>
                    <a:pt x="9311021" y="3266211"/>
                  </a:cubicBezTo>
                  <a:lnTo>
                    <a:pt x="9302719" y="3215717"/>
                  </a:lnTo>
                  <a:cubicBezTo>
                    <a:pt x="9299936" y="3199059"/>
                    <a:pt x="9297003" y="3182400"/>
                    <a:pt x="9293970" y="3165789"/>
                  </a:cubicBezTo>
                  <a:cubicBezTo>
                    <a:pt x="9281891" y="3099295"/>
                    <a:pt x="9267674" y="3033084"/>
                    <a:pt x="9252065" y="2967107"/>
                  </a:cubicBezTo>
                  <a:cubicBezTo>
                    <a:pt x="9244261" y="2934167"/>
                    <a:pt x="9235959" y="2901273"/>
                    <a:pt x="9227211" y="2868473"/>
                  </a:cubicBezTo>
                  <a:lnTo>
                    <a:pt x="9220699" y="2844426"/>
                  </a:lnTo>
                  <a:lnTo>
                    <a:pt x="9213740" y="2820191"/>
                  </a:lnTo>
                  <a:cubicBezTo>
                    <a:pt x="9209216" y="2804049"/>
                    <a:pt x="9204345" y="2787768"/>
                    <a:pt x="9199374" y="2771438"/>
                  </a:cubicBezTo>
                  <a:cubicBezTo>
                    <a:pt x="9159855" y="2641086"/>
                    <a:pt x="9114272" y="2512099"/>
                    <a:pt x="9061829" y="2385418"/>
                  </a:cubicBezTo>
                  <a:cubicBezTo>
                    <a:pt x="9035582" y="2322077"/>
                    <a:pt x="9008043" y="2259160"/>
                    <a:pt x="8978865" y="2196855"/>
                  </a:cubicBezTo>
                  <a:lnTo>
                    <a:pt x="8956694" y="2150219"/>
                  </a:lnTo>
                  <a:lnTo>
                    <a:pt x="8934176" y="2103914"/>
                  </a:lnTo>
                  <a:cubicBezTo>
                    <a:pt x="8918915" y="2073091"/>
                    <a:pt x="8903157" y="2042032"/>
                    <a:pt x="8887151" y="2011350"/>
                  </a:cubicBezTo>
                  <a:cubicBezTo>
                    <a:pt x="8854988" y="1949891"/>
                    <a:pt x="8822082" y="1888810"/>
                    <a:pt x="8787533" y="1828527"/>
                  </a:cubicBezTo>
                  <a:lnTo>
                    <a:pt x="8761485" y="1783398"/>
                  </a:lnTo>
                  <a:lnTo>
                    <a:pt x="8734791" y="1737893"/>
                  </a:lnTo>
                  <a:cubicBezTo>
                    <a:pt x="8717047" y="1707823"/>
                    <a:pt x="8699200" y="1678363"/>
                    <a:pt x="8680808" y="1648812"/>
                  </a:cubicBezTo>
                  <a:cubicBezTo>
                    <a:pt x="8644322" y="1589658"/>
                    <a:pt x="8606194" y="1531118"/>
                    <a:pt x="8567024" y="1472906"/>
                  </a:cubicBezTo>
                  <a:lnTo>
                    <a:pt x="8537446" y="1429330"/>
                  </a:lnTo>
                  <a:lnTo>
                    <a:pt x="8507423" y="1385896"/>
                  </a:lnTo>
                  <a:cubicBezTo>
                    <a:pt x="8487390" y="1357284"/>
                    <a:pt x="8467158" y="1328719"/>
                    <a:pt x="8446529" y="1300295"/>
                  </a:cubicBezTo>
                  <a:cubicBezTo>
                    <a:pt x="8405271" y="1243496"/>
                    <a:pt x="8362718" y="1187120"/>
                    <a:pt x="8319224" y="1131026"/>
                  </a:cubicBezTo>
                  <a:lnTo>
                    <a:pt x="8286366" y="1089050"/>
                  </a:lnTo>
                  <a:lnTo>
                    <a:pt x="8270161" y="1068439"/>
                  </a:lnTo>
                  <a:lnTo>
                    <a:pt x="8253856" y="1048156"/>
                  </a:lnTo>
                  <a:cubicBezTo>
                    <a:pt x="8231636" y="1020675"/>
                    <a:pt x="8209117" y="993381"/>
                    <a:pt x="8186352" y="966275"/>
                  </a:cubicBezTo>
                  <a:cubicBezTo>
                    <a:pt x="8140917" y="911922"/>
                    <a:pt x="8094240" y="858417"/>
                    <a:pt x="8046768" y="805429"/>
                  </a:cubicBezTo>
                  <a:lnTo>
                    <a:pt x="8010927" y="765853"/>
                  </a:lnTo>
                  <a:lnTo>
                    <a:pt x="7974788" y="726653"/>
                  </a:lnTo>
                  <a:cubicBezTo>
                    <a:pt x="7950382" y="700489"/>
                    <a:pt x="7925824" y="674465"/>
                    <a:pt x="7901070" y="648724"/>
                  </a:cubicBezTo>
                  <a:cubicBezTo>
                    <a:pt x="7851510" y="597289"/>
                    <a:pt x="7801404" y="546514"/>
                    <a:pt x="7750054" y="497008"/>
                  </a:cubicBezTo>
                  <a:cubicBezTo>
                    <a:pt x="7698902" y="447644"/>
                    <a:pt x="7645913" y="398938"/>
                    <a:pt x="7592277" y="351221"/>
                  </a:cubicBezTo>
                  <a:cubicBezTo>
                    <a:pt x="7484856" y="255786"/>
                    <a:pt x="7373308" y="164304"/>
                    <a:pt x="7257734" y="76964"/>
                  </a:cubicBezTo>
                  <a:close/>
                  <a:moveTo>
                    <a:pt x="1886601" y="0"/>
                  </a:moveTo>
                  <a:lnTo>
                    <a:pt x="2292926" y="0"/>
                  </a:lnTo>
                  <a:lnTo>
                    <a:pt x="2135542" y="117781"/>
                  </a:lnTo>
                  <a:cubicBezTo>
                    <a:pt x="2078998" y="162280"/>
                    <a:pt x="2023659" y="208045"/>
                    <a:pt x="1969576" y="254986"/>
                  </a:cubicBezTo>
                  <a:cubicBezTo>
                    <a:pt x="1861309" y="348820"/>
                    <a:pt x="1758064" y="447314"/>
                    <a:pt x="1659938" y="549855"/>
                  </a:cubicBezTo>
                  <a:cubicBezTo>
                    <a:pt x="1266987" y="960346"/>
                    <a:pt x="953820" y="1431495"/>
                    <a:pt x="729383" y="1936480"/>
                  </a:cubicBezTo>
                  <a:cubicBezTo>
                    <a:pt x="673260" y="2062362"/>
                    <a:pt x="622855" y="2190972"/>
                    <a:pt x="578465" y="2320807"/>
                  </a:cubicBezTo>
                  <a:cubicBezTo>
                    <a:pt x="534125" y="2450687"/>
                    <a:pt x="496147" y="2582216"/>
                    <a:pt x="465080" y="2714875"/>
                  </a:cubicBezTo>
                  <a:cubicBezTo>
                    <a:pt x="449769" y="2780991"/>
                    <a:pt x="435850" y="2848191"/>
                    <a:pt x="423820" y="2915436"/>
                  </a:cubicBezTo>
                  <a:cubicBezTo>
                    <a:pt x="411840" y="2982731"/>
                    <a:pt x="401054" y="3050260"/>
                    <a:pt x="392355" y="3118071"/>
                  </a:cubicBezTo>
                  <a:cubicBezTo>
                    <a:pt x="374509" y="3253646"/>
                    <a:pt x="363424" y="3389880"/>
                    <a:pt x="358801" y="3526915"/>
                  </a:cubicBezTo>
                  <a:cubicBezTo>
                    <a:pt x="349009" y="3800843"/>
                    <a:pt x="366357" y="4075570"/>
                    <a:pt x="410350" y="4348226"/>
                  </a:cubicBezTo>
                  <a:cubicBezTo>
                    <a:pt x="421286" y="4416132"/>
                    <a:pt x="434209" y="4483660"/>
                    <a:pt x="449022" y="4551049"/>
                  </a:cubicBezTo>
                  <a:cubicBezTo>
                    <a:pt x="463737" y="4618436"/>
                    <a:pt x="480389" y="4685588"/>
                    <a:pt x="498882" y="4752365"/>
                  </a:cubicBezTo>
                  <a:cubicBezTo>
                    <a:pt x="517373" y="4819141"/>
                    <a:pt x="537704" y="4885635"/>
                    <a:pt x="559775" y="4951657"/>
                  </a:cubicBezTo>
                  <a:cubicBezTo>
                    <a:pt x="581946" y="5017775"/>
                    <a:pt x="605358" y="5083375"/>
                    <a:pt x="631406" y="5147986"/>
                  </a:cubicBezTo>
                  <a:cubicBezTo>
                    <a:pt x="734055" y="5407608"/>
                    <a:pt x="865188" y="5658570"/>
                    <a:pt x="1023461" y="5893957"/>
                  </a:cubicBezTo>
                  <a:cubicBezTo>
                    <a:pt x="1181487" y="6129578"/>
                    <a:pt x="1367051" y="6349247"/>
                    <a:pt x="1575880" y="6547646"/>
                  </a:cubicBezTo>
                  <a:cubicBezTo>
                    <a:pt x="1680269" y="6646916"/>
                    <a:pt x="1790338" y="6740939"/>
                    <a:pt x="1905228" y="6829468"/>
                  </a:cubicBezTo>
                  <a:lnTo>
                    <a:pt x="1944230" y="6858000"/>
                  </a:lnTo>
                  <a:lnTo>
                    <a:pt x="1372541" y="6858000"/>
                  </a:lnTo>
                  <a:lnTo>
                    <a:pt x="1115251" y="6590005"/>
                  </a:lnTo>
                  <a:cubicBezTo>
                    <a:pt x="418530" y="5790792"/>
                    <a:pt x="0" y="4766182"/>
                    <a:pt x="0" y="3649031"/>
                  </a:cubicBezTo>
                  <a:cubicBezTo>
                    <a:pt x="0" y="2212695"/>
                    <a:pt x="691856" y="929334"/>
                    <a:pt x="1777294" y="81317"/>
                  </a:cubicBezTo>
                  <a:close/>
                </a:path>
              </a:pathLst>
            </a:custGeom>
            <a:gradFill>
              <a:gsLst>
                <a:gs pos="813">
                  <a:schemeClr val="bg1">
                    <a:alpha val="41000"/>
                  </a:schemeClr>
                </a:gs>
                <a:gs pos="20000">
                  <a:schemeClr val="accent5">
                    <a:lumMod val="85000"/>
                    <a:alpha val="56000"/>
                  </a:schemeClr>
                </a:gs>
                <a:gs pos="44000">
                  <a:schemeClr val="accent6">
                    <a:lumMod val="40000"/>
                    <a:lumOff val="60000"/>
                    <a:alpha val="57000"/>
                  </a:schemeClr>
                </a:gs>
                <a:gs pos="100000">
                  <a:schemeClr val="bg1">
                    <a:alpha val="59000"/>
                  </a:schemeClr>
                </a:gs>
                <a:gs pos="74000">
                  <a:schemeClr val="accent1">
                    <a:lumMod val="91000"/>
                    <a:lumOff val="9000"/>
                    <a:alpha val="34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3E6A744E-7343-71E2-76E6-E1EB576D3E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3402" y="36937"/>
              <a:ext cx="9767847" cy="6858000"/>
            </a:xfrm>
            <a:custGeom>
              <a:avLst/>
              <a:gdLst>
                <a:gd name="connsiteX0" fmla="*/ 7145704 w 9767847"/>
                <a:gd name="connsiteY0" fmla="*/ 0 h 6858000"/>
                <a:gd name="connsiteX1" fmla="*/ 7875738 w 9767847"/>
                <a:gd name="connsiteY1" fmla="*/ 0 h 6858000"/>
                <a:gd name="connsiteX2" fmla="*/ 7990553 w 9767847"/>
                <a:gd name="connsiteY2" fmla="*/ 85415 h 6858000"/>
                <a:gd name="connsiteX3" fmla="*/ 9767847 w 9767847"/>
                <a:gd name="connsiteY3" fmla="*/ 3653129 h 6858000"/>
                <a:gd name="connsiteX4" fmla="*/ 8652597 w 9767847"/>
                <a:gd name="connsiteY4" fmla="*/ 6594103 h 6858000"/>
                <a:gd name="connsiteX5" fmla="*/ 8399240 w 9767847"/>
                <a:gd name="connsiteY5" fmla="*/ 6858000 h 6858000"/>
                <a:gd name="connsiteX6" fmla="*/ 6766926 w 9767847"/>
                <a:gd name="connsiteY6" fmla="*/ 6858000 h 6858000"/>
                <a:gd name="connsiteX7" fmla="*/ 6804586 w 9767847"/>
                <a:gd name="connsiteY7" fmla="*/ 6821201 h 6858000"/>
                <a:gd name="connsiteX8" fmla="*/ 6881735 w 9767847"/>
                <a:gd name="connsiteY8" fmla="*/ 6745295 h 6858000"/>
                <a:gd name="connsiteX9" fmla="*/ 6958883 w 9767847"/>
                <a:gd name="connsiteY9" fmla="*/ 6668920 h 6858000"/>
                <a:gd name="connsiteX10" fmla="*/ 7267925 w 9767847"/>
                <a:gd name="connsiteY10" fmla="*/ 6359792 h 6858000"/>
                <a:gd name="connsiteX11" fmla="*/ 7424360 w 9767847"/>
                <a:gd name="connsiteY11" fmla="*/ 6204783 h 6858000"/>
                <a:gd name="connsiteX12" fmla="*/ 7504938 w 9767847"/>
                <a:gd name="connsiteY12" fmla="*/ 6126806 h 6858000"/>
                <a:gd name="connsiteX13" fmla="*/ 7546396 w 9767847"/>
                <a:gd name="connsiteY13" fmla="*/ 6087795 h 6858000"/>
                <a:gd name="connsiteX14" fmla="*/ 7588002 w 9767847"/>
                <a:gd name="connsiteY14" fmla="*/ 6049630 h 6858000"/>
                <a:gd name="connsiteX15" fmla="*/ 7631000 w 9767847"/>
                <a:gd name="connsiteY15" fmla="*/ 6010807 h 6858000"/>
                <a:gd name="connsiteX16" fmla="*/ 7675440 w 9767847"/>
                <a:gd name="connsiteY16" fmla="*/ 5972407 h 6858000"/>
                <a:gd name="connsiteX17" fmla="*/ 7720626 w 9767847"/>
                <a:gd name="connsiteY17" fmla="*/ 5934949 h 6858000"/>
                <a:gd name="connsiteX18" fmla="*/ 7766458 w 9767847"/>
                <a:gd name="connsiteY18" fmla="*/ 5898432 h 6858000"/>
                <a:gd name="connsiteX19" fmla="*/ 7955254 w 9767847"/>
                <a:gd name="connsiteY19" fmla="*/ 5760926 h 6858000"/>
                <a:gd name="connsiteX20" fmla="*/ 8352678 w 9767847"/>
                <a:gd name="connsiteY20" fmla="*/ 5521728 h 6858000"/>
                <a:gd name="connsiteX21" fmla="*/ 8451350 w 9767847"/>
                <a:gd name="connsiteY21" fmla="*/ 5469352 h 6858000"/>
                <a:gd name="connsiteX22" fmla="*/ 8548532 w 9767847"/>
                <a:gd name="connsiteY22" fmla="*/ 5417493 h 6858000"/>
                <a:gd name="connsiteX23" fmla="*/ 8729473 w 9767847"/>
                <a:gd name="connsiteY23" fmla="*/ 5314059 h 6858000"/>
                <a:gd name="connsiteX24" fmla="*/ 8770781 w 9767847"/>
                <a:gd name="connsiteY24" fmla="*/ 5287330 h 6858000"/>
                <a:gd name="connsiteX25" fmla="*/ 8790964 w 9767847"/>
                <a:gd name="connsiteY25" fmla="*/ 5273590 h 6858000"/>
                <a:gd name="connsiteX26" fmla="*/ 8810499 w 9767847"/>
                <a:gd name="connsiteY26" fmla="*/ 5259801 h 6858000"/>
                <a:gd name="connsiteX27" fmla="*/ 8883571 w 9767847"/>
                <a:gd name="connsiteY27" fmla="*/ 5202577 h 6858000"/>
                <a:gd name="connsiteX28" fmla="*/ 9006651 w 9767847"/>
                <a:gd name="connsiteY28" fmla="*/ 5074625 h 6858000"/>
                <a:gd name="connsiteX29" fmla="*/ 9033494 w 9767847"/>
                <a:gd name="connsiteY29" fmla="*/ 5038203 h 6858000"/>
                <a:gd name="connsiteX30" fmla="*/ 9040305 w 9767847"/>
                <a:gd name="connsiteY30" fmla="*/ 5028649 h 6858000"/>
                <a:gd name="connsiteX31" fmla="*/ 9046568 w 9767847"/>
                <a:gd name="connsiteY31" fmla="*/ 5019379 h 6858000"/>
                <a:gd name="connsiteX32" fmla="*/ 9058846 w 9767847"/>
                <a:gd name="connsiteY32" fmla="*/ 5000743 h 6858000"/>
                <a:gd name="connsiteX33" fmla="*/ 9104529 w 9767847"/>
                <a:gd name="connsiteY33" fmla="*/ 4922203 h 6858000"/>
                <a:gd name="connsiteX34" fmla="*/ 9181081 w 9767847"/>
                <a:gd name="connsiteY34" fmla="*/ 4748792 h 6858000"/>
                <a:gd name="connsiteX35" fmla="*/ 9240731 w 9767847"/>
                <a:gd name="connsiteY35" fmla="*/ 4561970 h 6858000"/>
                <a:gd name="connsiteX36" fmla="*/ 9265388 w 9767847"/>
                <a:gd name="connsiteY36" fmla="*/ 4465171 h 6858000"/>
                <a:gd name="connsiteX37" fmla="*/ 9276571 w 9767847"/>
                <a:gd name="connsiteY37" fmla="*/ 4416041 h 6858000"/>
                <a:gd name="connsiteX38" fmla="*/ 9281841 w 9767847"/>
                <a:gd name="connsiteY38" fmla="*/ 4391477 h 6858000"/>
                <a:gd name="connsiteX39" fmla="*/ 9286513 w 9767847"/>
                <a:gd name="connsiteY39" fmla="*/ 4368936 h 6858000"/>
                <a:gd name="connsiteX40" fmla="*/ 9296754 w 9767847"/>
                <a:gd name="connsiteY40" fmla="*/ 4316136 h 6858000"/>
                <a:gd name="connsiteX41" fmla="*/ 9301029 w 9767847"/>
                <a:gd name="connsiteY41" fmla="*/ 4293172 h 6858000"/>
                <a:gd name="connsiteX42" fmla="*/ 9302818 w 9767847"/>
                <a:gd name="connsiteY42" fmla="*/ 4282679 h 6858000"/>
                <a:gd name="connsiteX43" fmla="*/ 9304658 w 9767847"/>
                <a:gd name="connsiteY43" fmla="*/ 4270914 h 6858000"/>
                <a:gd name="connsiteX44" fmla="*/ 9312810 w 9767847"/>
                <a:gd name="connsiteY44" fmla="*/ 4220043 h 6858000"/>
                <a:gd name="connsiteX45" fmla="*/ 9316887 w 9767847"/>
                <a:gd name="connsiteY45" fmla="*/ 4194584 h 6858000"/>
                <a:gd name="connsiteX46" fmla="*/ 9318923 w 9767847"/>
                <a:gd name="connsiteY46" fmla="*/ 4181878 h 6858000"/>
                <a:gd name="connsiteX47" fmla="*/ 9320515 w 9767847"/>
                <a:gd name="connsiteY47" fmla="*/ 4168984 h 6858000"/>
                <a:gd name="connsiteX48" fmla="*/ 9332445 w 9767847"/>
                <a:gd name="connsiteY48" fmla="*/ 4069079 h 6858000"/>
                <a:gd name="connsiteX49" fmla="*/ 9336173 w 9767847"/>
                <a:gd name="connsiteY49" fmla="*/ 4022774 h 6858000"/>
                <a:gd name="connsiteX50" fmla="*/ 9340199 w 9767847"/>
                <a:gd name="connsiteY50" fmla="*/ 3969269 h 6858000"/>
                <a:gd name="connsiteX51" fmla="*/ 9347557 w 9767847"/>
                <a:gd name="connsiteY51" fmla="*/ 3770070 h 6858000"/>
                <a:gd name="connsiteX52" fmla="*/ 9346364 w 9767847"/>
                <a:gd name="connsiteY52" fmla="*/ 3669036 h 6858000"/>
                <a:gd name="connsiteX53" fmla="*/ 9344921 w 9767847"/>
                <a:gd name="connsiteY53" fmla="*/ 3619341 h 6858000"/>
                <a:gd name="connsiteX54" fmla="*/ 9344524 w 9767847"/>
                <a:gd name="connsiteY54" fmla="*/ 3607624 h 6858000"/>
                <a:gd name="connsiteX55" fmla="*/ 9343728 w 9767847"/>
                <a:gd name="connsiteY55" fmla="*/ 3594872 h 6858000"/>
                <a:gd name="connsiteX56" fmla="*/ 9342188 w 9767847"/>
                <a:gd name="connsiteY56" fmla="*/ 3569366 h 6858000"/>
                <a:gd name="connsiteX57" fmla="*/ 9339056 w 9767847"/>
                <a:gd name="connsiteY57" fmla="*/ 3518354 h 6858000"/>
                <a:gd name="connsiteX58" fmla="*/ 9334334 w 9767847"/>
                <a:gd name="connsiteY58" fmla="*/ 3467155 h 6858000"/>
                <a:gd name="connsiteX59" fmla="*/ 9329363 w 9767847"/>
                <a:gd name="connsiteY59" fmla="*/ 3415908 h 6858000"/>
                <a:gd name="connsiteX60" fmla="*/ 9328319 w 9767847"/>
                <a:gd name="connsiteY60" fmla="*/ 3404755 h 6858000"/>
                <a:gd name="connsiteX61" fmla="*/ 9327177 w 9767847"/>
                <a:gd name="connsiteY61" fmla="*/ 3394214 h 6858000"/>
                <a:gd name="connsiteX62" fmla="*/ 9324293 w 9767847"/>
                <a:gd name="connsiteY62" fmla="*/ 3370872 h 6858000"/>
                <a:gd name="connsiteX63" fmla="*/ 9320763 w 9767847"/>
                <a:gd name="connsiteY63" fmla="*/ 3344427 h 6858000"/>
                <a:gd name="connsiteX64" fmla="*/ 9317184 w 9767847"/>
                <a:gd name="connsiteY64" fmla="*/ 3315343 h 6858000"/>
                <a:gd name="connsiteX65" fmla="*/ 9311021 w 9767847"/>
                <a:gd name="connsiteY65" fmla="*/ 3270309 h 6858000"/>
                <a:gd name="connsiteX66" fmla="*/ 9302719 w 9767847"/>
                <a:gd name="connsiteY66" fmla="*/ 3219815 h 6858000"/>
                <a:gd name="connsiteX67" fmla="*/ 9293970 w 9767847"/>
                <a:gd name="connsiteY67" fmla="*/ 3169887 h 6858000"/>
                <a:gd name="connsiteX68" fmla="*/ 9252065 w 9767847"/>
                <a:gd name="connsiteY68" fmla="*/ 2971205 h 6858000"/>
                <a:gd name="connsiteX69" fmla="*/ 9227211 w 9767847"/>
                <a:gd name="connsiteY69" fmla="*/ 2872571 h 6858000"/>
                <a:gd name="connsiteX70" fmla="*/ 9220699 w 9767847"/>
                <a:gd name="connsiteY70" fmla="*/ 2848524 h 6858000"/>
                <a:gd name="connsiteX71" fmla="*/ 9213740 w 9767847"/>
                <a:gd name="connsiteY71" fmla="*/ 2824289 h 6858000"/>
                <a:gd name="connsiteX72" fmla="*/ 9199374 w 9767847"/>
                <a:gd name="connsiteY72" fmla="*/ 2775536 h 6858000"/>
                <a:gd name="connsiteX73" fmla="*/ 9061829 w 9767847"/>
                <a:gd name="connsiteY73" fmla="*/ 2389515 h 6858000"/>
                <a:gd name="connsiteX74" fmla="*/ 8978865 w 9767847"/>
                <a:gd name="connsiteY74" fmla="*/ 2200953 h 6858000"/>
                <a:gd name="connsiteX75" fmla="*/ 8956694 w 9767847"/>
                <a:gd name="connsiteY75" fmla="*/ 2154317 h 6858000"/>
                <a:gd name="connsiteX76" fmla="*/ 8934176 w 9767847"/>
                <a:gd name="connsiteY76" fmla="*/ 2108012 h 6858000"/>
                <a:gd name="connsiteX77" fmla="*/ 8887151 w 9767847"/>
                <a:gd name="connsiteY77" fmla="*/ 2015448 h 6858000"/>
                <a:gd name="connsiteX78" fmla="*/ 8787533 w 9767847"/>
                <a:gd name="connsiteY78" fmla="*/ 1832625 h 6858000"/>
                <a:gd name="connsiteX79" fmla="*/ 8761485 w 9767847"/>
                <a:gd name="connsiteY79" fmla="*/ 1787496 h 6858000"/>
                <a:gd name="connsiteX80" fmla="*/ 8734791 w 9767847"/>
                <a:gd name="connsiteY80" fmla="*/ 1741991 h 6858000"/>
                <a:gd name="connsiteX81" fmla="*/ 8680808 w 9767847"/>
                <a:gd name="connsiteY81" fmla="*/ 1652910 h 6858000"/>
                <a:gd name="connsiteX82" fmla="*/ 8567024 w 9767847"/>
                <a:gd name="connsiteY82" fmla="*/ 1477004 h 6858000"/>
                <a:gd name="connsiteX83" fmla="*/ 8537446 w 9767847"/>
                <a:gd name="connsiteY83" fmla="*/ 1433428 h 6858000"/>
                <a:gd name="connsiteX84" fmla="*/ 8507423 w 9767847"/>
                <a:gd name="connsiteY84" fmla="*/ 1389994 h 6858000"/>
                <a:gd name="connsiteX85" fmla="*/ 8446529 w 9767847"/>
                <a:gd name="connsiteY85" fmla="*/ 1304393 h 6858000"/>
                <a:gd name="connsiteX86" fmla="*/ 8319224 w 9767847"/>
                <a:gd name="connsiteY86" fmla="*/ 1135124 h 6858000"/>
                <a:gd name="connsiteX87" fmla="*/ 8286366 w 9767847"/>
                <a:gd name="connsiteY87" fmla="*/ 1093148 h 6858000"/>
                <a:gd name="connsiteX88" fmla="*/ 8270161 w 9767847"/>
                <a:gd name="connsiteY88" fmla="*/ 1072538 h 6858000"/>
                <a:gd name="connsiteX89" fmla="*/ 8253856 w 9767847"/>
                <a:gd name="connsiteY89" fmla="*/ 1052254 h 6858000"/>
                <a:gd name="connsiteX90" fmla="*/ 8186352 w 9767847"/>
                <a:gd name="connsiteY90" fmla="*/ 970373 h 6858000"/>
                <a:gd name="connsiteX91" fmla="*/ 8046768 w 9767847"/>
                <a:gd name="connsiteY91" fmla="*/ 809527 h 6858000"/>
                <a:gd name="connsiteX92" fmla="*/ 8010927 w 9767847"/>
                <a:gd name="connsiteY92" fmla="*/ 769951 h 6858000"/>
                <a:gd name="connsiteX93" fmla="*/ 7974788 w 9767847"/>
                <a:gd name="connsiteY93" fmla="*/ 730751 h 6858000"/>
                <a:gd name="connsiteX94" fmla="*/ 7901070 w 9767847"/>
                <a:gd name="connsiteY94" fmla="*/ 652823 h 6858000"/>
                <a:gd name="connsiteX95" fmla="*/ 7750054 w 9767847"/>
                <a:gd name="connsiteY95" fmla="*/ 501106 h 6858000"/>
                <a:gd name="connsiteX96" fmla="*/ 7592277 w 9767847"/>
                <a:gd name="connsiteY96" fmla="*/ 355319 h 6858000"/>
                <a:gd name="connsiteX97" fmla="*/ 7257734 w 9767847"/>
                <a:gd name="connsiteY97" fmla="*/ 81062 h 6858000"/>
                <a:gd name="connsiteX98" fmla="*/ 1892109 w 9767847"/>
                <a:gd name="connsiteY98" fmla="*/ 0 h 6858000"/>
                <a:gd name="connsiteX99" fmla="*/ 2298402 w 9767847"/>
                <a:gd name="connsiteY99" fmla="*/ 0 h 6858000"/>
                <a:gd name="connsiteX100" fmla="*/ 2135542 w 9767847"/>
                <a:gd name="connsiteY100" fmla="*/ 121879 h 6858000"/>
                <a:gd name="connsiteX101" fmla="*/ 1969576 w 9767847"/>
                <a:gd name="connsiteY101" fmla="*/ 259084 h 6858000"/>
                <a:gd name="connsiteX102" fmla="*/ 1659938 w 9767847"/>
                <a:gd name="connsiteY102" fmla="*/ 553953 h 6858000"/>
                <a:gd name="connsiteX103" fmla="*/ 729383 w 9767847"/>
                <a:gd name="connsiteY103" fmla="*/ 1940578 h 6858000"/>
                <a:gd name="connsiteX104" fmla="*/ 578465 w 9767847"/>
                <a:gd name="connsiteY104" fmla="*/ 2324905 h 6858000"/>
                <a:gd name="connsiteX105" fmla="*/ 465080 w 9767847"/>
                <a:gd name="connsiteY105" fmla="*/ 2718973 h 6858000"/>
                <a:gd name="connsiteX106" fmla="*/ 423820 w 9767847"/>
                <a:gd name="connsiteY106" fmla="*/ 2919535 h 6858000"/>
                <a:gd name="connsiteX107" fmla="*/ 392355 w 9767847"/>
                <a:gd name="connsiteY107" fmla="*/ 3122169 h 6858000"/>
                <a:gd name="connsiteX108" fmla="*/ 358801 w 9767847"/>
                <a:gd name="connsiteY108" fmla="*/ 3531013 h 6858000"/>
                <a:gd name="connsiteX109" fmla="*/ 410350 w 9767847"/>
                <a:gd name="connsiteY109" fmla="*/ 4352324 h 6858000"/>
                <a:gd name="connsiteX110" fmla="*/ 449022 w 9767847"/>
                <a:gd name="connsiteY110" fmla="*/ 4555147 h 6858000"/>
                <a:gd name="connsiteX111" fmla="*/ 498882 w 9767847"/>
                <a:gd name="connsiteY111" fmla="*/ 4756463 h 6858000"/>
                <a:gd name="connsiteX112" fmla="*/ 559775 w 9767847"/>
                <a:gd name="connsiteY112" fmla="*/ 4955755 h 6858000"/>
                <a:gd name="connsiteX113" fmla="*/ 631406 w 9767847"/>
                <a:gd name="connsiteY113" fmla="*/ 5152084 h 6858000"/>
                <a:gd name="connsiteX114" fmla="*/ 1023461 w 9767847"/>
                <a:gd name="connsiteY114" fmla="*/ 5898055 h 6858000"/>
                <a:gd name="connsiteX115" fmla="*/ 1575880 w 9767847"/>
                <a:gd name="connsiteY115" fmla="*/ 6551744 h 6858000"/>
                <a:gd name="connsiteX116" fmla="*/ 1905228 w 9767847"/>
                <a:gd name="connsiteY116" fmla="*/ 6833566 h 6858000"/>
                <a:gd name="connsiteX117" fmla="*/ 1938629 w 9767847"/>
                <a:gd name="connsiteY117" fmla="*/ 6858000 h 6858000"/>
                <a:gd name="connsiteX118" fmla="*/ 1368607 w 9767847"/>
                <a:gd name="connsiteY118" fmla="*/ 6858000 h 6858000"/>
                <a:gd name="connsiteX119" fmla="*/ 1115251 w 9767847"/>
                <a:gd name="connsiteY119" fmla="*/ 6594103 h 6858000"/>
                <a:gd name="connsiteX120" fmla="*/ 0 w 9767847"/>
                <a:gd name="connsiteY120" fmla="*/ 3653129 h 6858000"/>
                <a:gd name="connsiteX121" fmla="*/ 1777294 w 9767847"/>
                <a:gd name="connsiteY121" fmla="*/ 85415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</a:cxnLst>
              <a:rect l="l" t="t" r="r" b="b"/>
              <a:pathLst>
                <a:path w="9767847" h="6858000">
                  <a:moveTo>
                    <a:pt x="7145704" y="0"/>
                  </a:moveTo>
                  <a:lnTo>
                    <a:pt x="7875738" y="0"/>
                  </a:lnTo>
                  <a:lnTo>
                    <a:pt x="7990553" y="85415"/>
                  </a:lnTo>
                  <a:cubicBezTo>
                    <a:pt x="9075991" y="933432"/>
                    <a:pt x="9767847" y="2216793"/>
                    <a:pt x="9767847" y="3653129"/>
                  </a:cubicBezTo>
                  <a:cubicBezTo>
                    <a:pt x="9767847" y="4770280"/>
                    <a:pt x="9349317" y="5794890"/>
                    <a:pt x="8652597" y="6594103"/>
                  </a:cubicBezTo>
                  <a:lnTo>
                    <a:pt x="8399240" y="6858000"/>
                  </a:lnTo>
                  <a:lnTo>
                    <a:pt x="6766926" y="6858000"/>
                  </a:lnTo>
                  <a:lnTo>
                    <a:pt x="6804586" y="6821201"/>
                  </a:lnTo>
                  <a:lnTo>
                    <a:pt x="6881735" y="6745295"/>
                  </a:lnTo>
                  <a:cubicBezTo>
                    <a:pt x="6907435" y="6719979"/>
                    <a:pt x="6933134" y="6694896"/>
                    <a:pt x="6958883" y="6668920"/>
                  </a:cubicBezTo>
                  <a:lnTo>
                    <a:pt x="7267925" y="6359792"/>
                  </a:lnTo>
                  <a:lnTo>
                    <a:pt x="7424360" y="6204783"/>
                  </a:lnTo>
                  <a:cubicBezTo>
                    <a:pt x="7450754" y="6178900"/>
                    <a:pt x="7477598" y="6152829"/>
                    <a:pt x="7504938" y="6126806"/>
                  </a:cubicBezTo>
                  <a:lnTo>
                    <a:pt x="7546396" y="6087795"/>
                  </a:lnTo>
                  <a:cubicBezTo>
                    <a:pt x="7560264" y="6074901"/>
                    <a:pt x="7574780" y="6061630"/>
                    <a:pt x="7588002" y="6049630"/>
                  </a:cubicBezTo>
                  <a:lnTo>
                    <a:pt x="7631000" y="6010807"/>
                  </a:lnTo>
                  <a:lnTo>
                    <a:pt x="7675440" y="5972407"/>
                  </a:lnTo>
                  <a:cubicBezTo>
                    <a:pt x="7690404" y="5959796"/>
                    <a:pt x="7705564" y="5947419"/>
                    <a:pt x="7720626" y="5934949"/>
                  </a:cubicBezTo>
                  <a:cubicBezTo>
                    <a:pt x="7735738" y="5922525"/>
                    <a:pt x="7751197" y="5910619"/>
                    <a:pt x="7766458" y="5898432"/>
                  </a:cubicBezTo>
                  <a:cubicBezTo>
                    <a:pt x="7827949" y="5850290"/>
                    <a:pt x="7890979" y="5804597"/>
                    <a:pt x="7955254" y="5760926"/>
                  </a:cubicBezTo>
                  <a:cubicBezTo>
                    <a:pt x="8083800" y="5673632"/>
                    <a:pt x="8216872" y="5594434"/>
                    <a:pt x="8352678" y="5521728"/>
                  </a:cubicBezTo>
                  <a:lnTo>
                    <a:pt x="8451350" y="5469352"/>
                  </a:lnTo>
                  <a:lnTo>
                    <a:pt x="8548532" y="5417493"/>
                  </a:lnTo>
                  <a:cubicBezTo>
                    <a:pt x="8612110" y="5383188"/>
                    <a:pt x="8673251" y="5349306"/>
                    <a:pt x="8729473" y="5314059"/>
                  </a:cubicBezTo>
                  <a:cubicBezTo>
                    <a:pt x="8743591" y="5305213"/>
                    <a:pt x="8757161" y="5296459"/>
                    <a:pt x="8770781" y="5287330"/>
                  </a:cubicBezTo>
                  <a:cubicBezTo>
                    <a:pt x="8777591" y="5282765"/>
                    <a:pt x="8784451" y="5278201"/>
                    <a:pt x="8790964" y="5273590"/>
                  </a:cubicBezTo>
                  <a:cubicBezTo>
                    <a:pt x="8797574" y="5268977"/>
                    <a:pt x="8804235" y="5264412"/>
                    <a:pt x="8810499" y="5259801"/>
                  </a:cubicBezTo>
                  <a:cubicBezTo>
                    <a:pt x="8835999" y="5241401"/>
                    <a:pt x="8860407" y="5222389"/>
                    <a:pt x="8883571" y="5202577"/>
                  </a:cubicBezTo>
                  <a:cubicBezTo>
                    <a:pt x="8929900" y="5162954"/>
                    <a:pt x="8971258" y="5120413"/>
                    <a:pt x="9006651" y="5074625"/>
                  </a:cubicBezTo>
                  <a:cubicBezTo>
                    <a:pt x="9015351" y="5063426"/>
                    <a:pt x="9024398" y="5050955"/>
                    <a:pt x="9033494" y="5038203"/>
                  </a:cubicBezTo>
                  <a:lnTo>
                    <a:pt x="9040305" y="5028649"/>
                  </a:lnTo>
                  <a:lnTo>
                    <a:pt x="9046568" y="5019379"/>
                  </a:lnTo>
                  <a:cubicBezTo>
                    <a:pt x="9050743" y="5013261"/>
                    <a:pt x="9054819" y="5007050"/>
                    <a:pt x="9058846" y="5000743"/>
                  </a:cubicBezTo>
                  <a:cubicBezTo>
                    <a:pt x="9075002" y="4975615"/>
                    <a:pt x="9090212" y="4949403"/>
                    <a:pt x="9104529" y="4922203"/>
                  </a:cubicBezTo>
                  <a:cubicBezTo>
                    <a:pt x="9133211" y="4867850"/>
                    <a:pt x="9158313" y="4809545"/>
                    <a:pt x="9181081" y="4748792"/>
                  </a:cubicBezTo>
                  <a:cubicBezTo>
                    <a:pt x="9203748" y="4688276"/>
                    <a:pt x="9223383" y="4625876"/>
                    <a:pt x="9240731" y="4561970"/>
                  </a:cubicBezTo>
                  <a:cubicBezTo>
                    <a:pt x="9249481" y="4530064"/>
                    <a:pt x="9257682" y="4497782"/>
                    <a:pt x="9265388" y="4465171"/>
                  </a:cubicBezTo>
                  <a:cubicBezTo>
                    <a:pt x="9269215" y="4448842"/>
                    <a:pt x="9272943" y="4432465"/>
                    <a:pt x="9276571" y="4416041"/>
                  </a:cubicBezTo>
                  <a:lnTo>
                    <a:pt x="9281841" y="4391477"/>
                  </a:lnTo>
                  <a:lnTo>
                    <a:pt x="9286513" y="4368936"/>
                  </a:lnTo>
                  <a:lnTo>
                    <a:pt x="9296754" y="4316136"/>
                  </a:lnTo>
                  <a:lnTo>
                    <a:pt x="9301029" y="4293172"/>
                  </a:lnTo>
                  <a:lnTo>
                    <a:pt x="9302818" y="4282679"/>
                  </a:lnTo>
                  <a:lnTo>
                    <a:pt x="9304658" y="4270914"/>
                  </a:lnTo>
                  <a:lnTo>
                    <a:pt x="9312810" y="4220043"/>
                  </a:lnTo>
                  <a:lnTo>
                    <a:pt x="9316887" y="4194584"/>
                  </a:lnTo>
                  <a:lnTo>
                    <a:pt x="9318923" y="4181878"/>
                  </a:lnTo>
                  <a:cubicBezTo>
                    <a:pt x="9319570" y="4177644"/>
                    <a:pt x="9319969" y="4173267"/>
                    <a:pt x="9320515" y="4168984"/>
                  </a:cubicBezTo>
                  <a:lnTo>
                    <a:pt x="9332445" y="4069079"/>
                  </a:lnTo>
                  <a:cubicBezTo>
                    <a:pt x="9333836" y="4056468"/>
                    <a:pt x="9334880" y="4040986"/>
                    <a:pt x="9336173" y="4022774"/>
                  </a:cubicBezTo>
                  <a:lnTo>
                    <a:pt x="9340199" y="3969269"/>
                  </a:lnTo>
                  <a:cubicBezTo>
                    <a:pt x="9345071" y="3903904"/>
                    <a:pt x="9347358" y="3837081"/>
                    <a:pt x="9347557" y="3770070"/>
                  </a:cubicBezTo>
                  <a:cubicBezTo>
                    <a:pt x="9347656" y="3736518"/>
                    <a:pt x="9347209" y="3702871"/>
                    <a:pt x="9346364" y="3669036"/>
                  </a:cubicBezTo>
                  <a:lnTo>
                    <a:pt x="9344921" y="3619341"/>
                  </a:lnTo>
                  <a:lnTo>
                    <a:pt x="9344524" y="3607624"/>
                  </a:lnTo>
                  <a:lnTo>
                    <a:pt x="9343728" y="3594872"/>
                  </a:lnTo>
                  <a:lnTo>
                    <a:pt x="9342188" y="3569366"/>
                  </a:lnTo>
                  <a:lnTo>
                    <a:pt x="9339056" y="3518354"/>
                  </a:lnTo>
                  <a:cubicBezTo>
                    <a:pt x="9337914" y="3501319"/>
                    <a:pt x="9335874" y="3484236"/>
                    <a:pt x="9334334" y="3467155"/>
                  </a:cubicBezTo>
                  <a:lnTo>
                    <a:pt x="9329363" y="3415908"/>
                  </a:lnTo>
                  <a:lnTo>
                    <a:pt x="9328319" y="3404755"/>
                  </a:lnTo>
                  <a:lnTo>
                    <a:pt x="9327177" y="3394214"/>
                  </a:lnTo>
                  <a:lnTo>
                    <a:pt x="9324293" y="3370872"/>
                  </a:lnTo>
                  <a:lnTo>
                    <a:pt x="9320763" y="3344427"/>
                  </a:lnTo>
                  <a:lnTo>
                    <a:pt x="9317184" y="3315343"/>
                  </a:lnTo>
                  <a:cubicBezTo>
                    <a:pt x="9315594" y="3300991"/>
                    <a:pt x="9313506" y="3286404"/>
                    <a:pt x="9311021" y="3270309"/>
                  </a:cubicBezTo>
                  <a:lnTo>
                    <a:pt x="9302719" y="3219815"/>
                  </a:lnTo>
                  <a:cubicBezTo>
                    <a:pt x="9299936" y="3203157"/>
                    <a:pt x="9297003" y="3186498"/>
                    <a:pt x="9293970" y="3169887"/>
                  </a:cubicBezTo>
                  <a:cubicBezTo>
                    <a:pt x="9281891" y="3103393"/>
                    <a:pt x="9267674" y="3037182"/>
                    <a:pt x="9252065" y="2971205"/>
                  </a:cubicBezTo>
                  <a:cubicBezTo>
                    <a:pt x="9244261" y="2938265"/>
                    <a:pt x="9235959" y="2905371"/>
                    <a:pt x="9227211" y="2872571"/>
                  </a:cubicBezTo>
                  <a:lnTo>
                    <a:pt x="9220699" y="2848524"/>
                  </a:lnTo>
                  <a:lnTo>
                    <a:pt x="9213740" y="2824289"/>
                  </a:lnTo>
                  <a:cubicBezTo>
                    <a:pt x="9209216" y="2808147"/>
                    <a:pt x="9204345" y="2791866"/>
                    <a:pt x="9199374" y="2775536"/>
                  </a:cubicBezTo>
                  <a:cubicBezTo>
                    <a:pt x="9159855" y="2645184"/>
                    <a:pt x="9114272" y="2516197"/>
                    <a:pt x="9061829" y="2389515"/>
                  </a:cubicBezTo>
                  <a:cubicBezTo>
                    <a:pt x="9035582" y="2326175"/>
                    <a:pt x="9008043" y="2263258"/>
                    <a:pt x="8978865" y="2200953"/>
                  </a:cubicBezTo>
                  <a:lnTo>
                    <a:pt x="8956694" y="2154317"/>
                  </a:lnTo>
                  <a:lnTo>
                    <a:pt x="8934176" y="2108012"/>
                  </a:lnTo>
                  <a:cubicBezTo>
                    <a:pt x="8918915" y="2077189"/>
                    <a:pt x="8903157" y="2046130"/>
                    <a:pt x="8887151" y="2015448"/>
                  </a:cubicBezTo>
                  <a:cubicBezTo>
                    <a:pt x="8854988" y="1953989"/>
                    <a:pt x="8822082" y="1892908"/>
                    <a:pt x="8787533" y="1832625"/>
                  </a:cubicBezTo>
                  <a:lnTo>
                    <a:pt x="8761485" y="1787496"/>
                  </a:lnTo>
                  <a:lnTo>
                    <a:pt x="8734791" y="1741991"/>
                  </a:lnTo>
                  <a:cubicBezTo>
                    <a:pt x="8717047" y="1711921"/>
                    <a:pt x="8699200" y="1682461"/>
                    <a:pt x="8680808" y="1652910"/>
                  </a:cubicBezTo>
                  <a:cubicBezTo>
                    <a:pt x="8644322" y="1593756"/>
                    <a:pt x="8606194" y="1535216"/>
                    <a:pt x="8567024" y="1477004"/>
                  </a:cubicBezTo>
                  <a:lnTo>
                    <a:pt x="8537446" y="1433428"/>
                  </a:lnTo>
                  <a:lnTo>
                    <a:pt x="8507423" y="1389994"/>
                  </a:lnTo>
                  <a:cubicBezTo>
                    <a:pt x="8487390" y="1361382"/>
                    <a:pt x="8467158" y="1332817"/>
                    <a:pt x="8446529" y="1304393"/>
                  </a:cubicBezTo>
                  <a:cubicBezTo>
                    <a:pt x="8405271" y="1247595"/>
                    <a:pt x="8362718" y="1191218"/>
                    <a:pt x="8319224" y="1135124"/>
                  </a:cubicBezTo>
                  <a:lnTo>
                    <a:pt x="8286366" y="1093148"/>
                  </a:lnTo>
                  <a:lnTo>
                    <a:pt x="8270161" y="1072538"/>
                  </a:lnTo>
                  <a:lnTo>
                    <a:pt x="8253856" y="1052254"/>
                  </a:lnTo>
                  <a:cubicBezTo>
                    <a:pt x="8231636" y="1024773"/>
                    <a:pt x="8209117" y="997479"/>
                    <a:pt x="8186352" y="970373"/>
                  </a:cubicBezTo>
                  <a:cubicBezTo>
                    <a:pt x="8140917" y="916020"/>
                    <a:pt x="8094240" y="862515"/>
                    <a:pt x="8046768" y="809527"/>
                  </a:cubicBezTo>
                  <a:lnTo>
                    <a:pt x="8010927" y="769951"/>
                  </a:lnTo>
                  <a:lnTo>
                    <a:pt x="7974788" y="730751"/>
                  </a:lnTo>
                  <a:cubicBezTo>
                    <a:pt x="7950382" y="704587"/>
                    <a:pt x="7925824" y="678563"/>
                    <a:pt x="7901070" y="652823"/>
                  </a:cubicBezTo>
                  <a:cubicBezTo>
                    <a:pt x="7851510" y="601387"/>
                    <a:pt x="7801404" y="550612"/>
                    <a:pt x="7750054" y="501106"/>
                  </a:cubicBezTo>
                  <a:cubicBezTo>
                    <a:pt x="7698902" y="451742"/>
                    <a:pt x="7645913" y="403036"/>
                    <a:pt x="7592277" y="355319"/>
                  </a:cubicBezTo>
                  <a:cubicBezTo>
                    <a:pt x="7484856" y="259884"/>
                    <a:pt x="7373308" y="168402"/>
                    <a:pt x="7257734" y="81062"/>
                  </a:cubicBezTo>
                  <a:close/>
                  <a:moveTo>
                    <a:pt x="1892109" y="0"/>
                  </a:moveTo>
                  <a:lnTo>
                    <a:pt x="2298402" y="0"/>
                  </a:lnTo>
                  <a:lnTo>
                    <a:pt x="2135542" y="121879"/>
                  </a:lnTo>
                  <a:cubicBezTo>
                    <a:pt x="2078998" y="166378"/>
                    <a:pt x="2023659" y="212143"/>
                    <a:pt x="1969576" y="259084"/>
                  </a:cubicBezTo>
                  <a:cubicBezTo>
                    <a:pt x="1861309" y="352918"/>
                    <a:pt x="1758064" y="451412"/>
                    <a:pt x="1659938" y="553953"/>
                  </a:cubicBezTo>
                  <a:cubicBezTo>
                    <a:pt x="1266987" y="964444"/>
                    <a:pt x="953820" y="1435593"/>
                    <a:pt x="729383" y="1940578"/>
                  </a:cubicBezTo>
                  <a:cubicBezTo>
                    <a:pt x="673260" y="2066459"/>
                    <a:pt x="622855" y="2195070"/>
                    <a:pt x="578465" y="2324905"/>
                  </a:cubicBezTo>
                  <a:cubicBezTo>
                    <a:pt x="534125" y="2454785"/>
                    <a:pt x="496147" y="2586314"/>
                    <a:pt x="465080" y="2718973"/>
                  </a:cubicBezTo>
                  <a:cubicBezTo>
                    <a:pt x="449769" y="2785089"/>
                    <a:pt x="435850" y="2852289"/>
                    <a:pt x="423820" y="2919535"/>
                  </a:cubicBezTo>
                  <a:cubicBezTo>
                    <a:pt x="411840" y="2986829"/>
                    <a:pt x="401054" y="3054358"/>
                    <a:pt x="392355" y="3122169"/>
                  </a:cubicBezTo>
                  <a:cubicBezTo>
                    <a:pt x="374509" y="3257744"/>
                    <a:pt x="363424" y="3393978"/>
                    <a:pt x="358801" y="3531013"/>
                  </a:cubicBezTo>
                  <a:cubicBezTo>
                    <a:pt x="349009" y="3804941"/>
                    <a:pt x="366357" y="4079668"/>
                    <a:pt x="410350" y="4352324"/>
                  </a:cubicBezTo>
                  <a:cubicBezTo>
                    <a:pt x="421286" y="4420230"/>
                    <a:pt x="434209" y="4487758"/>
                    <a:pt x="449022" y="4555147"/>
                  </a:cubicBezTo>
                  <a:cubicBezTo>
                    <a:pt x="463737" y="4622534"/>
                    <a:pt x="480389" y="4689686"/>
                    <a:pt x="498882" y="4756463"/>
                  </a:cubicBezTo>
                  <a:cubicBezTo>
                    <a:pt x="517373" y="4823239"/>
                    <a:pt x="537704" y="4889733"/>
                    <a:pt x="559775" y="4955755"/>
                  </a:cubicBezTo>
                  <a:cubicBezTo>
                    <a:pt x="581946" y="5021873"/>
                    <a:pt x="605358" y="5087473"/>
                    <a:pt x="631406" y="5152084"/>
                  </a:cubicBezTo>
                  <a:cubicBezTo>
                    <a:pt x="734055" y="5411706"/>
                    <a:pt x="865188" y="5662668"/>
                    <a:pt x="1023461" y="5898055"/>
                  </a:cubicBezTo>
                  <a:cubicBezTo>
                    <a:pt x="1181487" y="6133676"/>
                    <a:pt x="1367051" y="6353345"/>
                    <a:pt x="1575880" y="6551744"/>
                  </a:cubicBezTo>
                  <a:cubicBezTo>
                    <a:pt x="1680269" y="6651014"/>
                    <a:pt x="1790338" y="6745037"/>
                    <a:pt x="1905228" y="6833566"/>
                  </a:cubicBezTo>
                  <a:lnTo>
                    <a:pt x="1938629" y="6858000"/>
                  </a:lnTo>
                  <a:lnTo>
                    <a:pt x="1368607" y="6858000"/>
                  </a:lnTo>
                  <a:lnTo>
                    <a:pt x="1115251" y="6594103"/>
                  </a:lnTo>
                  <a:cubicBezTo>
                    <a:pt x="418530" y="5794890"/>
                    <a:pt x="0" y="4770280"/>
                    <a:pt x="0" y="3653129"/>
                  </a:cubicBezTo>
                  <a:cubicBezTo>
                    <a:pt x="0" y="2216793"/>
                    <a:pt x="691856" y="933432"/>
                    <a:pt x="1777294" y="85415"/>
                  </a:cubicBezTo>
                  <a:close/>
                </a:path>
              </a:pathLst>
            </a:custGeom>
            <a:solidFill>
              <a:schemeClr val="bg1"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  <p:sp>
        <p:nvSpPr>
          <p:cNvPr id="2" name="Title 4">
            <a:extLst>
              <a:ext uri="{FF2B5EF4-FFF2-40B4-BE49-F238E27FC236}">
                <a16:creationId xmlns:a16="http://schemas.microsoft.com/office/drawing/2014/main" id="{6F0349AD-E937-C97C-D572-CD921E7D77F9}"/>
              </a:ext>
            </a:extLst>
          </p:cNvPr>
          <p:cNvSpPr txBox="1">
            <a:spLocks/>
          </p:cNvSpPr>
          <p:nvPr/>
        </p:nvSpPr>
        <p:spPr>
          <a:xfrm>
            <a:off x="3102552" y="2241783"/>
            <a:ext cx="6105194" cy="203105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5400" b="0" i="0" u="none" strike="noStrike" kern="1200" cap="none" spc="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Multimodalidad en M365 </a:t>
            </a:r>
            <a:r>
              <a:rPr lang="es-ES" sz="5400" spc="300" dirty="0" err="1">
                <a:solidFill>
                  <a:prstClr val="black"/>
                </a:solidFill>
                <a:latin typeface="Aptos Display" panose="02110004020202020204"/>
              </a:rPr>
              <a:t>Copilot</a:t>
            </a:r>
            <a:endParaRPr kumimoji="0" lang="en-US" sz="5200" b="0" i="0" u="none" strike="noStrike" kern="1200" cap="none" spc="300" normalizeH="0" baseline="0" noProof="0" dirty="0">
              <a:ln>
                <a:noFill/>
              </a:ln>
              <a:solidFill>
                <a:srgbClr val="0E2841"/>
              </a:solidFill>
              <a:effectLst/>
              <a:uLnTx/>
              <a:uFillTx/>
              <a:latin typeface="Aptos Display" panose="02110004020202020204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249602977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5360" y="54864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467" b="1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Multimodalidad</a:t>
            </a:r>
            <a:r>
              <a:rPr lang="en-US" sz="3467" b="1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</a:t>
            </a:r>
            <a:r>
              <a:rPr lang="en-US" sz="3467" b="1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en</a:t>
            </a:r>
            <a:r>
              <a:rPr lang="en-US" sz="3467" b="1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IA</a:t>
            </a:r>
            <a:endParaRPr lang="en-US" sz="3467" dirty="0"/>
          </a:p>
        </p:txBody>
      </p:sp>
      <p:sp>
        <p:nvSpPr>
          <p:cNvPr id="200" name="Subtitle"/>
          <p:cNvSpPr/>
          <p:nvPr/>
        </p:nvSpPr>
        <p:spPr>
          <a:xfrm>
            <a:off x="975360" y="1393408"/>
            <a:ext cx="1024128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2000" dirty="0">
                <a:latin typeface="Segoe UI" panose="020B0502040204020203" pitchFamily="34" charset="0"/>
                <a:cs typeface="Segoe UI" panose="020B0502040204020203" pitchFamily="34" charset="0"/>
              </a:rPr>
              <a:t>Capacidad de la IA para procesar y generar múltiples tipos de contenido — texto, imágenes, audio y video — de forma conjunta.</a:t>
            </a:r>
          </a:p>
        </p:txBody>
      </p:sp>
      <p:sp>
        <p:nvSpPr>
          <p:cNvPr id="3" name="Shape 1"/>
          <p:cNvSpPr/>
          <p:nvPr/>
        </p:nvSpPr>
        <p:spPr>
          <a:xfrm>
            <a:off x="975360" y="2178208"/>
            <a:ext cx="3169920" cy="3688080"/>
          </a:xfrm>
          <a:prstGeom prst="roundRect">
            <a:avLst>
              <a:gd name="adj" fmla="val 4615"/>
            </a:avLst>
          </a:prstGeom>
          <a:solidFill>
            <a:srgbClr val="F8FAFC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400"/>
          </a:p>
        </p:txBody>
      </p:sp>
      <p:sp>
        <p:nvSpPr>
          <p:cNvPr id="4" name="Shape 2"/>
          <p:cNvSpPr/>
          <p:nvPr/>
        </p:nvSpPr>
        <p:spPr>
          <a:xfrm>
            <a:off x="975360" y="2178208"/>
            <a:ext cx="3169920" cy="73152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s-ES" sz="2400"/>
          </a:p>
        </p:txBody>
      </p:sp>
      <p:pic>
        <p:nvPicPr>
          <p:cNvPr id="5" name="Image 0" descr="Imagen ilustrativa relacionada con Multimodalidad en I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1120" y="2604928"/>
            <a:ext cx="548640" cy="5486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341120" y="3275488"/>
            <a:ext cx="2438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133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Texto</a:t>
            </a:r>
            <a:endParaRPr lang="en-US" sz="2133" dirty="0"/>
          </a:p>
        </p:txBody>
      </p:sp>
      <p:sp>
        <p:nvSpPr>
          <p:cNvPr id="7" name="Text 4"/>
          <p:cNvSpPr/>
          <p:nvPr/>
        </p:nvSpPr>
        <p:spPr>
          <a:xfrm>
            <a:off x="1341120" y="3570321"/>
            <a:ext cx="2438400" cy="2072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Artículos</a:t>
            </a:r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emails, </a:t>
            </a:r>
            <a:r>
              <a:rPr lang="en-US" sz="16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informes</a:t>
            </a:r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</a:t>
            </a:r>
            <a:r>
              <a:rPr lang="en-US" sz="16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guiones</a:t>
            </a:r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</a:t>
            </a:r>
            <a:r>
              <a:rPr lang="en-US" sz="16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traducciones</a:t>
            </a:r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y </a:t>
            </a:r>
            <a:r>
              <a:rPr lang="en-US" sz="16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adaptaciones</a:t>
            </a:r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de </a:t>
            </a:r>
            <a:r>
              <a:rPr lang="en-US" sz="16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tono</a:t>
            </a:r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6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automáticas</a:t>
            </a:r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con IA </a:t>
            </a:r>
            <a:r>
              <a:rPr lang="en-US" sz="16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generativa</a:t>
            </a:r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511040" y="2178208"/>
            <a:ext cx="3169920" cy="3688080"/>
          </a:xfrm>
          <a:prstGeom prst="roundRect">
            <a:avLst>
              <a:gd name="adj" fmla="val 4615"/>
            </a:avLst>
          </a:prstGeom>
          <a:solidFill>
            <a:srgbClr val="F8FAFC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400"/>
          </a:p>
        </p:txBody>
      </p:sp>
      <p:sp>
        <p:nvSpPr>
          <p:cNvPr id="9" name="Shape 6"/>
          <p:cNvSpPr/>
          <p:nvPr/>
        </p:nvSpPr>
        <p:spPr>
          <a:xfrm>
            <a:off x="4511040" y="2178208"/>
            <a:ext cx="3169920" cy="73152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s-ES" sz="2400"/>
          </a:p>
        </p:txBody>
      </p:sp>
      <p:pic>
        <p:nvPicPr>
          <p:cNvPr id="10" name="Image 1" descr="Imagen ilustrativa relacionada con Multimodalidad en IA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76800" y="2604928"/>
            <a:ext cx="548640" cy="54864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876800" y="3275488"/>
            <a:ext cx="2438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133" b="1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Imágenes</a:t>
            </a:r>
            <a:r>
              <a:rPr lang="en-US" sz="2133" b="1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y video</a:t>
            </a:r>
            <a:endParaRPr lang="en-US" sz="2133" dirty="0"/>
          </a:p>
        </p:txBody>
      </p:sp>
      <p:sp>
        <p:nvSpPr>
          <p:cNvPr id="12" name="Text 8"/>
          <p:cNvSpPr/>
          <p:nvPr/>
        </p:nvSpPr>
        <p:spPr>
          <a:xfrm>
            <a:off x="4876800" y="3570321"/>
            <a:ext cx="2438400" cy="2072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Generación de </a:t>
            </a:r>
            <a:r>
              <a:rPr lang="en-US" sz="16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imágenes</a:t>
            </a:r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6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desde</a:t>
            </a:r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6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texto</a:t>
            </a:r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con Microsoft Designer y Create </a:t>
            </a:r>
            <a:r>
              <a:rPr lang="en-US" sz="16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</a:t>
            </a:r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Copilot Chat. </a:t>
            </a:r>
            <a:r>
              <a:rPr lang="en-US" sz="16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Edición</a:t>
            </a:r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y </a:t>
            </a:r>
            <a:r>
              <a:rPr lang="en-US" sz="16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variaciones</a:t>
            </a:r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6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automáticas</a:t>
            </a:r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8046720" y="2178208"/>
            <a:ext cx="3169920" cy="3688080"/>
          </a:xfrm>
          <a:prstGeom prst="roundRect">
            <a:avLst>
              <a:gd name="adj" fmla="val 4615"/>
            </a:avLst>
          </a:prstGeom>
          <a:solidFill>
            <a:srgbClr val="F8FAFC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400"/>
          </a:p>
        </p:txBody>
      </p:sp>
      <p:sp>
        <p:nvSpPr>
          <p:cNvPr id="14" name="Shape 10"/>
          <p:cNvSpPr/>
          <p:nvPr/>
        </p:nvSpPr>
        <p:spPr>
          <a:xfrm>
            <a:off x="8046720" y="2178208"/>
            <a:ext cx="3169920" cy="73152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s-ES" sz="2400"/>
          </a:p>
        </p:txBody>
      </p:sp>
      <p:pic>
        <p:nvPicPr>
          <p:cNvPr id="15" name="Image 2" descr="Imagen ilustrativa relacionada con Multimodalidad en IA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12480" y="2604928"/>
            <a:ext cx="548640" cy="54864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8412480" y="3275488"/>
            <a:ext cx="2438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133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Voz y audio</a:t>
            </a:r>
            <a:endParaRPr lang="en-US" sz="2133" dirty="0"/>
          </a:p>
        </p:txBody>
      </p:sp>
      <p:sp>
        <p:nvSpPr>
          <p:cNvPr id="17" name="Text 12"/>
          <p:cNvSpPr/>
          <p:nvPr/>
        </p:nvSpPr>
        <p:spPr>
          <a:xfrm>
            <a:off x="8412480" y="3570321"/>
            <a:ext cx="2438400" cy="2072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Transcripción</a:t>
            </a:r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de </a:t>
            </a:r>
            <a:r>
              <a:rPr lang="en-US" sz="160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reuniones</a:t>
            </a:r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</a:t>
            </a:r>
            <a:r>
              <a:rPr lang="en-US" sz="16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generación</a:t>
            </a:r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de audio </a:t>
            </a:r>
            <a:r>
              <a:rPr lang="en-US" sz="16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sintético</a:t>
            </a:r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</a:t>
            </a:r>
            <a:r>
              <a:rPr lang="en-US" sz="16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traducción</a:t>
            </a:r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6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simultánea</a:t>
            </a:r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y </a:t>
            </a:r>
            <a:r>
              <a:rPr lang="en-US" sz="16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asistentes</a:t>
            </a:r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de </a:t>
            </a:r>
            <a:r>
              <a:rPr lang="en-US" sz="16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voz</a:t>
            </a:r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1600" dirty="0"/>
          </a:p>
        </p:txBody>
      </p:sp>
      <p:pic>
        <p:nvPicPr>
          <p:cNvPr id="18" name="Image 0" descr="Imagen ilustrativa relacionada con Multimodalidad en IA">
            <a:extLst>
              <a:ext uri="{FF2B5EF4-FFF2-40B4-BE49-F238E27FC236}">
                <a16:creationId xmlns:a16="http://schemas.microsoft.com/office/drawing/2014/main" id="{F8B61EA2-7F67-464A-6944-BD18E26286C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975360" y="54864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3467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Create en Copilot Chat</a:t>
            </a:r>
            <a:endParaRPr lang="es-ES" sz="3467"/>
          </a:p>
        </p:txBody>
      </p:sp>
      <p:sp>
        <p:nvSpPr>
          <p:cNvPr id="200" name="Subtitle"/>
          <p:cNvSpPr/>
          <p:nvPr/>
        </p:nvSpPr>
        <p:spPr>
          <a:xfrm>
            <a:off x="975360" y="1393408"/>
            <a:ext cx="1024128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2000">
                <a:latin typeface="Segoe UI" panose="020B0502040204020203" pitchFamily="34" charset="0"/>
                <a:cs typeface="Segoe UI" panose="020B0502040204020203" pitchFamily="34" charset="0"/>
              </a:rPr>
              <a:t>De la idea al contenido: genera documentos, presentaciones, imágenes y más directamente desde el chat.</a:t>
            </a:r>
          </a:p>
        </p:txBody>
      </p:sp>
      <p:pic>
        <p:nvPicPr>
          <p:cNvPr id="18" name="Top Bar" descr="Imagen relacionada con Create en Copilot Cha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  <p:sp>
        <p:nvSpPr>
          <p:cNvPr id="3" name="Tip Bar BG">
            <a:extLst>
              <a:ext uri="{FF2B5EF4-FFF2-40B4-BE49-F238E27FC236}">
                <a16:creationId xmlns:a16="http://schemas.microsoft.com/office/drawing/2014/main" id="{5819C8F6-E0E4-13E4-A916-D57626A705E8}"/>
              </a:ext>
            </a:extLst>
          </p:cNvPr>
          <p:cNvSpPr/>
          <p:nvPr/>
        </p:nvSpPr>
        <p:spPr>
          <a:xfrm>
            <a:off x="975360" y="6100000"/>
            <a:ext cx="10241280" cy="480000"/>
          </a:xfrm>
          <a:prstGeom prst="roundRect">
            <a:avLst>
              <a:gd name="adj" fmla="val 16000"/>
            </a:avLst>
          </a:prstGeom>
          <a:gradFill>
            <a:gsLst>
              <a:gs pos="0">
                <a:srgbClr val="5B21B6"/>
              </a:gs>
              <a:gs pos="100000">
                <a:srgbClr val="7C3AED"/>
              </a:gs>
            </a:gsLst>
            <a:lin ang="0" scaled="1"/>
          </a:gradFill>
          <a:ln/>
          <a:effectLst>
            <a:outerShdw blurRad="76200" dist="19050" dir="5400000" algn="bl" rotWithShape="0">
              <a:srgbClr val="000000">
                <a:alpha val="10000"/>
              </a:srgbClr>
            </a:outerShdw>
          </a:effectLst>
        </p:spPr>
        <p:txBody>
          <a:bodyPr wrap="square" lIns="0" tIns="0" rIns="0" bIns="0" rtlCol="0" anchor="ctr"/>
          <a:lstStyle/>
          <a:p>
            <a:endParaRPr lang="es-ES"/>
          </a:p>
        </p:txBody>
      </p:sp>
      <p:sp>
        <p:nvSpPr>
          <p:cNvPr id="4" name="Tip Icon">
            <a:extLst>
              <a:ext uri="{FF2B5EF4-FFF2-40B4-BE49-F238E27FC236}">
                <a16:creationId xmlns:a16="http://schemas.microsoft.com/office/drawing/2014/main" id="{DC7F1546-D72B-208C-6D4A-A9DE8611C254}"/>
              </a:ext>
            </a:extLst>
          </p:cNvPr>
          <p:cNvSpPr/>
          <p:nvPr/>
        </p:nvSpPr>
        <p:spPr>
          <a:xfrm>
            <a:off x="1135360" y="6170000"/>
            <a:ext cx="340000" cy="340000"/>
          </a:xfrm>
          <a:prstGeom prst="ellipse">
            <a:avLst/>
          </a:prstGeom>
          <a:solidFill>
            <a:srgbClr val="FFFFFF">
              <a:alpha val="25000"/>
            </a:srgbClr>
          </a:solidFill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00" b="1">
                <a:solidFill>
                  <a:srgbClr val="FFFFFF"/>
                </a:solidFill>
                <a:latin typeface="Segoe UI" pitchFamily="34" charset="0"/>
              </a:rPr>
              <a:t>i</a:t>
            </a:r>
          </a:p>
        </p:txBody>
      </p:sp>
      <p:sp>
        <p:nvSpPr>
          <p:cNvPr id="5" name="Tip Text">
            <a:extLst>
              <a:ext uri="{FF2B5EF4-FFF2-40B4-BE49-F238E27FC236}">
                <a16:creationId xmlns:a16="http://schemas.microsoft.com/office/drawing/2014/main" id="{B8FA3EF2-FC17-D5C8-F61A-6F6E0ADE208A}"/>
              </a:ext>
            </a:extLst>
          </p:cNvPr>
          <p:cNvSpPr/>
          <p:nvPr/>
        </p:nvSpPr>
        <p:spPr>
          <a:xfrm>
            <a:off x="1620000" y="6100000"/>
            <a:ext cx="9396640" cy="4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200" b="1">
                <a:solidFill>
                  <a:srgbClr val="FFFFFF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Consejo</a:t>
            </a:r>
            <a:r>
              <a:rPr lang="es-ES" sz="1200">
                <a:solidFill>
                  <a:srgbClr val="E8DA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 —  Sé detallado en tus descripciones: incluye estilo, colores, composición y contexto. Itera generando varias versiones para refinar el resultado.</a:t>
            </a:r>
            <a:endParaRPr lang="es-ES" sz="1200"/>
          </a:p>
        </p:txBody>
      </p:sp>
      <p:pic>
        <p:nvPicPr>
          <p:cNvPr id="7" name="Picture 6" descr="Imagen ilustrativa relacionada con Create en Copilot Chat">
            <a:extLst>
              <a:ext uri="{FF2B5EF4-FFF2-40B4-BE49-F238E27FC236}">
                <a16:creationId xmlns:a16="http://schemas.microsoft.com/office/drawing/2014/main" id="{319A04F1-8C27-43CF-E199-43C54ABA74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0168" y="1977488"/>
            <a:ext cx="7894572" cy="3755388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 t="-39000" b="-39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04EE8B-BF6A-E34C-80A4-200B1062E6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agen ilustrativa relacionada con Laboratorio: Crea contenido multimedia con “Create” en Microsoft 365 Copilot Chat">
            <a:extLst>
              <a:ext uri="{FF2B5EF4-FFF2-40B4-BE49-F238E27FC236}">
                <a16:creationId xmlns:a16="http://schemas.microsoft.com/office/drawing/2014/main" id="{3B439AE0-A2A1-6F13-075D-E35DEF9F1C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5360" y="670560"/>
            <a:ext cx="548640" cy="54864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76B8BD6C-FB27-1190-B9B6-E2E8D8D1739D}"/>
              </a:ext>
            </a:extLst>
          </p:cNvPr>
          <p:cNvSpPr/>
          <p:nvPr/>
        </p:nvSpPr>
        <p:spPr>
          <a:xfrm>
            <a:off x="1767840" y="609600"/>
            <a:ext cx="944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3200" b="1" dirty="0">
                <a:solidFill>
                  <a:srgbClr val="7C3AED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Laboratorio: Crea contenido multimedia con “Create” en Microsoft 365 Copilot Chat  </a:t>
            </a:r>
            <a:endParaRPr lang="es-ES" sz="3200" b="0" i="0" strike="noStrike" cap="none" baseline="0" dirty="0">
              <a:solidFill>
                <a:srgbClr val="1E293B"/>
              </a:solidFill>
              <a:effectLst/>
              <a:latin typeface="Segoe UI Semibold"/>
              <a:ea typeface="Segoe UI Semibold"/>
              <a:cs typeface="Segoe UI Semibold"/>
            </a:endParaRPr>
          </a:p>
        </p:txBody>
      </p:sp>
      <p:sp>
        <p:nvSpPr>
          <p:cNvPr id="999" name="Content Card"/>
          <p:cNvSpPr/>
          <p:nvPr/>
        </p:nvSpPr>
        <p:spPr>
          <a:xfrm>
            <a:off x="915360" y="1524960"/>
            <a:ext cx="10361280" cy="475296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>
            <a:outerShdw blurRad="63500" dist="12700" dir="5400000" algn="t" rotWithShape="0">
              <a:srgbClr val="1E293B">
                <a:alpha val="6000"/>
              </a:srgbClr>
            </a:outerShdw>
          </a:effectLst>
        </p:spPr>
        <p:txBody>
          <a:bodyPr wrap="square" rtlCol="0" anchor="ctr"/>
          <a:lstStyle/>
          <a:p>
            <a:endParaRPr lang="es-ES"/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026408FF-F650-498F-D055-B2EA87E478E8}"/>
              </a:ext>
            </a:extLst>
          </p:cNvPr>
          <p:cNvSpPr/>
          <p:nvPr/>
        </p:nvSpPr>
        <p:spPr>
          <a:xfrm>
            <a:off x="975360" y="1584960"/>
            <a:ext cx="10241280" cy="463296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400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EA22EAFA-B696-D460-1BCD-F444A3E9B41E}"/>
              </a:ext>
            </a:extLst>
          </p:cNvPr>
          <p:cNvSpPr/>
          <p:nvPr/>
        </p:nvSpPr>
        <p:spPr>
          <a:xfrm>
            <a:off x="1463040" y="1950720"/>
            <a:ext cx="9753600" cy="390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2000" dirty="0"/>
              <a:t>Imagina que trabajas en una consultora tecnológica y necesitas generar rápidamente contenido visual y narrativo para campañas internas y clientes. Usarás </a:t>
            </a:r>
            <a:r>
              <a:rPr lang="es-ES" sz="2000" b="1" dirty="0" err="1"/>
              <a:t>Create</a:t>
            </a:r>
            <a:r>
              <a:rPr lang="es-ES" sz="2000" dirty="0"/>
              <a:t> para diseñar imágenes, vídeos, historias y materiales visuales listos para usar.</a:t>
            </a:r>
          </a:p>
          <a:p>
            <a:pPr defTabSz="914367">
              <a:spcBef>
                <a:spcPct val="0"/>
              </a:spcBef>
              <a:buSzTx/>
              <a:defRPr/>
            </a:pPr>
            <a:endParaRPr lang="en-US" sz="2000" dirty="0"/>
          </a:p>
          <a:p>
            <a:pPr defTabSz="914367">
              <a:spcBef>
                <a:spcPct val="0"/>
              </a:spcBef>
              <a:defRPr/>
            </a:pPr>
            <a:r>
              <a:rPr lang="es-ES" sz="2000" b="1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Tiempo estimado</a:t>
            </a:r>
            <a:r>
              <a:rPr lang="es-ES" sz="2000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: 30 minutos</a:t>
            </a:r>
          </a:p>
          <a:p>
            <a:pPr defTabSz="914367">
              <a:spcBef>
                <a:spcPct val="0"/>
              </a:spcBef>
              <a:defRPr/>
            </a:pPr>
            <a:endParaRPr lang="es-ES" sz="2000" dirty="0">
              <a:solidFill>
                <a:srgbClr val="1E293B"/>
              </a:solidFill>
              <a:latin typeface="Segoe UI"/>
              <a:ea typeface="Segoe UI"/>
              <a:cs typeface="Segoe UI"/>
            </a:endParaRPr>
          </a:p>
          <a:p>
            <a:pPr>
              <a:spcAft>
                <a:spcPts val="1600"/>
              </a:spcAft>
            </a:pPr>
            <a:r>
              <a:rPr lang="es-ES" sz="20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Sigue el ejercicio en:</a:t>
            </a:r>
          </a:p>
          <a:p>
            <a:pPr lvl="0">
              <a:defRPr/>
            </a:pPr>
            <a:r>
              <a:rPr lang="it-IT" sz="2000" dirty="0">
                <a:solidFill>
                  <a:srgbClr val="1E293B"/>
                </a:solidFill>
                <a:latin typeface="Segoe UI"/>
                <a:ea typeface="Segoe UI"/>
                <a:cs typeface="Segoe UI"/>
                <a:hlinkClick r:id="rId5"/>
              </a:rPr>
              <a:t>Crea contenido multimedia con “Create” en Microsoft 365 Copilot Chat</a:t>
            </a:r>
            <a:r>
              <a:rPr lang="es-ES" sz="2000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 </a:t>
            </a:r>
            <a:endParaRPr lang="en-US" sz="2000" dirty="0">
              <a:solidFill>
                <a:srgbClr val="1E293B"/>
              </a:solidFill>
              <a:latin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198937515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TopStripe" descr="Franja decorativa superio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  <p:sp>
        <p:nvSpPr>
          <p:cNvPr id="3" name="Title"/>
          <p:cNvSpPr/>
          <p:nvPr/>
        </p:nvSpPr>
        <p:spPr>
          <a:xfrm>
            <a:off x="762000" y="418934"/>
            <a:ext cx="10668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3200" b="1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Cuadernos de </a:t>
            </a:r>
            <a:r>
              <a:rPr lang="es-ES" sz="3200" b="1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Copilot</a:t>
            </a:r>
            <a:endParaRPr lang="es-ES" sz="3200" b="0" dirty="0">
              <a:solidFill>
                <a:srgbClr val="64748B"/>
              </a:solidFill>
              <a:latin typeface="Segoe UI" pitchFamily="34" charset="0"/>
              <a:cs typeface="Segoe UI" pitchFamily="34" charset="0"/>
            </a:endParaRPr>
          </a:p>
        </p:txBody>
      </p:sp>
      <p:sp>
        <p:nvSpPr>
          <p:cNvPr id="5" name="DefinitionBand"/>
          <p:cNvSpPr/>
          <p:nvPr/>
        </p:nvSpPr>
        <p:spPr>
          <a:xfrm>
            <a:off x="609600" y="1240000"/>
            <a:ext cx="10972800" cy="900000"/>
          </a:xfrm>
          <a:prstGeom prst="roundRect">
            <a:avLst>
              <a:gd name="adj" fmla="val 10000"/>
            </a:avLst>
          </a:prstGeom>
          <a:solidFill>
            <a:srgbClr val="EEF2FF"/>
          </a:solidFill>
          <a:ln w="12700">
            <a:solidFill>
              <a:srgbClr val="C7D2FE"/>
            </a:solidFill>
          </a:ln>
        </p:spPr>
        <p:txBody>
          <a:bodyPr wrap="square" lIns="0" tIns="0" rIns="0" bIns="0"/>
          <a:lstStyle/>
          <a:p>
            <a:endParaRPr lang="es-ES" sz="133"/>
          </a:p>
        </p:txBody>
      </p:sp>
      <p:sp>
        <p:nvSpPr>
          <p:cNvPr id="6" name="DefIcon"/>
          <p:cNvSpPr/>
          <p:nvPr/>
        </p:nvSpPr>
        <p:spPr>
          <a:xfrm>
            <a:off x="853440" y="1462000"/>
            <a:ext cx="456000" cy="456000"/>
          </a:xfrm>
          <a:prstGeom prst="ellipse">
            <a:avLst/>
          </a:prstGeom>
          <a:solidFill>
            <a:srgbClr val="4F46E5"/>
          </a:solidFill>
          <a:ln w="0"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s-ES" sz="2000">
                <a:latin typeface="Segoe UI Emoji" pitchFamily="34" charset="0"/>
                <a:cs typeface="Segoe UI Emoji" pitchFamily="34" charset="0"/>
              </a:rPr>
              <a:t>📓</a:t>
            </a:r>
          </a:p>
        </p:txBody>
      </p:sp>
      <p:sp>
        <p:nvSpPr>
          <p:cNvPr id="7" name="DefText"/>
          <p:cNvSpPr/>
          <p:nvPr/>
        </p:nvSpPr>
        <p:spPr>
          <a:xfrm>
            <a:off x="1531440" y="1300000"/>
            <a:ext cx="9869760" cy="78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r>
              <a:rPr lang="es-ES" sz="1400" b="1">
                <a:solidFill>
                  <a:srgbClr val="312E81"/>
                </a:solidFill>
                <a:latin typeface="Segoe UI Semibold" pitchFamily="34" charset="0"/>
                <a:cs typeface="Segoe UI Semibold" pitchFamily="34" charset="0"/>
              </a:rPr>
              <a:t>¿Qué son? </a:t>
            </a:r>
            <a:r>
              <a:rPr lang="es-ES" sz="1400">
                <a:solidFill>
                  <a:srgbClr val="334155"/>
                </a:solidFill>
                <a:latin typeface="Segoe UI" pitchFamily="34" charset="0"/>
                <a:cs typeface="Segoe UI" pitchFamily="34" charset="0"/>
              </a:rPr>
              <a:t>Espacios de trabajo con IA donde reúnes los archivos, páginas y fuentes de un proyecto para que Copilot razone solo con ese contenido y te dé respuestas más precisas y contextualizadas.</a:t>
            </a:r>
          </a:p>
        </p:txBody>
      </p:sp>
      <p:sp>
        <p:nvSpPr>
          <p:cNvPr id="10" name="Card1BG"/>
          <p:cNvSpPr/>
          <p:nvPr/>
        </p:nvSpPr>
        <p:spPr>
          <a:xfrm>
            <a:off x="609600" y="2340000"/>
            <a:ext cx="2503200" cy="304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40000" dist="20000" dir="5400000" rotWithShape="0">
              <a:srgbClr val="000000">
                <a:alpha val="12000"/>
              </a:srgbClr>
            </a:outerShdw>
          </a:effectLst>
        </p:spPr>
        <p:txBody>
          <a:bodyPr wrap="square" lIns="0" tIns="0" rIns="0" bIns="0"/>
          <a:lstStyle/>
          <a:p>
            <a:endParaRPr lang="es-ES" sz="133"/>
          </a:p>
        </p:txBody>
      </p:sp>
      <p:sp>
        <p:nvSpPr>
          <p:cNvPr id="11" name="Card1Icon"/>
          <p:cNvSpPr/>
          <p:nvPr/>
        </p:nvSpPr>
        <p:spPr>
          <a:xfrm>
            <a:off x="1581000" y="2580000"/>
            <a:ext cx="560400" cy="560400"/>
          </a:xfrm>
          <a:prstGeom prst="ellipse">
            <a:avLst/>
          </a:prstGeom>
          <a:solidFill>
            <a:srgbClr val="2B579A"/>
          </a:solidFill>
          <a:ln w="0"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s-ES" sz="2200">
                <a:latin typeface="Segoe UI Emoji" pitchFamily="34" charset="0"/>
                <a:cs typeface="Segoe UI Emoji" pitchFamily="34" charset="0"/>
              </a:rPr>
              <a:t>📁</a:t>
            </a:r>
          </a:p>
        </p:txBody>
      </p:sp>
      <p:sp>
        <p:nvSpPr>
          <p:cNvPr id="12" name="Card1Title"/>
          <p:cNvSpPr/>
          <p:nvPr/>
        </p:nvSpPr>
        <p:spPr>
          <a:xfrm>
            <a:off x="731520" y="3320000"/>
            <a:ext cx="2259360" cy="42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s-ES" sz="1600" b="1">
                <a:solidFill>
                  <a:srgbClr val="1E293B"/>
                </a:solidFill>
                <a:latin typeface="Segoe UI Semibold" panose="020B0702040204020203" pitchFamily="34" charset="0"/>
              </a:rPr>
              <a:t>Reúne tus fuentes</a:t>
            </a:r>
          </a:p>
        </p:txBody>
      </p:sp>
      <p:sp>
        <p:nvSpPr>
          <p:cNvPr id="13" name="Card1Text"/>
          <p:cNvSpPr/>
          <p:nvPr/>
        </p:nvSpPr>
        <p:spPr>
          <a:xfrm>
            <a:off x="731520" y="3820000"/>
            <a:ext cx="2259360" cy="1440000"/>
          </a:xfrm>
          <a:prstGeom prst="rect">
            <a:avLst/>
          </a:prstGeom>
          <a:noFill/>
          <a:ln/>
        </p:spPr>
        <p:txBody>
          <a:bodyPr wrap="square" lIns="60960" tIns="0" rIns="60960" bIns="0" anchor="t"/>
          <a:lstStyle/>
          <a:p>
            <a:pPr algn="ctr">
              <a:buNone/>
            </a:pPr>
            <a:r>
              <a:rPr lang="es-ES" sz="1333">
                <a:solidFill>
                  <a:srgbClr val="334155"/>
                </a:solidFill>
                <a:latin typeface="Segoe UI" pitchFamily="34" charset="0"/>
              </a:rPr>
              <a:t>Agrupa documentos de Word, Excel y PowerPoint, páginas de Copilot, notas de reuniones y enlaces en un único espacio.</a:t>
            </a:r>
          </a:p>
        </p:txBody>
      </p:sp>
      <p:sp>
        <p:nvSpPr>
          <p:cNvPr id="20" name="Card2BG"/>
          <p:cNvSpPr/>
          <p:nvPr/>
        </p:nvSpPr>
        <p:spPr>
          <a:xfrm>
            <a:off x="3432800" y="2340000"/>
            <a:ext cx="2503200" cy="304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40000" dist="20000" dir="5400000" rotWithShape="0">
              <a:srgbClr val="000000">
                <a:alpha val="12000"/>
              </a:srgbClr>
            </a:outerShdw>
          </a:effectLst>
        </p:spPr>
        <p:txBody>
          <a:bodyPr wrap="square" lIns="0" tIns="0" rIns="0" bIns="0"/>
          <a:lstStyle/>
          <a:p>
            <a:endParaRPr lang="es-ES" sz="133"/>
          </a:p>
        </p:txBody>
      </p:sp>
      <p:sp>
        <p:nvSpPr>
          <p:cNvPr id="21" name="Card2Icon"/>
          <p:cNvSpPr/>
          <p:nvPr/>
        </p:nvSpPr>
        <p:spPr>
          <a:xfrm>
            <a:off x="4404200" y="2580000"/>
            <a:ext cx="560400" cy="560400"/>
          </a:xfrm>
          <a:prstGeom prst="ellipse">
            <a:avLst/>
          </a:prstGeom>
          <a:solidFill>
            <a:srgbClr val="6264A7"/>
          </a:solidFill>
          <a:ln w="0"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s-ES" sz="2200">
                <a:latin typeface="Segoe UI Emoji" pitchFamily="34" charset="0"/>
                <a:cs typeface="Segoe UI Emoji" pitchFamily="34" charset="0"/>
              </a:rPr>
              <a:t>💬</a:t>
            </a:r>
          </a:p>
        </p:txBody>
      </p:sp>
      <p:sp>
        <p:nvSpPr>
          <p:cNvPr id="22" name="Card2Title"/>
          <p:cNvSpPr/>
          <p:nvPr/>
        </p:nvSpPr>
        <p:spPr>
          <a:xfrm>
            <a:off x="3554720" y="3320000"/>
            <a:ext cx="2259360" cy="42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s-ES" sz="1600" b="1">
                <a:solidFill>
                  <a:srgbClr val="1E293B"/>
                </a:solidFill>
                <a:latin typeface="Segoe UI Semibold" panose="020B0702040204020203" pitchFamily="34" charset="0"/>
              </a:rPr>
              <a:t>Respuestas con contexto</a:t>
            </a:r>
          </a:p>
        </p:txBody>
      </p:sp>
      <p:sp>
        <p:nvSpPr>
          <p:cNvPr id="23" name="Card2Text"/>
          <p:cNvSpPr/>
          <p:nvPr/>
        </p:nvSpPr>
        <p:spPr>
          <a:xfrm>
            <a:off x="3554720" y="3820000"/>
            <a:ext cx="2259360" cy="1440000"/>
          </a:xfrm>
          <a:prstGeom prst="rect">
            <a:avLst/>
          </a:prstGeom>
          <a:noFill/>
          <a:ln/>
        </p:spPr>
        <p:txBody>
          <a:bodyPr wrap="square" lIns="60960" tIns="0" rIns="60960" bIns="0" anchor="t"/>
          <a:lstStyle/>
          <a:p>
            <a:pPr algn="ctr">
              <a:buNone/>
            </a:pPr>
            <a:r>
              <a:rPr lang="es-ES" sz="1333">
                <a:solidFill>
                  <a:srgbClr val="334155"/>
                </a:solidFill>
                <a:latin typeface="Segoe UI" pitchFamily="34" charset="0"/>
              </a:rPr>
              <a:t>Copilot razona solo con las referencias del cuaderno y las mantiene al día en tiempo real conforme evoluciona el proyecto.</a:t>
            </a:r>
          </a:p>
        </p:txBody>
      </p:sp>
      <p:sp>
        <p:nvSpPr>
          <p:cNvPr id="30" name="Card3BG"/>
          <p:cNvSpPr/>
          <p:nvPr/>
        </p:nvSpPr>
        <p:spPr>
          <a:xfrm>
            <a:off x="6256000" y="2340000"/>
            <a:ext cx="2503200" cy="304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40000" dist="20000" dir="5400000" rotWithShape="0">
              <a:srgbClr val="000000">
                <a:alpha val="12000"/>
              </a:srgbClr>
            </a:outerShdw>
          </a:effectLst>
        </p:spPr>
        <p:txBody>
          <a:bodyPr wrap="square" lIns="0" tIns="0" rIns="0" bIns="0"/>
          <a:lstStyle/>
          <a:p>
            <a:endParaRPr lang="es-ES" sz="133"/>
          </a:p>
        </p:txBody>
      </p:sp>
      <p:sp>
        <p:nvSpPr>
          <p:cNvPr id="31" name="Card3Icon"/>
          <p:cNvSpPr/>
          <p:nvPr/>
        </p:nvSpPr>
        <p:spPr>
          <a:xfrm>
            <a:off x="7227400" y="2580000"/>
            <a:ext cx="560400" cy="560400"/>
          </a:xfrm>
          <a:prstGeom prst="ellipse">
            <a:avLst/>
          </a:prstGeom>
          <a:solidFill>
            <a:srgbClr val="217346"/>
          </a:solidFill>
          <a:ln w="0"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s-ES" sz="2200">
                <a:latin typeface="Segoe UI Emoji" pitchFamily="34" charset="0"/>
                <a:cs typeface="Segoe UI Emoji" pitchFamily="34" charset="0"/>
              </a:rPr>
              <a:t>🎧</a:t>
            </a:r>
          </a:p>
        </p:txBody>
      </p:sp>
      <p:sp>
        <p:nvSpPr>
          <p:cNvPr id="32" name="Card3Title"/>
          <p:cNvSpPr/>
          <p:nvPr/>
        </p:nvSpPr>
        <p:spPr>
          <a:xfrm>
            <a:off x="6377920" y="3320000"/>
            <a:ext cx="2259360" cy="42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s-ES" sz="1600" b="1">
                <a:solidFill>
                  <a:srgbClr val="1E293B"/>
                </a:solidFill>
                <a:latin typeface="Segoe UI Semibold" panose="020B0702040204020203" pitchFamily="34" charset="0"/>
              </a:rPr>
              <a:t>Resumen en audio</a:t>
            </a:r>
          </a:p>
        </p:txBody>
      </p:sp>
      <p:sp>
        <p:nvSpPr>
          <p:cNvPr id="33" name="Card3Text"/>
          <p:cNvSpPr/>
          <p:nvPr/>
        </p:nvSpPr>
        <p:spPr>
          <a:xfrm>
            <a:off x="6377920" y="3820000"/>
            <a:ext cx="2259360" cy="1440000"/>
          </a:xfrm>
          <a:prstGeom prst="rect">
            <a:avLst/>
          </a:prstGeom>
          <a:noFill/>
          <a:ln/>
        </p:spPr>
        <p:txBody>
          <a:bodyPr wrap="square" lIns="60960" tIns="0" rIns="60960" bIns="0" anchor="t"/>
          <a:lstStyle/>
          <a:p>
            <a:pPr algn="ctr">
              <a:buNone/>
            </a:pPr>
            <a:r>
              <a:rPr lang="es-ES" sz="1333">
                <a:solidFill>
                  <a:srgbClr val="334155"/>
                </a:solidFill>
                <a:latin typeface="Segoe UI" pitchFamily="34" charset="0"/>
              </a:rPr>
              <a:t>Convierte el contenido del cuaderno en un resumen tipo pódcast para repasar el material allá donde estés.</a:t>
            </a:r>
          </a:p>
        </p:txBody>
      </p:sp>
      <p:sp>
        <p:nvSpPr>
          <p:cNvPr id="40" name="Card4BG"/>
          <p:cNvSpPr/>
          <p:nvPr/>
        </p:nvSpPr>
        <p:spPr>
          <a:xfrm>
            <a:off x="9079200" y="2340000"/>
            <a:ext cx="2503200" cy="304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40000" dist="20000" dir="5400000" rotWithShape="0">
              <a:srgbClr val="000000">
                <a:alpha val="12000"/>
              </a:srgbClr>
            </a:outerShdw>
          </a:effectLst>
        </p:spPr>
        <p:txBody>
          <a:bodyPr wrap="square" lIns="0" tIns="0" rIns="0" bIns="0"/>
          <a:lstStyle/>
          <a:p>
            <a:endParaRPr lang="es-ES" sz="133"/>
          </a:p>
        </p:txBody>
      </p:sp>
      <p:sp>
        <p:nvSpPr>
          <p:cNvPr id="41" name="Card4Icon"/>
          <p:cNvSpPr/>
          <p:nvPr/>
        </p:nvSpPr>
        <p:spPr>
          <a:xfrm>
            <a:off x="10050600" y="2580000"/>
            <a:ext cx="560400" cy="560400"/>
          </a:xfrm>
          <a:prstGeom prst="ellipse">
            <a:avLst/>
          </a:prstGeom>
          <a:solidFill>
            <a:srgbClr val="D24726"/>
          </a:solidFill>
          <a:ln w="0"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s-ES" sz="2200" dirty="0">
                <a:latin typeface="Segoe UI Emoji" pitchFamily="34" charset="0"/>
                <a:cs typeface="Segoe UI Emoji" pitchFamily="34" charset="0"/>
              </a:rPr>
              <a:t>👥</a:t>
            </a:r>
          </a:p>
        </p:txBody>
      </p:sp>
      <p:sp>
        <p:nvSpPr>
          <p:cNvPr id="42" name="Card4Title"/>
          <p:cNvSpPr/>
          <p:nvPr/>
        </p:nvSpPr>
        <p:spPr>
          <a:xfrm>
            <a:off x="9201120" y="3320000"/>
            <a:ext cx="2259360" cy="42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s-ES" sz="1600" b="1">
                <a:solidFill>
                  <a:srgbClr val="1E293B"/>
                </a:solidFill>
                <a:latin typeface="Segoe UI Semibold" panose="020B0702040204020203" pitchFamily="34" charset="0"/>
              </a:rPr>
              <a:t>Colabora en equipo</a:t>
            </a:r>
          </a:p>
        </p:txBody>
      </p:sp>
      <p:sp>
        <p:nvSpPr>
          <p:cNvPr id="43" name="Card4Text"/>
          <p:cNvSpPr/>
          <p:nvPr/>
        </p:nvSpPr>
        <p:spPr>
          <a:xfrm>
            <a:off x="9201120" y="3820000"/>
            <a:ext cx="2259360" cy="1440000"/>
          </a:xfrm>
          <a:prstGeom prst="rect">
            <a:avLst/>
          </a:prstGeom>
          <a:noFill/>
          <a:ln/>
        </p:spPr>
        <p:txBody>
          <a:bodyPr wrap="square" lIns="60960" tIns="0" rIns="60960" bIns="0" anchor="t"/>
          <a:lstStyle/>
          <a:p>
            <a:pPr algn="ctr">
              <a:buNone/>
            </a:pPr>
            <a:r>
              <a:rPr lang="es-ES" sz="1333">
                <a:solidFill>
                  <a:srgbClr val="334155"/>
                </a:solidFill>
                <a:latin typeface="Segoe UI" pitchFamily="34" charset="0"/>
              </a:rPr>
              <a:t>Comparte el cuaderno con tu equipo para trabajar juntos, intercambiar conocimiento y crear con Copilot en tiempo real.</a:t>
            </a:r>
          </a:p>
        </p:txBody>
      </p:sp>
      <p:sp>
        <p:nvSpPr>
          <p:cNvPr id="4" name="SecurityNote"/>
          <p:cNvSpPr/>
          <p:nvPr/>
        </p:nvSpPr>
        <p:spPr>
          <a:xfrm>
            <a:off x="975360" y="5950000"/>
            <a:ext cx="10241280" cy="680000"/>
          </a:xfrm>
          <a:prstGeom prst="roundRect">
            <a:avLst>
              <a:gd name="adj" fmla="val 16000"/>
            </a:avLst>
          </a:prstGeom>
          <a:solidFill>
            <a:srgbClr val="FEF3C7"/>
          </a:solidFill>
          <a:ln w="12700">
            <a:noFill/>
          </a:ln>
        </p:spPr>
        <p:txBody>
          <a:bodyPr wrap="square" lIns="228600" tIns="0" rIns="228600" bIns="0" anchor="ctr"/>
          <a:lstStyle/>
          <a:p>
            <a:pPr algn="ctr"/>
            <a:r>
              <a:rPr lang="es-ES" sz="1400" b="1" dirty="0">
                <a:solidFill>
                  <a:srgbClr val="92400E"/>
                </a:solidFill>
                <a:latin typeface="Segoe UI Semibold"/>
                <a:cs typeface="Segoe UI Semibold"/>
              </a:rPr>
              <a:t>💡 Recuerda: </a:t>
            </a:r>
            <a:r>
              <a:rPr lang="es-ES" sz="1400" dirty="0">
                <a:solidFill>
                  <a:srgbClr val="92400E"/>
                </a:solidFill>
                <a:latin typeface="Segoe UI"/>
                <a:cs typeface="Segoe UI"/>
              </a:rPr>
              <a:t>algunas funciones avanzadas requieren licencia Microsoft 365 </a:t>
            </a:r>
            <a:r>
              <a:rPr lang="es-ES" sz="1400" dirty="0" err="1">
                <a:solidFill>
                  <a:srgbClr val="92400E"/>
                </a:solidFill>
                <a:latin typeface="Segoe UI"/>
                <a:cs typeface="Segoe UI"/>
              </a:rPr>
              <a:t>Copilot</a:t>
            </a:r>
            <a:r>
              <a:rPr lang="es-ES" sz="1400" dirty="0">
                <a:solidFill>
                  <a:srgbClr val="92400E"/>
                </a:solidFill>
                <a:latin typeface="Segoe UI"/>
                <a:cs typeface="Segoe UI"/>
              </a:rPr>
              <a:t> y respetan los permisos existentes de cada usuario en Microsoft Graph.</a:t>
            </a:r>
          </a:p>
        </p:txBody>
      </p:sp>
    </p:spTree>
    <p:extLst>
      <p:ext uri="{BB962C8B-B14F-4D97-AF65-F5344CB8AC3E}">
        <p14:creationId xmlns:p14="http://schemas.microsoft.com/office/powerpoint/2010/main" val="42686193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3">
            <a:extLst>
              <a:ext uri="{FF2B5EF4-FFF2-40B4-BE49-F238E27FC236}">
                <a16:creationId xmlns:a16="http://schemas.microsoft.com/office/drawing/2014/main" id="{6FA5B4C3-8727-EBB1-41CC-661AAF12040F}"/>
              </a:ext>
            </a:extLst>
          </p:cNvPr>
          <p:cNvSpPr txBox="1">
            <a:spLocks/>
          </p:cNvSpPr>
          <p:nvPr/>
        </p:nvSpPr>
        <p:spPr>
          <a:xfrm>
            <a:off x="588263" y="585216"/>
            <a:ext cx="10430257" cy="307777"/>
          </a:xfrm>
          <a:prstGeom prst="rect">
            <a:avLst/>
          </a:prstGeom>
          <a:noFill/>
          <a:ln>
            <a:noFill/>
          </a:ln>
          <a:effectLst/>
        </p:spPr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defTabSz="932742">
              <a:lnSpc>
                <a:spcPct val="100000"/>
              </a:lnSpc>
              <a:spcAft>
                <a:spcPts val="600"/>
              </a:spcAft>
              <a:defRPr/>
            </a:pPr>
            <a:r>
              <a:rPr lang="es-ES" sz="3600">
                <a:solidFill>
                  <a:srgbClr val="1E293B"/>
                </a:solidFill>
                <a:latin typeface="Segoe UI Semibold"/>
                <a:ea typeface="Segoe UI Semibold"/>
                <a:cs typeface="Segoe UI Semibold"/>
              </a:rPr>
              <a:t>Copilot Voice</a:t>
            </a:r>
            <a:endParaRPr lang="es-ES" sz="3600" dirty="0">
              <a:solidFill>
                <a:srgbClr val="1E293B"/>
              </a:solidFill>
              <a:latin typeface="Segoe UI Semibold"/>
              <a:ea typeface="Segoe UI Semibold"/>
              <a:cs typeface="Segoe UI Semibold"/>
            </a:endParaRPr>
          </a:p>
        </p:txBody>
      </p:sp>
      <p:pic>
        <p:nvPicPr>
          <p:cNvPr id="3" name="Image 0" descr="Imagen ilustrativa relacionada con Copilot Voice">
            <a:extLst>
              <a:ext uri="{FF2B5EF4-FFF2-40B4-BE49-F238E27FC236}">
                <a16:creationId xmlns:a16="http://schemas.microsoft.com/office/drawing/2014/main" id="{8DED099D-938E-084C-1188-EEE6E4EA7F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  <p:pic>
        <p:nvPicPr>
          <p:cNvPr id="4" name="Online Media 18" descr="Imagen relacionada con Copilot Voice" title="Voice in Microsoft 365 Copilot: A more productive way to work on the go">
            <a:hlinkClick r:id="" action="ppaction://media"/>
            <a:extLst>
              <a:ext uri="{FF2B5EF4-FFF2-40B4-BE49-F238E27FC236}">
                <a16:creationId xmlns:a16="http://schemas.microsoft.com/office/drawing/2014/main" id="{CFFF8E7A-9633-505C-3FEB-38F8EB8987F8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5"/>
          <a:stretch>
            <a:fillRect/>
          </a:stretch>
        </p:blipFill>
        <p:spPr>
          <a:xfrm>
            <a:off x="2106621" y="1290277"/>
            <a:ext cx="7978758" cy="4508010"/>
          </a:xfrm>
          <a:prstGeom prst="rect">
            <a:avLst/>
          </a:prstGeom>
        </p:spPr>
      </p:pic>
      <p:sp>
        <p:nvSpPr>
          <p:cNvPr id="5" name="SecurityNote">
            <a:extLst>
              <a:ext uri="{FF2B5EF4-FFF2-40B4-BE49-F238E27FC236}">
                <a16:creationId xmlns:a16="http://schemas.microsoft.com/office/drawing/2014/main" id="{E5F2CE83-21CD-2BAA-7562-744ECE50EFDD}"/>
              </a:ext>
            </a:extLst>
          </p:cNvPr>
          <p:cNvSpPr/>
          <p:nvPr/>
        </p:nvSpPr>
        <p:spPr>
          <a:xfrm>
            <a:off x="975360" y="5950000"/>
            <a:ext cx="10241280" cy="680000"/>
          </a:xfrm>
          <a:prstGeom prst="roundRect">
            <a:avLst>
              <a:gd name="adj" fmla="val 16000"/>
            </a:avLst>
          </a:prstGeom>
          <a:solidFill>
            <a:srgbClr val="FEF3C7"/>
          </a:solidFill>
          <a:ln w="12700">
            <a:noFill/>
          </a:ln>
        </p:spPr>
        <p:txBody>
          <a:bodyPr wrap="square" lIns="228600" tIns="0" rIns="228600" bIns="0" anchor="ctr"/>
          <a:lstStyle/>
          <a:p>
            <a:pPr algn="ctr"/>
            <a:r>
              <a:rPr lang="es-ES" sz="1400" b="1" dirty="0">
                <a:solidFill>
                  <a:srgbClr val="92400E"/>
                </a:solidFill>
                <a:latin typeface="Segoe UI Semibold"/>
                <a:cs typeface="Segoe UI Semibold"/>
              </a:rPr>
              <a:t>💡 Recuerda: </a:t>
            </a:r>
            <a:r>
              <a:rPr lang="es-ES" sz="1400" dirty="0">
                <a:solidFill>
                  <a:srgbClr val="92400E"/>
                </a:solidFill>
                <a:latin typeface="Segoe UI"/>
                <a:cs typeface="Segoe UI"/>
              </a:rPr>
              <a:t>todas estas capacidades requieren licencia Microsoft 365 </a:t>
            </a:r>
            <a:r>
              <a:rPr lang="es-ES" sz="1400" dirty="0" err="1">
                <a:solidFill>
                  <a:srgbClr val="92400E"/>
                </a:solidFill>
                <a:latin typeface="Segoe UI"/>
                <a:cs typeface="Segoe UI"/>
              </a:rPr>
              <a:t>Copilot</a:t>
            </a:r>
            <a:r>
              <a:rPr lang="es-ES" sz="1400" dirty="0">
                <a:solidFill>
                  <a:srgbClr val="92400E"/>
                </a:solidFill>
                <a:latin typeface="Segoe UI"/>
                <a:cs typeface="Segoe UI"/>
              </a:rPr>
              <a:t> y respetan los permisos existentes de cada usuario en Microsoft Graph.</a:t>
            </a:r>
          </a:p>
        </p:txBody>
      </p:sp>
    </p:spTree>
    <p:extLst>
      <p:ext uri="{BB962C8B-B14F-4D97-AF65-F5344CB8AC3E}">
        <p14:creationId xmlns:p14="http://schemas.microsoft.com/office/powerpoint/2010/main" val="18975271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7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1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  <p:video>
              <p:cMediaNode vol="80000">
                <p:cTn id="12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975360" y="54864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3467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Configura tus kits de marca en Create</a:t>
            </a:r>
            <a:endParaRPr lang="es-ES" sz="3467"/>
          </a:p>
        </p:txBody>
      </p:sp>
      <p:sp>
        <p:nvSpPr>
          <p:cNvPr id="200" name="Subtitle"/>
          <p:cNvSpPr/>
          <p:nvPr/>
        </p:nvSpPr>
        <p:spPr>
          <a:xfrm>
            <a:off x="975360" y="1393408"/>
            <a:ext cx="1024128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2000">
                <a:latin typeface="Segoe UI" panose="020B0502040204020203" pitchFamily="34" charset="0"/>
                <a:cs typeface="Segoe UI" panose="020B0502040204020203" pitchFamily="34" charset="0"/>
              </a:rPr>
              <a:t>Aplica colores, tipografías y logotipos de tu marca a todo lo que generes en Copilot Chat en seis pasos.</a:t>
            </a:r>
          </a:p>
        </p:txBody>
      </p:sp>
      <p:pic>
        <p:nvPicPr>
          <p:cNvPr id="18" name="Top Bar" descr="Imagen relacionada con Configura tus kits de marca en Creat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  <p:sp>
        <p:nvSpPr>
          <p:cNvPr id="6" name="SecurityNote">
            <a:extLst>
              <a:ext uri="{FF2B5EF4-FFF2-40B4-BE49-F238E27FC236}">
                <a16:creationId xmlns:a16="http://schemas.microsoft.com/office/drawing/2014/main" id="{A19C4CD7-7DA4-88F6-5311-2E4CCFC96A74}"/>
              </a:ext>
            </a:extLst>
          </p:cNvPr>
          <p:cNvSpPr/>
          <p:nvPr/>
        </p:nvSpPr>
        <p:spPr>
          <a:xfrm>
            <a:off x="975360" y="5950000"/>
            <a:ext cx="10241280" cy="680000"/>
          </a:xfrm>
          <a:prstGeom prst="roundRect">
            <a:avLst>
              <a:gd name="adj" fmla="val 16000"/>
            </a:avLst>
          </a:prstGeom>
          <a:solidFill>
            <a:srgbClr val="FEF3C7"/>
          </a:solidFill>
          <a:ln w="12700">
            <a:noFill/>
          </a:ln>
        </p:spPr>
        <p:txBody>
          <a:bodyPr wrap="square" lIns="228600" tIns="0" rIns="228600" bIns="0" anchor="ctr"/>
          <a:lstStyle/>
          <a:p>
            <a:pPr algn="ctr"/>
            <a:r>
              <a:rPr lang="es-ES" sz="1400" b="1" dirty="0">
                <a:solidFill>
                  <a:srgbClr val="92400E"/>
                </a:solidFill>
                <a:latin typeface="Segoe UI Semibold"/>
                <a:cs typeface="Segoe UI Semibold"/>
              </a:rPr>
              <a:t>💡 Recuerda: </a:t>
            </a:r>
            <a:r>
              <a:rPr lang="es-ES" sz="1400" dirty="0">
                <a:solidFill>
                  <a:srgbClr val="92400E"/>
                </a:solidFill>
                <a:latin typeface="Segoe UI"/>
                <a:cs typeface="Segoe UI"/>
              </a:rPr>
              <a:t>todas estas capacidades requieren licencia Microsoft 365 </a:t>
            </a:r>
            <a:r>
              <a:rPr lang="es-ES" sz="1400" dirty="0" err="1">
                <a:solidFill>
                  <a:srgbClr val="92400E"/>
                </a:solidFill>
                <a:latin typeface="Segoe UI"/>
                <a:cs typeface="Segoe UI"/>
              </a:rPr>
              <a:t>Copilot</a:t>
            </a:r>
            <a:r>
              <a:rPr lang="es-ES" sz="1400" dirty="0">
                <a:solidFill>
                  <a:srgbClr val="92400E"/>
                </a:solidFill>
                <a:latin typeface="Segoe UI"/>
                <a:cs typeface="Segoe UI"/>
              </a:rPr>
              <a:t> y respetan los permisos existentes de cada usuario en Microsoft Graph.</a:t>
            </a:r>
          </a:p>
        </p:txBody>
      </p:sp>
      <p:pic>
        <p:nvPicPr>
          <p:cNvPr id="4" name="Picture 3" descr="Imagen ilustrativa relacionada con Configura tus kits de marca en Create">
            <a:extLst>
              <a:ext uri="{FF2B5EF4-FFF2-40B4-BE49-F238E27FC236}">
                <a16:creationId xmlns:a16="http://schemas.microsoft.com/office/drawing/2014/main" id="{48E80BAE-F14D-0319-80D4-A6871C91C6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50180" y="1962220"/>
            <a:ext cx="3916513" cy="3082093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7" name="Picture 6" descr="Imagen ilustrativa relacionada con Configura tus kits de marca en Create">
            <a:extLst>
              <a:ext uri="{FF2B5EF4-FFF2-40B4-BE49-F238E27FC236}">
                <a16:creationId xmlns:a16="http://schemas.microsoft.com/office/drawing/2014/main" id="{E5BDBF0A-38DE-D801-72C1-9C2EE45A5F6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49364" y="3227208"/>
            <a:ext cx="3526068" cy="2410331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51" name="BenefitsList"/>
          <p:cNvSpPr/>
          <p:nvPr/>
        </p:nvSpPr>
        <p:spPr>
          <a:xfrm>
            <a:off x="859613" y="2185847"/>
            <a:ext cx="5500000" cy="355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285750" indent="-285750">
              <a:spcBef>
                <a:spcPts val="0"/>
              </a:spcBef>
              <a:spcAft>
                <a:spcPts val="300"/>
              </a:spcAft>
              <a:buClr>
                <a:srgbClr val="6E2EBF"/>
              </a:buClr>
              <a:buFont typeface="Segoe UI Symbol"/>
              <a:buChar char="✓"/>
            </a:pPr>
            <a:r>
              <a:rPr lang="es-ES" sz="1400" b="1" dirty="0">
                <a:solidFill>
                  <a:srgbClr val="1E293B"/>
                </a:solidFill>
                <a:latin typeface="Segoe UI Semibold"/>
                <a:cs typeface="Segoe UI Semibold"/>
              </a:rPr>
              <a:t>Consistencia de marca garantizada. </a:t>
            </a:r>
            <a:r>
              <a:rPr lang="es-ES" sz="1400" dirty="0">
                <a:solidFill>
                  <a:srgbClr val="334155"/>
                </a:solidFill>
                <a:latin typeface="Segoe UI"/>
                <a:cs typeface="Segoe UI"/>
              </a:rPr>
              <a:t>Colores, tipografías y logotipos se aplican automáticamente a cada documento, imagen o presentación.</a:t>
            </a:r>
          </a:p>
          <a:p>
            <a:pPr marL="285750" indent="-285750">
              <a:spcBef>
                <a:spcPts val="200"/>
              </a:spcBef>
              <a:spcAft>
                <a:spcPts val="300"/>
              </a:spcAft>
              <a:buClr>
                <a:srgbClr val="6E2EBF"/>
              </a:buClr>
              <a:buFont typeface="Segoe UI Symbol"/>
              <a:buChar char="✓"/>
            </a:pPr>
            <a:r>
              <a:rPr lang="es-ES" sz="1400" b="1" dirty="0">
                <a:solidFill>
                  <a:srgbClr val="1E293B"/>
                </a:solidFill>
                <a:latin typeface="Segoe UI Semibold"/>
                <a:cs typeface="Segoe UI Semibold"/>
              </a:rPr>
              <a:t>Ahorro de tiempo y costes de diseño. </a:t>
            </a:r>
            <a:r>
              <a:rPr lang="es-ES" sz="1400" dirty="0">
                <a:solidFill>
                  <a:srgbClr val="334155"/>
                </a:solidFill>
                <a:latin typeface="Segoe UI"/>
                <a:cs typeface="Segoe UI"/>
              </a:rPr>
              <a:t>Reduce ciclos de revisión y acelera la salida al mercado de campañas y materiales internos.</a:t>
            </a:r>
          </a:p>
          <a:p>
            <a:pPr marL="285750" indent="-285750">
              <a:spcBef>
                <a:spcPts val="200"/>
              </a:spcBef>
              <a:spcAft>
                <a:spcPts val="300"/>
              </a:spcAft>
              <a:buClr>
                <a:srgbClr val="6E2EBF"/>
              </a:buClr>
              <a:buFont typeface="Segoe UI Symbol"/>
              <a:buChar char="✓"/>
            </a:pPr>
            <a:r>
              <a:rPr lang="es-ES" sz="1400" b="1" dirty="0">
                <a:solidFill>
                  <a:srgbClr val="1E293B"/>
                </a:solidFill>
                <a:latin typeface="Segoe UI Semibold"/>
                <a:cs typeface="Segoe UI Semibold"/>
              </a:rPr>
              <a:t>Escala a toda la organización. </a:t>
            </a:r>
            <a:r>
              <a:rPr lang="es-ES" sz="1400" dirty="0">
                <a:solidFill>
                  <a:srgbClr val="334155"/>
                </a:solidFill>
                <a:latin typeface="Segoe UI"/>
                <a:cs typeface="Segoe UI"/>
              </a:rPr>
              <a:t>Cada empleado produce contenido alineado a la marca sin depender del equipo creativo.</a:t>
            </a:r>
          </a:p>
          <a:p>
            <a:pPr marL="285750" indent="-285750">
              <a:spcBef>
                <a:spcPts val="200"/>
              </a:spcBef>
              <a:spcAft>
                <a:spcPts val="300"/>
              </a:spcAft>
              <a:buClr>
                <a:srgbClr val="6E2EBF"/>
              </a:buClr>
              <a:buFont typeface="Segoe UI Symbol"/>
              <a:buChar char="✓"/>
            </a:pPr>
            <a:r>
              <a:rPr lang="es-ES" sz="1400" b="1" dirty="0">
                <a:solidFill>
                  <a:srgbClr val="1E293B"/>
                </a:solidFill>
                <a:latin typeface="Segoe UI Semibold"/>
                <a:cs typeface="Segoe UI Semibold"/>
              </a:rPr>
              <a:t>Gobierno centralizado de la identidad visual. </a:t>
            </a:r>
            <a:r>
              <a:rPr lang="es-ES" sz="1400" dirty="0">
                <a:solidFill>
                  <a:srgbClr val="334155"/>
                </a:solidFill>
                <a:latin typeface="Segoe UI"/>
                <a:cs typeface="Segoe UI"/>
              </a:rPr>
              <a:t>Define y actualiza los activos de marca una sola vez para que se reflejen en toda la empresa.</a:t>
            </a:r>
          </a:p>
          <a:p>
            <a:pPr marL="285750" indent="-285750">
              <a:spcBef>
                <a:spcPts val="200"/>
              </a:spcBef>
              <a:spcAft>
                <a:spcPts val="0"/>
              </a:spcAft>
              <a:buClr>
                <a:srgbClr val="6E2EBF"/>
              </a:buClr>
              <a:buFont typeface="Segoe UI Symbol"/>
              <a:buChar char="✓"/>
            </a:pPr>
            <a:r>
              <a:rPr lang="es-ES" sz="1400" b="1" dirty="0">
                <a:solidFill>
                  <a:srgbClr val="1E293B"/>
                </a:solidFill>
                <a:latin typeface="Segoe UI Semibold"/>
                <a:cs typeface="Segoe UI Semibold"/>
              </a:rPr>
              <a:t>Comunicación más profesional y confiable. </a:t>
            </a:r>
            <a:r>
              <a:rPr lang="es-ES" sz="1400" dirty="0">
                <a:solidFill>
                  <a:srgbClr val="334155"/>
                </a:solidFill>
                <a:latin typeface="Segoe UI"/>
                <a:cs typeface="Segoe UI"/>
              </a:rPr>
              <a:t>Refuerza la percepción de marca con materiales internos y externos siempre coherentes.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/>
          <p:nvPr/>
        </p:nvSpPr>
        <p:spPr>
          <a:xfrm>
            <a:off x="762000" y="418934"/>
            <a:ext cx="963168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3200" b="1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Copilot</a:t>
            </a:r>
            <a:r>
              <a:rPr lang="es-ES" sz="3200" b="1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en aplicaciones de Microsoft 365</a:t>
            </a:r>
          </a:p>
        </p:txBody>
      </p:sp>
      <p:sp>
        <p:nvSpPr>
          <p:cNvPr id="101" name="G1Header"/>
          <p:cNvSpPr/>
          <p:nvPr/>
        </p:nvSpPr>
        <p:spPr>
          <a:xfrm>
            <a:off x="609600" y="1300000"/>
            <a:ext cx="3497600" cy="600000"/>
          </a:xfrm>
          <a:prstGeom prst="roundRect">
            <a:avLst>
              <a:gd name="adj" fmla="val 22000"/>
            </a:avLst>
          </a:prstGeom>
          <a:solidFill>
            <a:srgbClr val="0F6CBD"/>
          </a:solidFill>
          <a:ln>
            <a:noFill/>
          </a:ln>
          <a:effectLst>
            <a:outerShdw blurRad="40000" dist="20000" dir="5400000" rotWithShape="0">
              <a:srgbClr val="000000">
                <a:alpha val="15000"/>
              </a:srgbClr>
            </a:outerShdw>
          </a:effectLst>
        </p:spPr>
        <p:txBody>
          <a:bodyPr wrap="square" lIns="91440" tIns="0" rIns="91440" bIns="0" anchor="ctr"/>
          <a:lstStyle/>
          <a:p>
            <a:pPr algn="ctr">
              <a:buNone/>
            </a:pPr>
            <a:r>
              <a:rPr lang="es-ES" sz="2000" b="1" dirty="0">
                <a:solidFill>
                  <a:srgbClr val="FFFFFF"/>
                </a:solidFill>
                <a:latin typeface="Segoe UI Semibold" panose="020B0702040204020203" pitchFamily="34" charset="0"/>
              </a:rPr>
              <a:t>Asistente lite</a:t>
            </a:r>
          </a:p>
        </p:txBody>
      </p:sp>
      <p:sp>
        <p:nvSpPr>
          <p:cNvPr id="102" name="G1Panel"/>
          <p:cNvSpPr/>
          <p:nvPr/>
        </p:nvSpPr>
        <p:spPr>
          <a:xfrm>
            <a:off x="609600" y="1990000"/>
            <a:ext cx="3497600" cy="379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40000" dist="20000" dir="5400000" rotWithShape="0">
              <a:srgbClr val="000000">
                <a:alpha val="10000"/>
              </a:srgbClr>
            </a:outerShdw>
          </a:effectLst>
        </p:spPr>
        <p:txBody>
          <a:bodyPr wrap="square" lIns="0" tIns="0" rIns="0" bIns="0"/>
          <a:lstStyle/>
          <a:p>
            <a:endParaRPr lang="es-ES" sz="300"/>
          </a:p>
        </p:txBody>
      </p:sp>
      <p:sp>
        <p:nvSpPr>
          <p:cNvPr id="103" name="G1A1Icon"/>
          <p:cNvSpPr/>
          <p:nvPr/>
        </p:nvSpPr>
        <p:spPr>
          <a:xfrm>
            <a:off x="809600" y="2627500"/>
            <a:ext cx="620000" cy="620000"/>
          </a:xfrm>
          <a:prstGeom prst="roundRect">
            <a:avLst>
              <a:gd name="adj" fmla="val 28000"/>
            </a:avLst>
          </a:prstGeom>
          <a:solidFill>
            <a:srgbClr val="0364B8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s-ES" sz="2400" b="1" dirty="0">
                <a:solidFill>
                  <a:srgbClr val="FFFFFF"/>
                </a:solidFill>
                <a:latin typeface="Segoe UI Symbol" pitchFamily="34" charset="0"/>
                <a:cs typeface="Segoe UI Symbol" pitchFamily="34" charset="0"/>
              </a:rPr>
              <a:t>O</a:t>
            </a:r>
          </a:p>
        </p:txBody>
      </p:sp>
      <p:sp>
        <p:nvSpPr>
          <p:cNvPr id="104" name="G1A1Name"/>
          <p:cNvSpPr/>
          <p:nvPr/>
        </p:nvSpPr>
        <p:spPr>
          <a:xfrm>
            <a:off x="1609600" y="2617500"/>
            <a:ext cx="2297600" cy="32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es-ES" b="1" dirty="0">
                <a:solidFill>
                  <a:srgbClr val="1E293B"/>
                </a:solidFill>
                <a:latin typeface="Segoe UI Semibold" panose="020B0702040204020203" pitchFamily="34" charset="0"/>
              </a:rPr>
              <a:t>OneDrive</a:t>
            </a:r>
          </a:p>
        </p:txBody>
      </p:sp>
      <p:sp>
        <p:nvSpPr>
          <p:cNvPr id="105" name="G1A1Desc"/>
          <p:cNvSpPr/>
          <p:nvPr/>
        </p:nvSpPr>
        <p:spPr>
          <a:xfrm>
            <a:off x="1609600" y="2937500"/>
            <a:ext cx="2297600" cy="5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s-ES" sz="1400">
                <a:solidFill>
                  <a:srgbClr val="475569"/>
                </a:solidFill>
                <a:latin typeface="Segoe UI" pitchFamily="34" charset="0"/>
              </a:rPr>
              <a:t>Pregunta y resume tus archivos sin abrirlos.</a:t>
            </a:r>
          </a:p>
        </p:txBody>
      </p:sp>
      <p:sp>
        <p:nvSpPr>
          <p:cNvPr id="106" name="G1A2Icon"/>
          <p:cNvSpPr/>
          <p:nvPr/>
        </p:nvSpPr>
        <p:spPr>
          <a:xfrm>
            <a:off x="809600" y="4522500"/>
            <a:ext cx="620000" cy="620000"/>
          </a:xfrm>
          <a:prstGeom prst="roundRect">
            <a:avLst>
              <a:gd name="adj" fmla="val 28000"/>
            </a:avLst>
          </a:prstGeom>
          <a:solidFill>
            <a:srgbClr val="038387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s-ES" sz="2800" b="1" dirty="0">
                <a:solidFill>
                  <a:srgbClr val="FFFFFF"/>
                </a:solidFill>
                <a:latin typeface="Segoe UI Semibold" panose="020B0702040204020203" pitchFamily="34" charset="0"/>
              </a:rPr>
              <a:t>S</a:t>
            </a:r>
          </a:p>
        </p:txBody>
      </p:sp>
      <p:sp>
        <p:nvSpPr>
          <p:cNvPr id="107" name="G1A2Name"/>
          <p:cNvSpPr/>
          <p:nvPr/>
        </p:nvSpPr>
        <p:spPr>
          <a:xfrm>
            <a:off x="1609600" y="4512500"/>
            <a:ext cx="2297600" cy="32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es-ES" b="1">
                <a:solidFill>
                  <a:srgbClr val="1E293B"/>
                </a:solidFill>
                <a:latin typeface="Segoe UI Semibold" panose="020B0702040204020203" pitchFamily="34" charset="0"/>
              </a:rPr>
              <a:t>SharePoint</a:t>
            </a:r>
          </a:p>
        </p:txBody>
      </p:sp>
      <p:sp>
        <p:nvSpPr>
          <p:cNvPr id="108" name="G1A2Desc"/>
          <p:cNvSpPr/>
          <p:nvPr/>
        </p:nvSpPr>
        <p:spPr>
          <a:xfrm>
            <a:off x="1609600" y="4832500"/>
            <a:ext cx="2297600" cy="5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s-ES" sz="1400">
                <a:solidFill>
                  <a:srgbClr val="475569"/>
                </a:solidFill>
                <a:latin typeface="Segoe UI" pitchFamily="34" charset="0"/>
              </a:rPr>
              <a:t>Encuentra y resume contenido de tus sitios.</a:t>
            </a:r>
          </a:p>
        </p:txBody>
      </p:sp>
      <p:sp>
        <p:nvSpPr>
          <p:cNvPr id="109" name="G2Header"/>
          <p:cNvSpPr/>
          <p:nvPr/>
        </p:nvSpPr>
        <p:spPr>
          <a:xfrm>
            <a:off x="4347200" y="1300000"/>
            <a:ext cx="3497600" cy="600000"/>
          </a:xfrm>
          <a:prstGeom prst="roundRect">
            <a:avLst>
              <a:gd name="adj" fmla="val 22000"/>
            </a:avLst>
          </a:prstGeom>
          <a:solidFill>
            <a:srgbClr val="7A4FBF"/>
          </a:solidFill>
          <a:ln>
            <a:noFill/>
          </a:ln>
          <a:effectLst>
            <a:outerShdw blurRad="40000" dist="20000" dir="5400000" rotWithShape="0">
              <a:srgbClr val="000000">
                <a:alpha val="15000"/>
              </a:srgbClr>
            </a:outerShdw>
          </a:effectLst>
        </p:spPr>
        <p:txBody>
          <a:bodyPr wrap="square" lIns="91440" tIns="0" rIns="91440" bIns="0" anchor="ctr"/>
          <a:lstStyle/>
          <a:p>
            <a:pPr algn="ctr">
              <a:buNone/>
            </a:pPr>
            <a:r>
              <a:rPr lang="es-ES" sz="2000" b="1" dirty="0">
                <a:solidFill>
                  <a:srgbClr val="FFFFFF"/>
                </a:solidFill>
                <a:latin typeface="Segoe UI Semibold" panose="020B0702040204020203" pitchFamily="34" charset="0"/>
              </a:rPr>
              <a:t>Creación de contenido</a:t>
            </a:r>
          </a:p>
        </p:txBody>
      </p:sp>
      <p:sp>
        <p:nvSpPr>
          <p:cNvPr id="110" name="G2Panel"/>
          <p:cNvSpPr/>
          <p:nvPr/>
        </p:nvSpPr>
        <p:spPr>
          <a:xfrm>
            <a:off x="4347200" y="1990000"/>
            <a:ext cx="3497600" cy="379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40000" dist="20000" dir="5400000" rotWithShape="0">
              <a:srgbClr val="000000">
                <a:alpha val="10000"/>
              </a:srgbClr>
            </a:outerShdw>
          </a:effectLst>
        </p:spPr>
        <p:txBody>
          <a:bodyPr wrap="square" lIns="0" tIns="0" rIns="0" bIns="0"/>
          <a:lstStyle/>
          <a:p>
            <a:endParaRPr lang="es-ES" sz="300"/>
          </a:p>
        </p:txBody>
      </p:sp>
      <p:sp>
        <p:nvSpPr>
          <p:cNvPr id="111" name="G2A1Icon"/>
          <p:cNvSpPr/>
          <p:nvPr/>
        </p:nvSpPr>
        <p:spPr>
          <a:xfrm>
            <a:off x="4547200" y="2311666"/>
            <a:ext cx="620000" cy="620000"/>
          </a:xfrm>
          <a:prstGeom prst="roundRect">
            <a:avLst>
              <a:gd name="adj" fmla="val 28000"/>
            </a:avLst>
          </a:prstGeom>
          <a:solidFill>
            <a:srgbClr val="2B579A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s-ES" sz="2800" b="1">
                <a:solidFill>
                  <a:srgbClr val="FFFFFF"/>
                </a:solidFill>
                <a:latin typeface="Segoe UI Semibold" panose="020B0702040204020203" pitchFamily="34" charset="0"/>
              </a:rPr>
              <a:t>W</a:t>
            </a:r>
          </a:p>
        </p:txBody>
      </p:sp>
      <p:sp>
        <p:nvSpPr>
          <p:cNvPr id="112" name="G2A1Name"/>
          <p:cNvSpPr/>
          <p:nvPr/>
        </p:nvSpPr>
        <p:spPr>
          <a:xfrm>
            <a:off x="5347200" y="2301666"/>
            <a:ext cx="2297600" cy="32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es-ES" b="1">
                <a:solidFill>
                  <a:srgbClr val="1E293B"/>
                </a:solidFill>
                <a:latin typeface="Segoe UI Semibold" panose="020B0702040204020203" pitchFamily="34" charset="0"/>
              </a:rPr>
              <a:t>Word</a:t>
            </a:r>
          </a:p>
        </p:txBody>
      </p:sp>
      <p:sp>
        <p:nvSpPr>
          <p:cNvPr id="113" name="G2A1Desc"/>
          <p:cNvSpPr/>
          <p:nvPr/>
        </p:nvSpPr>
        <p:spPr>
          <a:xfrm>
            <a:off x="5347200" y="2621666"/>
            <a:ext cx="2297600" cy="5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s-ES" sz="1400">
                <a:solidFill>
                  <a:srgbClr val="475569"/>
                </a:solidFill>
                <a:latin typeface="Segoe UI" pitchFamily="34" charset="0"/>
              </a:rPr>
              <a:t>Redacta, resume y reescribe documentos.</a:t>
            </a:r>
          </a:p>
        </p:txBody>
      </p:sp>
      <p:sp>
        <p:nvSpPr>
          <p:cNvPr id="114" name="G2A2Icon"/>
          <p:cNvSpPr/>
          <p:nvPr/>
        </p:nvSpPr>
        <p:spPr>
          <a:xfrm>
            <a:off x="4547200" y="3574999"/>
            <a:ext cx="620000" cy="620000"/>
          </a:xfrm>
          <a:prstGeom prst="roundRect">
            <a:avLst>
              <a:gd name="adj" fmla="val 28000"/>
            </a:avLst>
          </a:prstGeom>
          <a:solidFill>
            <a:srgbClr val="217346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s-ES" sz="2800" b="1">
                <a:solidFill>
                  <a:srgbClr val="FFFFFF"/>
                </a:solidFill>
                <a:latin typeface="Segoe UI Semibold" panose="020B0702040204020203" pitchFamily="34" charset="0"/>
              </a:rPr>
              <a:t>X</a:t>
            </a:r>
          </a:p>
        </p:txBody>
      </p:sp>
      <p:sp>
        <p:nvSpPr>
          <p:cNvPr id="115" name="G2A2Name"/>
          <p:cNvSpPr/>
          <p:nvPr/>
        </p:nvSpPr>
        <p:spPr>
          <a:xfrm>
            <a:off x="5347200" y="3564999"/>
            <a:ext cx="2297600" cy="32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es-ES" b="1">
                <a:solidFill>
                  <a:srgbClr val="1E293B"/>
                </a:solidFill>
                <a:latin typeface="Segoe UI Semibold" panose="020B0702040204020203" pitchFamily="34" charset="0"/>
              </a:rPr>
              <a:t>Excel</a:t>
            </a:r>
          </a:p>
        </p:txBody>
      </p:sp>
      <p:sp>
        <p:nvSpPr>
          <p:cNvPr id="116" name="G2A2Desc"/>
          <p:cNvSpPr/>
          <p:nvPr/>
        </p:nvSpPr>
        <p:spPr>
          <a:xfrm>
            <a:off x="5347200" y="3884999"/>
            <a:ext cx="2297600" cy="5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s-ES" sz="1400">
                <a:solidFill>
                  <a:srgbClr val="475569"/>
                </a:solidFill>
                <a:latin typeface="Segoe UI" pitchFamily="34" charset="0"/>
              </a:rPr>
              <a:t>Analiza datos y crea fórmulas y gráficos.</a:t>
            </a:r>
          </a:p>
        </p:txBody>
      </p:sp>
      <p:sp>
        <p:nvSpPr>
          <p:cNvPr id="117" name="G2A3Icon"/>
          <p:cNvSpPr/>
          <p:nvPr/>
        </p:nvSpPr>
        <p:spPr>
          <a:xfrm>
            <a:off x="4547200" y="4838332"/>
            <a:ext cx="620000" cy="620000"/>
          </a:xfrm>
          <a:prstGeom prst="roundRect">
            <a:avLst>
              <a:gd name="adj" fmla="val 28000"/>
            </a:avLst>
          </a:prstGeom>
          <a:solidFill>
            <a:srgbClr val="D24726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s-ES" sz="2800" b="1">
                <a:solidFill>
                  <a:srgbClr val="FFFFFF"/>
                </a:solidFill>
                <a:latin typeface="Segoe UI Semibold" panose="020B0702040204020203" pitchFamily="34" charset="0"/>
              </a:rPr>
              <a:t>P</a:t>
            </a:r>
          </a:p>
        </p:txBody>
      </p:sp>
      <p:sp>
        <p:nvSpPr>
          <p:cNvPr id="118" name="G2A3Name"/>
          <p:cNvSpPr/>
          <p:nvPr/>
        </p:nvSpPr>
        <p:spPr>
          <a:xfrm>
            <a:off x="5347200" y="4828332"/>
            <a:ext cx="2297600" cy="32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es-ES" b="1">
                <a:solidFill>
                  <a:srgbClr val="1E293B"/>
                </a:solidFill>
                <a:latin typeface="Segoe UI Semibold" panose="020B0702040204020203" pitchFamily="34" charset="0"/>
              </a:rPr>
              <a:t>PowerPoint</a:t>
            </a:r>
          </a:p>
        </p:txBody>
      </p:sp>
      <p:sp>
        <p:nvSpPr>
          <p:cNvPr id="119" name="G2A3Desc"/>
          <p:cNvSpPr/>
          <p:nvPr/>
        </p:nvSpPr>
        <p:spPr>
          <a:xfrm>
            <a:off x="5347200" y="5148332"/>
            <a:ext cx="2297600" cy="5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s-ES" sz="1400">
                <a:solidFill>
                  <a:srgbClr val="475569"/>
                </a:solidFill>
                <a:latin typeface="Segoe UI" pitchFamily="34" charset="0"/>
              </a:rPr>
              <a:t>Genera presentaciones desde un documento.</a:t>
            </a:r>
          </a:p>
        </p:txBody>
      </p:sp>
      <p:sp>
        <p:nvSpPr>
          <p:cNvPr id="120" name="G3Header"/>
          <p:cNvSpPr/>
          <p:nvPr/>
        </p:nvSpPr>
        <p:spPr>
          <a:xfrm>
            <a:off x="8084800" y="1300000"/>
            <a:ext cx="3497600" cy="600000"/>
          </a:xfrm>
          <a:prstGeom prst="roundRect">
            <a:avLst>
              <a:gd name="adj" fmla="val 22000"/>
            </a:avLst>
          </a:prstGeom>
          <a:solidFill>
            <a:srgbClr val="0E7490"/>
          </a:solidFill>
          <a:ln>
            <a:noFill/>
          </a:ln>
          <a:effectLst>
            <a:outerShdw blurRad="40000" dist="20000" dir="5400000" rotWithShape="0">
              <a:srgbClr val="000000">
                <a:alpha val="15000"/>
              </a:srgbClr>
            </a:outerShdw>
          </a:effectLst>
        </p:spPr>
        <p:txBody>
          <a:bodyPr wrap="square" lIns="91440" tIns="0" rIns="91440" bIns="0" anchor="ctr"/>
          <a:lstStyle/>
          <a:p>
            <a:pPr algn="ctr">
              <a:buNone/>
            </a:pPr>
            <a:r>
              <a:rPr lang="es-ES" sz="2000" b="1" dirty="0">
                <a:solidFill>
                  <a:srgbClr val="FFFFFF"/>
                </a:solidFill>
                <a:latin typeface="Segoe UI Semibold" panose="020B0702040204020203" pitchFamily="34" charset="0"/>
              </a:rPr>
              <a:t>Comunicación</a:t>
            </a:r>
            <a:endParaRPr lang="es-ES" sz="1500" b="1" dirty="0">
              <a:solidFill>
                <a:srgbClr val="FFFFFF"/>
              </a:solidFill>
              <a:latin typeface="Segoe UI Semibold" panose="020B0702040204020203" pitchFamily="34" charset="0"/>
            </a:endParaRPr>
          </a:p>
        </p:txBody>
      </p:sp>
      <p:sp>
        <p:nvSpPr>
          <p:cNvPr id="121" name="G3Panel"/>
          <p:cNvSpPr/>
          <p:nvPr/>
        </p:nvSpPr>
        <p:spPr>
          <a:xfrm>
            <a:off x="8084800" y="1990000"/>
            <a:ext cx="3497600" cy="379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40000" dist="20000" dir="5400000" rotWithShape="0">
              <a:srgbClr val="000000">
                <a:alpha val="10000"/>
              </a:srgbClr>
            </a:outerShdw>
          </a:effectLst>
        </p:spPr>
        <p:txBody>
          <a:bodyPr wrap="square" lIns="0" tIns="0" rIns="0" bIns="0"/>
          <a:lstStyle/>
          <a:p>
            <a:endParaRPr lang="es-ES" sz="300"/>
          </a:p>
        </p:txBody>
      </p:sp>
      <p:sp>
        <p:nvSpPr>
          <p:cNvPr id="122" name="G3A1Icon"/>
          <p:cNvSpPr/>
          <p:nvPr/>
        </p:nvSpPr>
        <p:spPr>
          <a:xfrm>
            <a:off x="8284800" y="2627500"/>
            <a:ext cx="620000" cy="620000"/>
          </a:xfrm>
          <a:prstGeom prst="roundRect">
            <a:avLst>
              <a:gd name="adj" fmla="val 28000"/>
            </a:avLst>
          </a:prstGeom>
          <a:solidFill>
            <a:srgbClr val="0078D4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s-ES" sz="2800" b="1">
                <a:solidFill>
                  <a:srgbClr val="FFFFFF"/>
                </a:solidFill>
                <a:latin typeface="Segoe UI Semibold" panose="020B0702040204020203" pitchFamily="34" charset="0"/>
              </a:rPr>
              <a:t>O</a:t>
            </a:r>
          </a:p>
        </p:txBody>
      </p:sp>
      <p:sp>
        <p:nvSpPr>
          <p:cNvPr id="123" name="G3A1Name"/>
          <p:cNvSpPr/>
          <p:nvPr/>
        </p:nvSpPr>
        <p:spPr>
          <a:xfrm>
            <a:off x="9084800" y="2617500"/>
            <a:ext cx="2297600" cy="32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es-ES" b="1">
                <a:solidFill>
                  <a:srgbClr val="1E293B"/>
                </a:solidFill>
                <a:latin typeface="Segoe UI Semibold" panose="020B0702040204020203" pitchFamily="34" charset="0"/>
              </a:rPr>
              <a:t>Outlook</a:t>
            </a:r>
          </a:p>
        </p:txBody>
      </p:sp>
      <p:sp>
        <p:nvSpPr>
          <p:cNvPr id="124" name="G3A1Desc"/>
          <p:cNvSpPr/>
          <p:nvPr/>
        </p:nvSpPr>
        <p:spPr>
          <a:xfrm>
            <a:off x="9084800" y="2937500"/>
            <a:ext cx="2297600" cy="5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s-ES" sz="1400">
                <a:solidFill>
                  <a:srgbClr val="475569"/>
                </a:solidFill>
                <a:latin typeface="Segoe UI" pitchFamily="34" charset="0"/>
              </a:rPr>
              <a:t>Resume correos y redacta respuestas.</a:t>
            </a:r>
          </a:p>
        </p:txBody>
      </p:sp>
      <p:sp>
        <p:nvSpPr>
          <p:cNvPr id="125" name="G3A2Icon"/>
          <p:cNvSpPr/>
          <p:nvPr/>
        </p:nvSpPr>
        <p:spPr>
          <a:xfrm>
            <a:off x="8284800" y="4522500"/>
            <a:ext cx="620000" cy="620000"/>
          </a:xfrm>
          <a:prstGeom prst="roundRect">
            <a:avLst>
              <a:gd name="adj" fmla="val 28000"/>
            </a:avLst>
          </a:prstGeom>
          <a:solidFill>
            <a:srgbClr val="6264A7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s-ES" sz="2800" b="1">
                <a:solidFill>
                  <a:srgbClr val="FFFFFF"/>
                </a:solidFill>
                <a:latin typeface="Segoe UI Semibold" panose="020B0702040204020203" pitchFamily="34" charset="0"/>
              </a:rPr>
              <a:t>T</a:t>
            </a:r>
          </a:p>
        </p:txBody>
      </p:sp>
      <p:sp>
        <p:nvSpPr>
          <p:cNvPr id="126" name="G3A2Name"/>
          <p:cNvSpPr/>
          <p:nvPr/>
        </p:nvSpPr>
        <p:spPr>
          <a:xfrm>
            <a:off x="9084800" y="4512500"/>
            <a:ext cx="2297600" cy="32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es-ES" b="1">
                <a:solidFill>
                  <a:srgbClr val="1E293B"/>
                </a:solidFill>
                <a:latin typeface="Segoe UI Semibold" panose="020B0702040204020203" pitchFamily="34" charset="0"/>
              </a:rPr>
              <a:t>Teams</a:t>
            </a:r>
          </a:p>
        </p:txBody>
      </p:sp>
      <p:sp>
        <p:nvSpPr>
          <p:cNvPr id="127" name="G3A2Desc"/>
          <p:cNvSpPr/>
          <p:nvPr/>
        </p:nvSpPr>
        <p:spPr>
          <a:xfrm>
            <a:off x="9084800" y="4832500"/>
            <a:ext cx="2297600" cy="5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s-ES" sz="1400">
                <a:solidFill>
                  <a:srgbClr val="475569"/>
                </a:solidFill>
                <a:latin typeface="Segoe UI" pitchFamily="34" charset="0"/>
              </a:rPr>
              <a:t>Resume reuniones y genera actas.</a:t>
            </a:r>
          </a:p>
        </p:txBody>
      </p:sp>
      <p:pic>
        <p:nvPicPr>
          <p:cNvPr id="2" name="Image 0" descr="Imagen ilustrativa relacionada con Copilot en aplicaciones de Microsoft 365">
            <a:extLst>
              <a:ext uri="{FF2B5EF4-FFF2-40B4-BE49-F238E27FC236}">
                <a16:creationId xmlns:a16="http://schemas.microsoft.com/office/drawing/2014/main" id="{50872302-D9F3-6A8E-1C80-4C4FA146ED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  <p:sp>
        <p:nvSpPr>
          <p:cNvPr id="4" name="SecurityNote">
            <a:extLst>
              <a:ext uri="{FF2B5EF4-FFF2-40B4-BE49-F238E27FC236}">
                <a16:creationId xmlns:a16="http://schemas.microsoft.com/office/drawing/2014/main" id="{6D6F5C8E-0B42-C8E0-512B-E16ABAFB1D63}"/>
              </a:ext>
            </a:extLst>
          </p:cNvPr>
          <p:cNvSpPr/>
          <p:nvPr/>
        </p:nvSpPr>
        <p:spPr>
          <a:xfrm>
            <a:off x="975360" y="5950000"/>
            <a:ext cx="10241280" cy="680000"/>
          </a:xfrm>
          <a:prstGeom prst="roundRect">
            <a:avLst>
              <a:gd name="adj" fmla="val 16000"/>
            </a:avLst>
          </a:prstGeom>
          <a:solidFill>
            <a:srgbClr val="FEF3C7"/>
          </a:solidFill>
          <a:ln w="12700">
            <a:noFill/>
          </a:ln>
        </p:spPr>
        <p:txBody>
          <a:bodyPr wrap="square" lIns="228600" tIns="0" rIns="228600" bIns="0" anchor="ctr"/>
          <a:lstStyle/>
          <a:p>
            <a:pPr algn="ctr"/>
            <a:r>
              <a:rPr lang="es-ES" sz="1400" b="1" dirty="0">
                <a:solidFill>
                  <a:srgbClr val="92400E"/>
                </a:solidFill>
                <a:latin typeface="Segoe UI Semibold"/>
                <a:cs typeface="Segoe UI Semibold"/>
              </a:rPr>
              <a:t>💡 Recuerda: </a:t>
            </a:r>
            <a:r>
              <a:rPr lang="es-ES" sz="1400" dirty="0">
                <a:solidFill>
                  <a:srgbClr val="92400E"/>
                </a:solidFill>
                <a:latin typeface="Segoe UI"/>
                <a:cs typeface="Segoe UI"/>
              </a:rPr>
              <a:t>todas estas capacidades requieren licencia Microsoft 365 </a:t>
            </a:r>
            <a:r>
              <a:rPr lang="es-ES" sz="1400" dirty="0" err="1">
                <a:solidFill>
                  <a:srgbClr val="92400E"/>
                </a:solidFill>
                <a:latin typeface="Segoe UI"/>
                <a:cs typeface="Segoe UI"/>
              </a:rPr>
              <a:t>Copilot</a:t>
            </a:r>
            <a:r>
              <a:rPr lang="es-ES" sz="1400" dirty="0">
                <a:solidFill>
                  <a:srgbClr val="92400E"/>
                </a:solidFill>
                <a:latin typeface="Segoe UI"/>
                <a:cs typeface="Segoe UI"/>
              </a:rPr>
              <a:t> y respetan los permisos existentes de cada usuario en Microsoft Graph.</a:t>
            </a:r>
          </a:p>
        </p:txBody>
      </p:sp>
    </p:spTree>
    <p:extLst>
      <p:ext uri="{BB962C8B-B14F-4D97-AF65-F5344CB8AC3E}">
        <p14:creationId xmlns:p14="http://schemas.microsoft.com/office/powerpoint/2010/main" val="42686193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F5F3FF"/>
            </a:gs>
            <a:gs pos="100000">
              <a:srgbClr val="ECFEFF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TopStripe" descr="Franja decorativa superio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  <p:sp>
        <p:nvSpPr>
          <p:cNvPr id="9" name="Title"/>
          <p:cNvSpPr/>
          <p:nvPr/>
        </p:nvSpPr>
        <p:spPr>
          <a:xfrm>
            <a:off x="487680" y="380000"/>
            <a:ext cx="1121664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3600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Resumen — Multimodalidad en Copilot</a:t>
            </a:r>
          </a:p>
        </p:txBody>
      </p:sp>
      <p:sp>
        <p:nvSpPr>
          <p:cNvPr id="20" name="CardConclusiones"/>
          <p:cNvSpPr>
            <a:spLocks/>
          </p:cNvSpPr>
          <p:nvPr/>
        </p:nvSpPr>
        <p:spPr>
          <a:xfrm>
            <a:off x="487680" y="1180000"/>
            <a:ext cx="11216640" cy="118000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CCFBF1"/>
              </a:gs>
              <a:gs pos="100000">
                <a:srgbClr val="EDE9FE"/>
              </a:gs>
            </a:gsLst>
            <a:lin ang="0" scaled="1"/>
          </a:gradFill>
          <a:ln w="0">
            <a:noFill/>
          </a:ln>
          <a:effectLst>
            <a:outerShdw blurRad="80000" dist="20000" dir="5400000" algn="t" rotWithShape="0">
              <a:srgbClr val="0D9488">
                <a:alpha val="1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1" name="AccentBarConclusiones"/>
          <p:cNvSpPr>
            <a:spLocks/>
          </p:cNvSpPr>
          <p:nvPr/>
        </p:nvSpPr>
        <p:spPr>
          <a:xfrm>
            <a:off x="487680" y="1180000"/>
            <a:ext cx="120000" cy="1180000"/>
          </a:xfrm>
          <a:prstGeom prst="rect">
            <a:avLst/>
          </a:prstGeom>
          <a:gradFill rotWithShape="1">
            <a:gsLst>
              <a:gs pos="0">
                <a:srgbClr val="0D9488"/>
              </a:gs>
              <a:gs pos="100000">
                <a:srgbClr val="7C3AED"/>
              </a:gs>
            </a:gsLst>
            <a:lin ang="5400000" scaled="1"/>
          </a:gra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22" name="ConclusionesText"/>
          <p:cNvSpPr txBox="1">
            <a:spLocks/>
          </p:cNvSpPr>
          <p:nvPr/>
        </p:nvSpPr>
        <p:spPr>
          <a:xfrm>
            <a:off x="780000" y="1240000"/>
            <a:ext cx="10800000" cy="106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spcAft>
                <a:spcPts val="200"/>
              </a:spcAft>
              <a:buNone/>
            </a:pPr>
            <a:r>
              <a:rPr lang="es-ES" sz="1600" b="1">
                <a:solidFill>
                  <a:srgbClr val="0D9488"/>
                </a:solidFill>
                <a:latin typeface="Segoe UI Semibold"/>
                <a:ea typeface="Segoe UI Semibold"/>
                <a:cs typeface="Segoe UI Semibold"/>
              </a:rPr>
              <a:t>Conclusiones clave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es-ES" sz="140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La multimodalidad expande las posibilidades creativas: texto, imágenes, voz y audio convergen en Copilot para generar contenido coherente con tu marca y acelerar la producción.</a:t>
            </a:r>
          </a:p>
        </p:txBody>
      </p:sp>
      <p:sp>
        <p:nvSpPr>
          <p:cNvPr id="30" name="CardVisto"/>
          <p:cNvSpPr/>
          <p:nvPr/>
        </p:nvSpPr>
        <p:spPr>
          <a:xfrm>
            <a:off x="487680" y="2480000"/>
            <a:ext cx="11216640" cy="22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0">
            <a:noFill/>
          </a:ln>
          <a:effectLst>
            <a:outerShdw blurRad="80000" dist="20000" dir="5400000" algn="t" rotWithShape="0">
              <a:srgbClr val="334155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1" name="VistoText"/>
          <p:cNvSpPr txBox="1"/>
          <p:nvPr/>
        </p:nvSpPr>
        <p:spPr>
          <a:xfrm>
            <a:off x="780000" y="2570000"/>
            <a:ext cx="10800000" cy="205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spcAft>
                <a:spcPts val="300"/>
              </a:spcAft>
              <a:buNone/>
            </a:pPr>
            <a:r>
              <a:rPr lang="es-ES" sz="1600" b="1" dirty="0">
                <a:solidFill>
                  <a:srgbClr val="1E293B"/>
                </a:solidFill>
                <a:latin typeface="Segoe UI Semibold"/>
                <a:ea typeface="Segoe UI Semibold"/>
                <a:cs typeface="Segoe UI Semibold"/>
              </a:rPr>
              <a:t>Lo que hemos visto</a:t>
            </a:r>
          </a:p>
          <a:p>
            <a:pPr marL="285750" indent="-285750">
              <a:spcBef>
                <a:spcPts val="15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</a:rPr>
              <a:t>Multimodalidad en IA: texto, imágenes, voz y audio</a:t>
            </a:r>
          </a:p>
          <a:p>
            <a:pPr marL="285750" indent="-285750">
              <a:spcBef>
                <a:spcPts val="10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</a:rPr>
              <a:t>Multimodalidad en M365 </a:t>
            </a:r>
            <a:r>
              <a:rPr lang="es-ES" sz="1300" dirty="0" err="1">
                <a:solidFill>
                  <a:srgbClr val="334155"/>
                </a:solidFill>
                <a:latin typeface="Segoe UI"/>
              </a:rPr>
              <a:t>Copilot</a:t>
            </a:r>
            <a:r>
              <a:rPr lang="es-ES" sz="1300" dirty="0">
                <a:solidFill>
                  <a:srgbClr val="334155"/>
                </a:solidFill>
                <a:latin typeface="Segoe UI"/>
              </a:rPr>
              <a:t> y casos de uso reales</a:t>
            </a:r>
          </a:p>
          <a:p>
            <a:pPr marL="285750" indent="-285750">
              <a:spcBef>
                <a:spcPts val="10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 err="1">
                <a:solidFill>
                  <a:srgbClr val="334155"/>
                </a:solidFill>
                <a:latin typeface="Segoe UI"/>
              </a:rPr>
              <a:t>Create</a:t>
            </a:r>
            <a:r>
              <a:rPr lang="es-ES" sz="1300" dirty="0">
                <a:solidFill>
                  <a:srgbClr val="334155"/>
                </a:solidFill>
                <a:latin typeface="Segoe UI"/>
              </a:rPr>
              <a:t> en </a:t>
            </a:r>
            <a:r>
              <a:rPr lang="es-ES" sz="1300" dirty="0" err="1">
                <a:solidFill>
                  <a:srgbClr val="334155"/>
                </a:solidFill>
                <a:latin typeface="Segoe UI"/>
              </a:rPr>
              <a:t>Copilot</a:t>
            </a:r>
            <a:r>
              <a:rPr lang="es-ES" sz="1300" dirty="0">
                <a:solidFill>
                  <a:srgbClr val="334155"/>
                </a:solidFill>
                <a:latin typeface="Segoe UI"/>
              </a:rPr>
              <a:t> Chat para contenido visual y narrativo</a:t>
            </a:r>
          </a:p>
          <a:p>
            <a:pPr marL="285750" indent="-285750">
              <a:spcBef>
                <a:spcPts val="10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</a:rPr>
              <a:t>Kits de marca con colores, tipografías y logotipos propios</a:t>
            </a:r>
          </a:p>
          <a:p>
            <a:pPr marL="285750" indent="-285750">
              <a:spcBef>
                <a:spcPts val="10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 err="1">
                <a:solidFill>
                  <a:srgbClr val="334155"/>
                </a:solidFill>
                <a:latin typeface="Segoe UI"/>
              </a:rPr>
              <a:t>Copilot</a:t>
            </a:r>
            <a:r>
              <a:rPr lang="es-ES" sz="1300" dirty="0">
                <a:solidFill>
                  <a:srgbClr val="334155"/>
                </a:solidFill>
                <a:latin typeface="Segoe UI"/>
              </a:rPr>
              <a:t> Voice y </a:t>
            </a:r>
            <a:r>
              <a:rPr lang="es-ES" sz="1300" dirty="0" err="1">
                <a:solidFill>
                  <a:srgbClr val="334155"/>
                </a:solidFill>
                <a:latin typeface="Segoe UI"/>
              </a:rPr>
              <a:t>Copilot</a:t>
            </a:r>
            <a:r>
              <a:rPr lang="es-ES" sz="1300" dirty="0">
                <a:solidFill>
                  <a:srgbClr val="334155"/>
                </a:solidFill>
                <a:latin typeface="Segoe UI"/>
              </a:rPr>
              <a:t> en aplicaciones de Microsoft 365</a:t>
            </a:r>
          </a:p>
        </p:txBody>
      </p:sp>
      <p:sp>
        <p:nvSpPr>
          <p:cNvPr id="40" name="CardRecursos"/>
          <p:cNvSpPr/>
          <p:nvPr/>
        </p:nvSpPr>
        <p:spPr>
          <a:xfrm>
            <a:off x="487680" y="4820000"/>
            <a:ext cx="11216640" cy="1820000"/>
          </a:xfrm>
          <a:prstGeom prst="roundRect">
            <a:avLst>
              <a:gd name="adj" fmla="val 6000"/>
            </a:avLst>
          </a:prstGeom>
          <a:solidFill>
            <a:srgbClr val="1E1B4B"/>
          </a:solidFill>
          <a:ln w="0">
            <a:noFill/>
          </a:ln>
          <a:effectLst>
            <a:outerShdw blurRad="80000" dist="20000" dir="5400000" algn="t" rotWithShape="0">
              <a:srgbClr val="7C3AED">
                <a:alpha val="2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41" name="RecursosText"/>
          <p:cNvSpPr txBox="1"/>
          <p:nvPr/>
        </p:nvSpPr>
        <p:spPr>
          <a:xfrm>
            <a:off x="780000" y="4910000"/>
            <a:ext cx="10800000" cy="165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spcAft>
                <a:spcPts val="300"/>
              </a:spcAft>
              <a:buNone/>
            </a:pPr>
            <a:r>
              <a:rPr lang="es-ES" sz="1600" b="1" dirty="0">
                <a:solidFill>
                  <a:srgbClr val="C4B5FD"/>
                </a:solidFill>
                <a:latin typeface="Segoe UI Semibold"/>
                <a:ea typeface="Segoe UI Semibold"/>
                <a:cs typeface="Segoe UI Semibold"/>
              </a:rPr>
              <a:t>Recursos recomendados</a:t>
            </a:r>
          </a:p>
          <a:p>
            <a:pPr marL="285750" indent="-285750">
              <a:spcBef>
                <a:spcPts val="150"/>
              </a:spcBef>
              <a:spcAft>
                <a:spcPts val="120"/>
              </a:spcAft>
              <a:buClr>
                <a:srgbClr val="14B8A6"/>
              </a:buClr>
              <a:buFont typeface="Arial" panose="020B0604020202020204" pitchFamily="34" charset="0"/>
              <a:buChar char="▸"/>
            </a:pPr>
            <a:r>
              <a:rPr lang="es-ES" sz="1300" b="1" dirty="0">
                <a:solidFill>
                  <a:srgbClr val="F8FAFC"/>
                </a:solidFill>
                <a:latin typeface="Segoe UI"/>
              </a:rPr>
              <a:t>Microsoft </a:t>
            </a: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Designer</a:t>
            </a:r>
            <a:r>
              <a:rPr lang="es-ES" sz="1300" b="1" dirty="0">
                <a:solidFill>
                  <a:srgbClr val="F8FAFC"/>
                </a:solidFill>
                <a:latin typeface="Segoe UI"/>
              </a:rPr>
              <a:t> — </a:t>
            </a: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Create</a:t>
            </a:r>
            <a:r>
              <a:rPr lang="es-ES" sz="1300" b="1" dirty="0">
                <a:solidFill>
                  <a:srgbClr val="F8FAFC"/>
                </a:solidFill>
                <a:latin typeface="Segoe UI"/>
              </a:rPr>
              <a:t> con </a:t>
            </a: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Copilot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  ·  designer.microsoft.com</a:t>
            </a:r>
          </a:p>
          <a:p>
            <a:pPr marL="285750" indent="-285750">
              <a:spcBef>
                <a:spcPts val="120"/>
              </a:spcBef>
              <a:spcAft>
                <a:spcPts val="120"/>
              </a:spcAft>
              <a:buClr>
                <a:srgbClr val="14B8A6"/>
              </a:buClr>
              <a:buFont typeface="Arial" panose="020B0604020202020204" pitchFamily="34" charset="0"/>
              <a:buChar char="▸"/>
            </a:pPr>
            <a:r>
              <a:rPr lang="es-ES" sz="1300" b="1" dirty="0">
                <a:solidFill>
                  <a:srgbClr val="F8FAFC"/>
                </a:solidFill>
                <a:latin typeface="Segoe UI"/>
              </a:rPr>
              <a:t>Microsoft Learn — </a:t>
            </a: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Copilot</a:t>
            </a:r>
            <a:r>
              <a:rPr lang="es-ES" sz="1300" b="1" dirty="0">
                <a:solidFill>
                  <a:srgbClr val="F8FAFC"/>
                </a:solidFill>
                <a:latin typeface="Segoe UI"/>
              </a:rPr>
              <a:t> multimodal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  ·  learn.microsoft.com/</a:t>
            </a:r>
            <a:r>
              <a:rPr lang="es-ES" sz="1300" dirty="0" err="1">
                <a:solidFill>
                  <a:srgbClr val="CBD5E1"/>
                </a:solidFill>
                <a:latin typeface="Segoe UI"/>
              </a:rPr>
              <a:t>copilot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/microsoft-365/multimodal</a:t>
            </a:r>
          </a:p>
          <a:p>
            <a:pPr marL="285750" indent="-285750">
              <a:spcBef>
                <a:spcPts val="120"/>
              </a:spcBef>
              <a:spcAft>
                <a:spcPts val="120"/>
              </a:spcAft>
              <a:buClr>
                <a:srgbClr val="14B8A6"/>
              </a:buClr>
              <a:buFont typeface="Arial" panose="020B0604020202020204" pitchFamily="34" charset="0"/>
              <a:buChar char="▸"/>
            </a:pPr>
            <a:r>
              <a:rPr lang="es-ES" sz="1300" b="1" dirty="0">
                <a:solidFill>
                  <a:srgbClr val="F8FAFC"/>
                </a:solidFill>
                <a:latin typeface="Segoe UI"/>
              </a:rPr>
              <a:t>Microsoft Brand Center — Kits de marca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  ·  brandcentral.microsoft.com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B0D89CD-66F9-A698-85B7-0D58EA9FB8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3" name="Rectangle 52">
            <a:extLst>
              <a:ext uri="{FF2B5EF4-FFF2-40B4-BE49-F238E27FC236}">
                <a16:creationId xmlns:a16="http://schemas.microsoft.com/office/drawing/2014/main" id="{080494CC-38D8-D873-3891-3B55A8EBC3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B7B7A525-96D5-5CD3-E7E6-EDD93531CB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D4AB0244-D500-4384-3B2F-AD68E45D7A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303402" y="3985"/>
            <a:ext cx="9772765" cy="6858000"/>
            <a:chOff x="1303402" y="36937"/>
            <a:chExt cx="9772765" cy="6858000"/>
          </a:xfrm>
        </p:grpSpPr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B6339685-65F0-AB54-B7AF-6591A56DF18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560551" y="36937"/>
              <a:ext cx="9313016" cy="6858000"/>
            </a:xfrm>
            <a:custGeom>
              <a:avLst/>
              <a:gdLst>
                <a:gd name="connsiteX0" fmla="*/ 6993556 w 9313016"/>
                <a:gd name="connsiteY0" fmla="*/ 0 h 6858000"/>
                <a:gd name="connsiteX1" fmla="*/ 7358516 w 9313016"/>
                <a:gd name="connsiteY1" fmla="*/ 0 h 6858000"/>
                <a:gd name="connsiteX2" fmla="*/ 7475006 w 9313016"/>
                <a:gd name="connsiteY2" fmla="*/ 82722 h 6858000"/>
                <a:gd name="connsiteX3" fmla="*/ 7816357 w 9313016"/>
                <a:gd name="connsiteY3" fmla="*/ 358482 h 6858000"/>
                <a:gd name="connsiteX4" fmla="*/ 8421752 w 9313016"/>
                <a:gd name="connsiteY4" fmla="*/ 995405 h 6858000"/>
                <a:gd name="connsiteX5" fmla="*/ 8897059 w 9313016"/>
                <a:gd name="connsiteY5" fmla="*/ 1737211 h 6858000"/>
                <a:gd name="connsiteX6" fmla="*/ 9206633 w 9313016"/>
                <a:gd name="connsiteY6" fmla="*/ 2564460 h 6858000"/>
                <a:gd name="connsiteX7" fmla="*/ 9286787 w 9313016"/>
                <a:gd name="connsiteY7" fmla="*/ 3000164 h 6858000"/>
                <a:gd name="connsiteX8" fmla="*/ 9312914 w 9313016"/>
                <a:gd name="connsiteY8" fmla="*/ 3442493 h 6858000"/>
                <a:gd name="connsiteX9" fmla="*/ 9190562 w 9313016"/>
                <a:gd name="connsiteY9" fmla="*/ 4316686 h 6858000"/>
                <a:gd name="connsiteX10" fmla="*/ 9043416 w 9313016"/>
                <a:gd name="connsiteY10" fmla="*/ 4734917 h 6858000"/>
                <a:gd name="connsiteX11" fmla="*/ 8809657 w 9313016"/>
                <a:gd name="connsiteY11" fmla="*/ 5128718 h 6858000"/>
                <a:gd name="connsiteX12" fmla="*/ 8645997 w 9313016"/>
                <a:gd name="connsiteY12" fmla="*/ 5297441 h 6858000"/>
                <a:gd name="connsiteX13" fmla="*/ 8457787 w 9313016"/>
                <a:gd name="connsiteY13" fmla="*/ 5433763 h 6858000"/>
                <a:gd name="connsiteX14" fmla="*/ 8260803 w 9313016"/>
                <a:gd name="connsiteY14" fmla="*/ 5541237 h 6858000"/>
                <a:gd name="connsiteX15" fmla="*/ 8066136 w 9313016"/>
                <a:gd name="connsiteY15" fmla="*/ 5635704 h 6858000"/>
                <a:gd name="connsiteX16" fmla="*/ 7698638 w 9313016"/>
                <a:gd name="connsiteY16" fmla="*/ 5837163 h 6858000"/>
                <a:gd name="connsiteX17" fmla="*/ 7370135 w 9313016"/>
                <a:gd name="connsiteY17" fmla="*/ 6090081 h 6858000"/>
                <a:gd name="connsiteX18" fmla="*/ 7218897 w 9313016"/>
                <a:gd name="connsiteY18" fmla="*/ 6235860 h 6858000"/>
                <a:gd name="connsiteX19" fmla="*/ 7070665 w 9313016"/>
                <a:gd name="connsiteY19" fmla="*/ 6387205 h 6858000"/>
                <a:gd name="connsiteX20" fmla="*/ 6779035 w 9313016"/>
                <a:gd name="connsiteY20" fmla="*/ 6697100 h 6858000"/>
                <a:gd name="connsiteX21" fmla="*/ 6631837 w 9313016"/>
                <a:gd name="connsiteY21" fmla="*/ 6852239 h 6858000"/>
                <a:gd name="connsiteX22" fmla="*/ 6626221 w 9313016"/>
                <a:gd name="connsiteY22" fmla="*/ 6858000 h 6858000"/>
                <a:gd name="connsiteX23" fmla="*/ 6424725 w 9313016"/>
                <a:gd name="connsiteY23" fmla="*/ 6858000 h 6858000"/>
                <a:gd name="connsiteX24" fmla="*/ 6527382 w 9313016"/>
                <a:gd name="connsiteY24" fmla="*/ 6756333 h 6858000"/>
                <a:gd name="connsiteX25" fmla="*/ 6674233 w 9313016"/>
                <a:gd name="connsiteY25" fmla="*/ 6603450 h 6858000"/>
                <a:gd name="connsiteX26" fmla="*/ 6965813 w 9313016"/>
                <a:gd name="connsiteY26" fmla="*/ 6292932 h 6858000"/>
                <a:gd name="connsiteX27" fmla="*/ 7112961 w 9313016"/>
                <a:gd name="connsiteY27" fmla="*/ 6137505 h 6858000"/>
                <a:gd name="connsiteX28" fmla="*/ 7264790 w 9313016"/>
                <a:gd name="connsiteY28" fmla="*/ 5983710 h 6858000"/>
                <a:gd name="connsiteX29" fmla="*/ 7974595 w 9313016"/>
                <a:gd name="connsiteY29" fmla="*/ 5470773 h 6858000"/>
                <a:gd name="connsiteX30" fmla="*/ 8331591 w 9313016"/>
                <a:gd name="connsiteY30" fmla="*/ 5254048 h 6858000"/>
                <a:gd name="connsiteX31" fmla="*/ 8599807 w 9313016"/>
                <a:gd name="connsiteY31" fmla="*/ 4980010 h 6858000"/>
                <a:gd name="connsiteX32" fmla="*/ 8766474 w 9313016"/>
                <a:gd name="connsiteY32" fmla="*/ 4631524 h 6858000"/>
                <a:gd name="connsiteX33" fmla="*/ 8865755 w 9313016"/>
                <a:gd name="connsiteY33" fmla="*/ 4244445 h 6858000"/>
                <a:gd name="connsiteX34" fmla="*/ 8882911 w 9313016"/>
                <a:gd name="connsiteY34" fmla="*/ 4145659 h 6858000"/>
                <a:gd name="connsiteX35" fmla="*/ 8897403 w 9313016"/>
                <a:gd name="connsiteY35" fmla="*/ 4046633 h 6858000"/>
                <a:gd name="connsiteX36" fmla="*/ 8908298 w 9313016"/>
                <a:gd name="connsiteY36" fmla="*/ 3947271 h 6858000"/>
                <a:gd name="connsiteX37" fmla="*/ 8916184 w 9313016"/>
                <a:gd name="connsiteY37" fmla="*/ 3847765 h 6858000"/>
                <a:gd name="connsiteX38" fmla="*/ 8920670 w 9313016"/>
                <a:gd name="connsiteY38" fmla="*/ 3449597 h 6858000"/>
                <a:gd name="connsiteX39" fmla="*/ 8914607 w 9313016"/>
                <a:gd name="connsiteY39" fmla="*/ 3350283 h 6858000"/>
                <a:gd name="connsiteX40" fmla="*/ 8905340 w 9313016"/>
                <a:gd name="connsiteY40" fmla="*/ 3251209 h 6858000"/>
                <a:gd name="connsiteX41" fmla="*/ 8893854 w 9313016"/>
                <a:gd name="connsiteY41" fmla="*/ 3152376 h 6858000"/>
                <a:gd name="connsiteX42" fmla="*/ 8879706 w 9313016"/>
                <a:gd name="connsiteY42" fmla="*/ 3053878 h 6858000"/>
                <a:gd name="connsiteX43" fmla="*/ 8797531 w 9313016"/>
                <a:gd name="connsiteY43" fmla="*/ 2663966 h 6858000"/>
                <a:gd name="connsiteX44" fmla="*/ 8520442 w 9313016"/>
                <a:gd name="connsiteY44" fmla="*/ 1911983 h 6858000"/>
                <a:gd name="connsiteX45" fmla="*/ 8332626 w 9313016"/>
                <a:gd name="connsiteY45" fmla="*/ 1553608 h 6858000"/>
                <a:gd name="connsiteX46" fmla="*/ 8116317 w 9313016"/>
                <a:gd name="connsiteY46" fmla="*/ 1208529 h 6858000"/>
                <a:gd name="connsiteX47" fmla="*/ 7873293 w 9313016"/>
                <a:gd name="connsiteY47" fmla="*/ 878284 h 6858000"/>
                <a:gd name="connsiteX48" fmla="*/ 7604337 w 9313016"/>
                <a:gd name="connsiteY48" fmla="*/ 565125 h 6858000"/>
                <a:gd name="connsiteX49" fmla="*/ 7311128 w 9313016"/>
                <a:gd name="connsiteY49" fmla="*/ 270591 h 6858000"/>
                <a:gd name="connsiteX50" fmla="*/ 1752019 w 9313016"/>
                <a:gd name="connsiteY50" fmla="*/ 0 h 6858000"/>
                <a:gd name="connsiteX51" fmla="*/ 2155804 w 9313016"/>
                <a:gd name="connsiteY51" fmla="*/ 0 h 6858000"/>
                <a:gd name="connsiteX52" fmla="*/ 2103975 w 9313016"/>
                <a:gd name="connsiteY52" fmla="*/ 40789 h 6858000"/>
                <a:gd name="connsiteX53" fmla="*/ 1656310 w 9313016"/>
                <a:gd name="connsiteY53" fmla="*/ 470035 h 6858000"/>
                <a:gd name="connsiteX54" fmla="*/ 806013 w 9313016"/>
                <a:gd name="connsiteY54" fmla="*/ 1841133 h 6858000"/>
                <a:gd name="connsiteX55" fmla="*/ 580685 w 9313016"/>
                <a:gd name="connsiteY55" fmla="*/ 2606364 h 6858000"/>
                <a:gd name="connsiteX56" fmla="*/ 503489 w 9313016"/>
                <a:gd name="connsiteY56" fmla="*/ 3397276 h 6858000"/>
                <a:gd name="connsiteX57" fmla="*/ 570135 w 9313016"/>
                <a:gd name="connsiteY57" fmla="*/ 4188235 h 6858000"/>
                <a:gd name="connsiteX58" fmla="*/ 783387 w 9313016"/>
                <a:gd name="connsiteY58" fmla="*/ 4953850 h 6858000"/>
                <a:gd name="connsiteX59" fmla="*/ 1628014 w 9313016"/>
                <a:gd name="connsiteY59" fmla="*/ 6308245 h 6858000"/>
                <a:gd name="connsiteX60" fmla="*/ 2235998 w 9313016"/>
                <a:gd name="connsiteY60" fmla="*/ 6844829 h 6858000"/>
                <a:gd name="connsiteX61" fmla="*/ 2255028 w 9313016"/>
                <a:gd name="connsiteY61" fmla="*/ 6858000 h 6858000"/>
                <a:gd name="connsiteX62" fmla="*/ 1578787 w 9313016"/>
                <a:gd name="connsiteY62" fmla="*/ 6858000 h 6858000"/>
                <a:gd name="connsiteX63" fmla="*/ 1465153 w 9313016"/>
                <a:gd name="connsiteY63" fmla="*/ 6759050 h 6858000"/>
                <a:gd name="connsiteX64" fmla="*/ 1303650 w 9313016"/>
                <a:gd name="connsiteY64" fmla="*/ 6604267 h 6858000"/>
                <a:gd name="connsiteX65" fmla="*/ 323708 w 9313016"/>
                <a:gd name="connsiteY65" fmla="*/ 5126365 h 6858000"/>
                <a:gd name="connsiteX66" fmla="*/ 872 w 9313016"/>
                <a:gd name="connsiteY66" fmla="*/ 3391228 h 6858000"/>
                <a:gd name="connsiteX67" fmla="*/ 105428 w 9313016"/>
                <a:gd name="connsiteY67" fmla="*/ 2511899 h 6858000"/>
                <a:gd name="connsiteX68" fmla="*/ 384933 w 9313016"/>
                <a:gd name="connsiteY68" fmla="*/ 1670971 h 6858000"/>
                <a:gd name="connsiteX69" fmla="*/ 1433593 w 9313016"/>
                <a:gd name="connsiteY69" fmla="*/ 256095 h 6858000"/>
                <a:gd name="connsiteX70" fmla="*/ 1602664 w 9313016"/>
                <a:gd name="connsiteY70" fmla="*/ 11370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</a:cxnLst>
              <a:rect l="l" t="t" r="r" b="b"/>
              <a:pathLst>
                <a:path w="9313016" h="6858000">
                  <a:moveTo>
                    <a:pt x="6993556" y="0"/>
                  </a:moveTo>
                  <a:lnTo>
                    <a:pt x="7358516" y="0"/>
                  </a:lnTo>
                  <a:lnTo>
                    <a:pt x="7475006" y="82722"/>
                  </a:lnTo>
                  <a:cubicBezTo>
                    <a:pt x="7592423" y="169778"/>
                    <a:pt x="7706366" y="261748"/>
                    <a:pt x="7816357" y="358482"/>
                  </a:cubicBezTo>
                  <a:cubicBezTo>
                    <a:pt x="8036559" y="551589"/>
                    <a:pt x="8239655" y="764905"/>
                    <a:pt x="8421752" y="995405"/>
                  </a:cubicBezTo>
                  <a:cubicBezTo>
                    <a:pt x="8604736" y="1225282"/>
                    <a:pt x="8763567" y="1474646"/>
                    <a:pt x="8897059" y="1737211"/>
                  </a:cubicBezTo>
                  <a:cubicBezTo>
                    <a:pt x="9029909" y="2000162"/>
                    <a:pt x="9134317" y="2277990"/>
                    <a:pt x="9206633" y="2564460"/>
                  </a:cubicBezTo>
                  <a:cubicBezTo>
                    <a:pt x="9242322" y="2707791"/>
                    <a:pt x="9269041" y="2853474"/>
                    <a:pt x="9286787" y="3000164"/>
                  </a:cubicBezTo>
                  <a:cubicBezTo>
                    <a:pt x="9304977" y="3146856"/>
                    <a:pt x="9314097" y="3294698"/>
                    <a:pt x="9312914" y="3442493"/>
                  </a:cubicBezTo>
                  <a:cubicBezTo>
                    <a:pt x="9309906" y="3737987"/>
                    <a:pt x="9270717" y="4033288"/>
                    <a:pt x="9190562" y="4316686"/>
                  </a:cubicBezTo>
                  <a:cubicBezTo>
                    <a:pt x="9150486" y="4458240"/>
                    <a:pt x="9103951" y="4597587"/>
                    <a:pt x="9043416" y="4734917"/>
                  </a:cubicBezTo>
                  <a:cubicBezTo>
                    <a:pt x="8982980" y="4871817"/>
                    <a:pt x="8908740" y="5007131"/>
                    <a:pt x="8809657" y="5128718"/>
                  </a:cubicBezTo>
                  <a:cubicBezTo>
                    <a:pt x="8760312" y="5189247"/>
                    <a:pt x="8706137" y="5246945"/>
                    <a:pt x="8645997" y="5297441"/>
                  </a:cubicBezTo>
                  <a:cubicBezTo>
                    <a:pt x="8586252" y="5348274"/>
                    <a:pt x="8522809" y="5393730"/>
                    <a:pt x="8457787" y="5433763"/>
                  </a:cubicBezTo>
                  <a:cubicBezTo>
                    <a:pt x="8392816" y="5474132"/>
                    <a:pt x="8326219" y="5508213"/>
                    <a:pt x="8260803" y="5541237"/>
                  </a:cubicBezTo>
                  <a:cubicBezTo>
                    <a:pt x="8195289" y="5574071"/>
                    <a:pt x="8130023" y="5604838"/>
                    <a:pt x="8066136" y="5635704"/>
                  </a:cubicBezTo>
                  <a:cubicBezTo>
                    <a:pt x="7938313" y="5697433"/>
                    <a:pt x="7815222" y="5762186"/>
                    <a:pt x="7698638" y="5837163"/>
                  </a:cubicBezTo>
                  <a:cubicBezTo>
                    <a:pt x="7582449" y="5912381"/>
                    <a:pt x="7471881" y="5996094"/>
                    <a:pt x="7370135" y="6090081"/>
                  </a:cubicBezTo>
                  <a:cubicBezTo>
                    <a:pt x="7319460" y="6136593"/>
                    <a:pt x="7268881" y="6186082"/>
                    <a:pt x="7218897" y="6235860"/>
                  </a:cubicBezTo>
                  <a:cubicBezTo>
                    <a:pt x="7168763" y="6285493"/>
                    <a:pt x="7119665" y="6336229"/>
                    <a:pt x="7070665" y="6387205"/>
                  </a:cubicBezTo>
                  <a:cubicBezTo>
                    <a:pt x="6972715" y="6489208"/>
                    <a:pt x="6876195" y="6593131"/>
                    <a:pt x="6779035" y="6697100"/>
                  </a:cubicBezTo>
                  <a:cubicBezTo>
                    <a:pt x="6730379" y="6748989"/>
                    <a:pt x="6681528" y="6800878"/>
                    <a:pt x="6631837" y="6852239"/>
                  </a:cubicBezTo>
                  <a:lnTo>
                    <a:pt x="6626221" y="6858000"/>
                  </a:lnTo>
                  <a:lnTo>
                    <a:pt x="6424725" y="6858000"/>
                  </a:lnTo>
                  <a:lnTo>
                    <a:pt x="6527382" y="6756333"/>
                  </a:lnTo>
                  <a:cubicBezTo>
                    <a:pt x="6576726" y="6705932"/>
                    <a:pt x="6625480" y="6654811"/>
                    <a:pt x="6674233" y="6603450"/>
                  </a:cubicBezTo>
                  <a:cubicBezTo>
                    <a:pt x="6771788" y="6500920"/>
                    <a:pt x="6868309" y="6396757"/>
                    <a:pt x="6965813" y="6292932"/>
                  </a:cubicBezTo>
                  <a:lnTo>
                    <a:pt x="7112961" y="6137505"/>
                  </a:lnTo>
                  <a:cubicBezTo>
                    <a:pt x="7162354" y="6085808"/>
                    <a:pt x="7211945" y="6034640"/>
                    <a:pt x="7264790" y="5983710"/>
                  </a:cubicBezTo>
                  <a:cubicBezTo>
                    <a:pt x="7472373" y="5779130"/>
                    <a:pt x="7721610" y="5610648"/>
                    <a:pt x="7974595" y="5470773"/>
                  </a:cubicBezTo>
                  <a:cubicBezTo>
                    <a:pt x="8099903" y="5399395"/>
                    <a:pt x="8224127" y="5332529"/>
                    <a:pt x="8331591" y="5254048"/>
                  </a:cubicBezTo>
                  <a:cubicBezTo>
                    <a:pt x="8439351" y="5176047"/>
                    <a:pt x="8529660" y="5085949"/>
                    <a:pt x="8599807" y="4980010"/>
                  </a:cubicBezTo>
                  <a:cubicBezTo>
                    <a:pt x="8671187" y="4875128"/>
                    <a:pt x="8723982" y="4756086"/>
                    <a:pt x="8766474" y="4631524"/>
                  </a:cubicBezTo>
                  <a:cubicBezTo>
                    <a:pt x="8808968" y="4507010"/>
                    <a:pt x="8840615" y="4375872"/>
                    <a:pt x="8865755" y="4244445"/>
                  </a:cubicBezTo>
                  <a:cubicBezTo>
                    <a:pt x="8871375" y="4211468"/>
                    <a:pt x="8878129" y="4178731"/>
                    <a:pt x="8882911" y="4145659"/>
                  </a:cubicBezTo>
                  <a:lnTo>
                    <a:pt x="8897403" y="4046633"/>
                  </a:lnTo>
                  <a:lnTo>
                    <a:pt x="8908298" y="3947271"/>
                  </a:lnTo>
                  <a:cubicBezTo>
                    <a:pt x="8912389" y="3914247"/>
                    <a:pt x="8913425" y="3880886"/>
                    <a:pt x="8916184" y="3847765"/>
                  </a:cubicBezTo>
                  <a:cubicBezTo>
                    <a:pt x="8925797" y="3715091"/>
                    <a:pt x="8925945" y="3582127"/>
                    <a:pt x="8920670" y="3449597"/>
                  </a:cubicBezTo>
                  <a:lnTo>
                    <a:pt x="8914607" y="3350283"/>
                  </a:lnTo>
                  <a:cubicBezTo>
                    <a:pt x="8911995" y="3317211"/>
                    <a:pt x="8908348" y="3284233"/>
                    <a:pt x="8905340" y="3251209"/>
                  </a:cubicBezTo>
                  <a:cubicBezTo>
                    <a:pt x="8902628" y="3218185"/>
                    <a:pt x="8897551" y="3185305"/>
                    <a:pt x="8893854" y="3152376"/>
                  </a:cubicBezTo>
                  <a:cubicBezTo>
                    <a:pt x="8890305" y="3119399"/>
                    <a:pt x="8884932" y="3086662"/>
                    <a:pt x="8879706" y="3053878"/>
                  </a:cubicBezTo>
                  <a:cubicBezTo>
                    <a:pt x="8858707" y="2922835"/>
                    <a:pt x="8831249" y="2792705"/>
                    <a:pt x="8797531" y="2663966"/>
                  </a:cubicBezTo>
                  <a:cubicBezTo>
                    <a:pt x="8728616" y="2406777"/>
                    <a:pt x="8635497" y="2155109"/>
                    <a:pt x="8520442" y="1911983"/>
                  </a:cubicBezTo>
                  <a:cubicBezTo>
                    <a:pt x="8462667" y="1790541"/>
                    <a:pt x="8400112" y="1670923"/>
                    <a:pt x="8332626" y="1553608"/>
                  </a:cubicBezTo>
                  <a:cubicBezTo>
                    <a:pt x="8265683" y="1436006"/>
                    <a:pt x="8192973" y="1321188"/>
                    <a:pt x="8116317" y="1208529"/>
                  </a:cubicBezTo>
                  <a:cubicBezTo>
                    <a:pt x="8039811" y="1095776"/>
                    <a:pt x="7958079" y="986094"/>
                    <a:pt x="7873293" y="878284"/>
                  </a:cubicBezTo>
                  <a:cubicBezTo>
                    <a:pt x="7787814" y="771002"/>
                    <a:pt x="7697999" y="666551"/>
                    <a:pt x="7604337" y="565125"/>
                  </a:cubicBezTo>
                  <a:cubicBezTo>
                    <a:pt x="7510479" y="463891"/>
                    <a:pt x="7413367" y="364818"/>
                    <a:pt x="7311128" y="270591"/>
                  </a:cubicBezTo>
                  <a:close/>
                  <a:moveTo>
                    <a:pt x="1752019" y="0"/>
                  </a:moveTo>
                  <a:lnTo>
                    <a:pt x="2155804" y="0"/>
                  </a:lnTo>
                  <a:lnTo>
                    <a:pt x="2103975" y="40789"/>
                  </a:lnTo>
                  <a:cubicBezTo>
                    <a:pt x="1943592" y="173585"/>
                    <a:pt x="1793955" y="317500"/>
                    <a:pt x="1656310" y="470035"/>
                  </a:cubicBezTo>
                  <a:cubicBezTo>
                    <a:pt x="1288172" y="876939"/>
                    <a:pt x="1002998" y="1344708"/>
                    <a:pt x="806013" y="1841133"/>
                  </a:cubicBezTo>
                  <a:cubicBezTo>
                    <a:pt x="707818" y="2089538"/>
                    <a:pt x="630868" y="2345480"/>
                    <a:pt x="580685" y="2606364"/>
                  </a:cubicBezTo>
                  <a:cubicBezTo>
                    <a:pt x="530749" y="2867250"/>
                    <a:pt x="504868" y="3132119"/>
                    <a:pt x="503489" y="3397276"/>
                  </a:cubicBezTo>
                  <a:cubicBezTo>
                    <a:pt x="501467" y="3662434"/>
                    <a:pt x="524093" y="3927351"/>
                    <a:pt x="570135" y="4188235"/>
                  </a:cubicBezTo>
                  <a:cubicBezTo>
                    <a:pt x="615734" y="4449264"/>
                    <a:pt x="688642" y="4705493"/>
                    <a:pt x="783387" y="4953850"/>
                  </a:cubicBezTo>
                  <a:cubicBezTo>
                    <a:pt x="974357" y="5449796"/>
                    <a:pt x="1259630" y="5913773"/>
                    <a:pt x="1628014" y="6308245"/>
                  </a:cubicBezTo>
                  <a:cubicBezTo>
                    <a:pt x="1812182" y="6505481"/>
                    <a:pt x="2016215" y="6685052"/>
                    <a:pt x="2235998" y="6844829"/>
                  </a:cubicBezTo>
                  <a:lnTo>
                    <a:pt x="2255028" y="6858000"/>
                  </a:lnTo>
                  <a:lnTo>
                    <a:pt x="1578787" y="6858000"/>
                  </a:lnTo>
                  <a:lnTo>
                    <a:pt x="1465153" y="6759050"/>
                  </a:lnTo>
                  <a:cubicBezTo>
                    <a:pt x="1410086" y="6708726"/>
                    <a:pt x="1356236" y="6657104"/>
                    <a:pt x="1303650" y="6604267"/>
                  </a:cubicBezTo>
                  <a:cubicBezTo>
                    <a:pt x="883506" y="6181043"/>
                    <a:pt x="548150" y="5676072"/>
                    <a:pt x="323708" y="5126365"/>
                  </a:cubicBezTo>
                  <a:cubicBezTo>
                    <a:pt x="97737" y="4577139"/>
                    <a:pt x="-10958" y="3981927"/>
                    <a:pt x="872" y="3391228"/>
                  </a:cubicBezTo>
                  <a:cubicBezTo>
                    <a:pt x="5951" y="3095783"/>
                    <a:pt x="40506" y="2800528"/>
                    <a:pt x="105428" y="2511899"/>
                  </a:cubicBezTo>
                  <a:cubicBezTo>
                    <a:pt x="170104" y="2223317"/>
                    <a:pt x="262089" y="1940399"/>
                    <a:pt x="384933" y="1670971"/>
                  </a:cubicBezTo>
                  <a:cubicBezTo>
                    <a:pt x="629092" y="1131344"/>
                    <a:pt x="991955" y="646919"/>
                    <a:pt x="1433593" y="256095"/>
                  </a:cubicBezTo>
                  <a:cubicBezTo>
                    <a:pt x="1488791" y="207206"/>
                    <a:pt x="1545179" y="159733"/>
                    <a:pt x="1602664" y="11370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8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6A112A5B-CB36-8E90-606E-3ACE8F3330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59468" y="36937"/>
              <a:ext cx="9065550" cy="6858000"/>
            </a:xfrm>
            <a:custGeom>
              <a:avLst/>
              <a:gdLst>
                <a:gd name="connsiteX0" fmla="*/ 1839951 w 9065550"/>
                <a:gd name="connsiteY0" fmla="*/ 0 h 6858000"/>
                <a:gd name="connsiteX1" fmla="*/ 6979427 w 9065550"/>
                <a:gd name="connsiteY1" fmla="*/ 0 h 6858000"/>
                <a:gd name="connsiteX2" fmla="*/ 6989586 w 9065550"/>
                <a:gd name="connsiteY2" fmla="*/ 6825 h 6858000"/>
                <a:gd name="connsiteX3" fmla="*/ 8932062 w 9065550"/>
                <a:gd name="connsiteY3" fmla="*/ 4580835 h 6858000"/>
                <a:gd name="connsiteX4" fmla="*/ 7166294 w 9065550"/>
                <a:gd name="connsiteY4" fmla="*/ 6259703 h 6858000"/>
                <a:gd name="connsiteX5" fmla="*/ 6868878 w 9065550"/>
                <a:gd name="connsiteY5" fmla="*/ 6564765 h 6858000"/>
                <a:gd name="connsiteX6" fmla="*/ 6591881 w 9065550"/>
                <a:gd name="connsiteY6" fmla="*/ 6858000 h 6858000"/>
                <a:gd name="connsiteX7" fmla="*/ 5184648 w 9065550"/>
                <a:gd name="connsiteY7" fmla="*/ 6858000 h 6858000"/>
                <a:gd name="connsiteX8" fmla="*/ 5244877 w 9065550"/>
                <a:gd name="connsiteY8" fmla="*/ 6817615 h 6858000"/>
                <a:gd name="connsiteX9" fmla="*/ 6033853 w 9065550"/>
                <a:gd name="connsiteY9" fmla="*/ 6069135 h 6858000"/>
                <a:gd name="connsiteX10" fmla="*/ 6480248 w 9065550"/>
                <a:gd name="connsiteY10" fmla="*/ 5607082 h 6858000"/>
                <a:gd name="connsiteX11" fmla="*/ 7551502 w 9065550"/>
                <a:gd name="connsiteY11" fmla="*/ 4859004 h 6858000"/>
                <a:gd name="connsiteX12" fmla="*/ 7844227 w 9065550"/>
                <a:gd name="connsiteY12" fmla="*/ 4683074 h 6858000"/>
                <a:gd name="connsiteX13" fmla="*/ 8005810 w 9065550"/>
                <a:gd name="connsiteY13" fmla="*/ 4330239 h 6858000"/>
                <a:gd name="connsiteX14" fmla="*/ 8016191 w 9065550"/>
                <a:gd name="connsiteY14" fmla="*/ 2956574 h 6858000"/>
                <a:gd name="connsiteX15" fmla="*/ 7346424 w 9065550"/>
                <a:gd name="connsiteY15" fmla="*/ 1636739 h 6858000"/>
                <a:gd name="connsiteX16" fmla="*/ 5995751 w 9065550"/>
                <a:gd name="connsiteY16" fmla="*/ 493319 h 6858000"/>
                <a:gd name="connsiteX17" fmla="*/ 4494836 w 9065550"/>
                <a:gd name="connsiteY17" fmla="*/ 75383 h 6858000"/>
                <a:gd name="connsiteX18" fmla="*/ 2002499 w 9065550"/>
                <a:gd name="connsiteY18" fmla="*/ 1094261 h 6858000"/>
                <a:gd name="connsiteX19" fmla="*/ 1241306 w 9065550"/>
                <a:gd name="connsiteY19" fmla="*/ 2206935 h 6858000"/>
                <a:gd name="connsiteX20" fmla="*/ 961736 w 9065550"/>
                <a:gd name="connsiteY20" fmla="*/ 3573719 h 6858000"/>
                <a:gd name="connsiteX21" fmla="*/ 1193878 w 9065550"/>
                <a:gd name="connsiteY21" fmla="*/ 4824208 h 6858000"/>
                <a:gd name="connsiteX22" fmla="*/ 1832096 w 9065550"/>
                <a:gd name="connsiteY22" fmla="*/ 5873050 h 6858000"/>
                <a:gd name="connsiteX23" fmla="*/ 3010752 w 9065550"/>
                <a:gd name="connsiteY23" fmla="*/ 6749475 h 6858000"/>
                <a:gd name="connsiteX24" fmla="*/ 3187037 w 9065550"/>
                <a:gd name="connsiteY24" fmla="*/ 6824756 h 6858000"/>
                <a:gd name="connsiteX25" fmla="*/ 3278211 w 9065550"/>
                <a:gd name="connsiteY25" fmla="*/ 6858000 h 6858000"/>
                <a:gd name="connsiteX26" fmla="*/ 1480830 w 9065550"/>
                <a:gd name="connsiteY26" fmla="*/ 6858000 h 6858000"/>
                <a:gd name="connsiteX27" fmla="*/ 1427607 w 9065550"/>
                <a:gd name="connsiteY27" fmla="*/ 6811515 h 6858000"/>
                <a:gd name="connsiteX28" fmla="*/ 1100739 w 9065550"/>
                <a:gd name="connsiteY28" fmla="*/ 6477651 h 6858000"/>
                <a:gd name="connsiteX29" fmla="*/ 0 w 9065550"/>
                <a:gd name="connsiteY29" fmla="*/ 3573620 h 6858000"/>
                <a:gd name="connsiteX30" fmla="*/ 1805513 w 9065550"/>
                <a:gd name="connsiteY30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9065550" h="6858000">
                  <a:moveTo>
                    <a:pt x="1839951" y="0"/>
                  </a:moveTo>
                  <a:lnTo>
                    <a:pt x="6979427" y="0"/>
                  </a:lnTo>
                  <a:lnTo>
                    <a:pt x="6989586" y="6825"/>
                  </a:lnTo>
                  <a:cubicBezTo>
                    <a:pt x="8438828" y="1031353"/>
                    <a:pt x="9439169" y="2823601"/>
                    <a:pt x="8932062" y="4580835"/>
                  </a:cubicBezTo>
                  <a:cubicBezTo>
                    <a:pt x="8592517" y="5757293"/>
                    <a:pt x="7979652" y="5458140"/>
                    <a:pt x="7166294" y="6259703"/>
                  </a:cubicBezTo>
                  <a:cubicBezTo>
                    <a:pt x="7064618" y="6359905"/>
                    <a:pt x="6966014" y="6462297"/>
                    <a:pt x="6868878" y="6564765"/>
                  </a:cubicBezTo>
                  <a:lnTo>
                    <a:pt x="6591881" y="6858000"/>
                  </a:lnTo>
                  <a:lnTo>
                    <a:pt x="5184648" y="6858000"/>
                  </a:lnTo>
                  <a:lnTo>
                    <a:pt x="5244877" y="6817615"/>
                  </a:lnTo>
                  <a:cubicBezTo>
                    <a:pt x="5481027" y="6649287"/>
                    <a:pt x="5723665" y="6398593"/>
                    <a:pt x="6033853" y="6069135"/>
                  </a:cubicBezTo>
                  <a:cubicBezTo>
                    <a:pt x="6175680" y="5918484"/>
                    <a:pt x="6322395" y="5762660"/>
                    <a:pt x="6480248" y="5607082"/>
                  </a:cubicBezTo>
                  <a:cubicBezTo>
                    <a:pt x="6893276" y="5200077"/>
                    <a:pt x="7273697" y="5002920"/>
                    <a:pt x="7551502" y="4859004"/>
                  </a:cubicBezTo>
                  <a:cubicBezTo>
                    <a:pt x="7687884" y="4788339"/>
                    <a:pt x="7795540" y="4732559"/>
                    <a:pt x="7844227" y="4683074"/>
                  </a:cubicBezTo>
                  <a:cubicBezTo>
                    <a:pt x="7898759" y="4627636"/>
                    <a:pt x="7956165" y="4502313"/>
                    <a:pt x="8005810" y="4330239"/>
                  </a:cubicBezTo>
                  <a:cubicBezTo>
                    <a:pt x="8132968" y="3889611"/>
                    <a:pt x="8136446" y="3427460"/>
                    <a:pt x="8016191" y="2956574"/>
                  </a:cubicBezTo>
                  <a:cubicBezTo>
                    <a:pt x="7900876" y="2505064"/>
                    <a:pt x="7669287" y="2048671"/>
                    <a:pt x="7346424" y="1636739"/>
                  </a:cubicBezTo>
                  <a:cubicBezTo>
                    <a:pt x="6979764" y="1168830"/>
                    <a:pt x="6512706" y="773489"/>
                    <a:pt x="5995751" y="493319"/>
                  </a:cubicBezTo>
                  <a:cubicBezTo>
                    <a:pt x="5491195" y="219884"/>
                    <a:pt x="4972174" y="75383"/>
                    <a:pt x="4494836" y="75383"/>
                  </a:cubicBezTo>
                  <a:cubicBezTo>
                    <a:pt x="3554318" y="75383"/>
                    <a:pt x="2669191" y="437197"/>
                    <a:pt x="2002499" y="1094261"/>
                  </a:cubicBezTo>
                  <a:cubicBezTo>
                    <a:pt x="1676360" y="1415667"/>
                    <a:pt x="1420225" y="1790023"/>
                    <a:pt x="1241306" y="2206935"/>
                  </a:cubicBezTo>
                  <a:cubicBezTo>
                    <a:pt x="1055782" y="2639169"/>
                    <a:pt x="961736" y="3099027"/>
                    <a:pt x="961736" y="3573719"/>
                  </a:cubicBezTo>
                  <a:cubicBezTo>
                    <a:pt x="961736" y="4005124"/>
                    <a:pt x="1039805" y="4425841"/>
                    <a:pt x="1193878" y="4824208"/>
                  </a:cubicBezTo>
                  <a:cubicBezTo>
                    <a:pt x="1342457" y="5208423"/>
                    <a:pt x="1557214" y="5561306"/>
                    <a:pt x="1832096" y="5873050"/>
                  </a:cubicBezTo>
                  <a:cubicBezTo>
                    <a:pt x="2157126" y="6241599"/>
                    <a:pt x="2564661" y="6544656"/>
                    <a:pt x="3010752" y="6749475"/>
                  </a:cubicBezTo>
                  <a:cubicBezTo>
                    <a:pt x="3069003" y="6776219"/>
                    <a:pt x="3127773" y="6801314"/>
                    <a:pt x="3187037" y="6824756"/>
                  </a:cubicBezTo>
                  <a:lnTo>
                    <a:pt x="3278211" y="6858000"/>
                  </a:lnTo>
                  <a:lnTo>
                    <a:pt x="1480830" y="6858000"/>
                  </a:lnTo>
                  <a:lnTo>
                    <a:pt x="1427607" y="6811515"/>
                  </a:lnTo>
                  <a:cubicBezTo>
                    <a:pt x="1312870" y="6705919"/>
                    <a:pt x="1203751" y="6594470"/>
                    <a:pt x="1100739" y="6477651"/>
                  </a:cubicBezTo>
                  <a:cubicBezTo>
                    <a:pt x="415045" y="5700097"/>
                    <a:pt x="0" y="4684635"/>
                    <a:pt x="0" y="3573620"/>
                  </a:cubicBezTo>
                  <a:cubicBezTo>
                    <a:pt x="0" y="2121118"/>
                    <a:pt x="709459" y="831902"/>
                    <a:pt x="1805513" y="24133"/>
                  </a:cubicBezTo>
                  <a:close/>
                </a:path>
              </a:pathLst>
            </a:custGeom>
            <a:solidFill>
              <a:schemeClr val="accent1">
                <a:alpha val="8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622A1CBC-E153-D09B-4607-C6653DB03D4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48217" y="36937"/>
              <a:ext cx="9088051" cy="6858000"/>
            </a:xfrm>
            <a:custGeom>
              <a:avLst/>
              <a:gdLst>
                <a:gd name="connsiteX0" fmla="*/ 5158786 w 9088051"/>
                <a:gd name="connsiteY0" fmla="*/ 0 h 6858000"/>
                <a:gd name="connsiteX1" fmla="*/ 6996771 w 9088051"/>
                <a:gd name="connsiteY1" fmla="*/ 0 h 6858000"/>
                <a:gd name="connsiteX2" fmla="*/ 7006955 w 9088051"/>
                <a:gd name="connsiteY2" fmla="*/ 6825 h 6858000"/>
                <a:gd name="connsiteX3" fmla="*/ 8954230 w 9088051"/>
                <a:gd name="connsiteY3" fmla="*/ 4580835 h 6858000"/>
                <a:gd name="connsiteX4" fmla="*/ 7184080 w 9088051"/>
                <a:gd name="connsiteY4" fmla="*/ 6259703 h 6858000"/>
                <a:gd name="connsiteX5" fmla="*/ 6885926 w 9088051"/>
                <a:gd name="connsiteY5" fmla="*/ 6564765 h 6858000"/>
                <a:gd name="connsiteX6" fmla="*/ 6608241 w 9088051"/>
                <a:gd name="connsiteY6" fmla="*/ 6858000 h 6858000"/>
                <a:gd name="connsiteX7" fmla="*/ 5462870 w 9088051"/>
                <a:gd name="connsiteY7" fmla="*/ 6858000 h 6858000"/>
                <a:gd name="connsiteX8" fmla="*/ 5529056 w 9088051"/>
                <a:gd name="connsiteY8" fmla="*/ 6804645 h 6858000"/>
                <a:gd name="connsiteX9" fmla="*/ 6167613 w 9088051"/>
                <a:gd name="connsiteY9" fmla="*/ 6173667 h 6858000"/>
                <a:gd name="connsiteX10" fmla="*/ 6610973 w 9088051"/>
                <a:gd name="connsiteY10" fmla="*/ 5715860 h 6858000"/>
                <a:gd name="connsiteX11" fmla="*/ 7646083 w 9088051"/>
                <a:gd name="connsiteY11" fmla="*/ 4995842 h 6858000"/>
                <a:gd name="connsiteX12" fmla="*/ 7980054 w 9088051"/>
                <a:gd name="connsiteY12" fmla="*/ 4790095 h 6858000"/>
                <a:gd name="connsiteX13" fmla="*/ 8180437 w 9088051"/>
                <a:gd name="connsiteY13" fmla="*/ 4371964 h 6858000"/>
                <a:gd name="connsiteX14" fmla="*/ 8192058 w 9088051"/>
                <a:gd name="connsiteY14" fmla="*/ 2919242 h 6858000"/>
                <a:gd name="connsiteX15" fmla="*/ 7492638 w 9088051"/>
                <a:gd name="connsiteY15" fmla="*/ 1542845 h 6858000"/>
                <a:gd name="connsiteX16" fmla="*/ 6089097 w 9088051"/>
                <a:gd name="connsiteY16" fmla="*/ 357847 h 6858000"/>
                <a:gd name="connsiteX17" fmla="*/ 5288639 w 9088051"/>
                <a:gd name="connsiteY17" fmla="*/ 31627 h 6858000"/>
                <a:gd name="connsiteX18" fmla="*/ 1844517 w 9088051"/>
                <a:gd name="connsiteY18" fmla="*/ 0 h 6858000"/>
                <a:gd name="connsiteX19" fmla="*/ 3734467 w 9088051"/>
                <a:gd name="connsiteY19" fmla="*/ 0 h 6858000"/>
                <a:gd name="connsiteX20" fmla="*/ 3603618 w 9088051"/>
                <a:gd name="connsiteY20" fmla="*/ 28853 h 6858000"/>
                <a:gd name="connsiteX21" fmla="*/ 1892878 w 9088051"/>
                <a:gd name="connsiteY21" fmla="*/ 985434 h 6858000"/>
                <a:gd name="connsiteX22" fmla="*/ 1096045 w 9088051"/>
                <a:gd name="connsiteY22" fmla="*/ 2147349 h 6858000"/>
                <a:gd name="connsiteX23" fmla="*/ 803453 w 9088051"/>
                <a:gd name="connsiteY23" fmla="*/ 3573669 h 6858000"/>
                <a:gd name="connsiteX24" fmla="*/ 1046377 w 9088051"/>
                <a:gd name="connsiteY24" fmla="*/ 4878573 h 6858000"/>
                <a:gd name="connsiteX25" fmla="*/ 1714473 w 9088051"/>
                <a:gd name="connsiteY25" fmla="*/ 5973776 h 6858000"/>
                <a:gd name="connsiteX26" fmla="*/ 2776083 w 9088051"/>
                <a:gd name="connsiteY26" fmla="*/ 6804641 h 6858000"/>
                <a:gd name="connsiteX27" fmla="*/ 2884836 w 9088051"/>
                <a:gd name="connsiteY27" fmla="*/ 6858000 h 6858000"/>
                <a:gd name="connsiteX28" fmla="*/ 1484505 w 9088051"/>
                <a:gd name="connsiteY28" fmla="*/ 6858000 h 6858000"/>
                <a:gd name="connsiteX29" fmla="*/ 1431151 w 9088051"/>
                <a:gd name="connsiteY29" fmla="*/ 6811515 h 6858000"/>
                <a:gd name="connsiteX30" fmla="*/ 1103471 w 9088051"/>
                <a:gd name="connsiteY30" fmla="*/ 6477651 h 6858000"/>
                <a:gd name="connsiteX31" fmla="*/ 0 w 9088051"/>
                <a:gd name="connsiteY31" fmla="*/ 3573620 h 6858000"/>
                <a:gd name="connsiteX32" fmla="*/ 1809994 w 9088051"/>
                <a:gd name="connsiteY32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9088051" h="6858000">
                  <a:moveTo>
                    <a:pt x="5158786" y="0"/>
                  </a:moveTo>
                  <a:lnTo>
                    <a:pt x="6996771" y="0"/>
                  </a:lnTo>
                  <a:lnTo>
                    <a:pt x="7006955" y="6825"/>
                  </a:lnTo>
                  <a:cubicBezTo>
                    <a:pt x="8459794" y="1031353"/>
                    <a:pt x="9462596" y="2823601"/>
                    <a:pt x="8954230" y="4580835"/>
                  </a:cubicBezTo>
                  <a:cubicBezTo>
                    <a:pt x="8613842" y="5757293"/>
                    <a:pt x="7999457" y="5458140"/>
                    <a:pt x="7184080" y="6259703"/>
                  </a:cubicBezTo>
                  <a:cubicBezTo>
                    <a:pt x="7082152" y="6359905"/>
                    <a:pt x="6983303" y="6462297"/>
                    <a:pt x="6885926" y="6564765"/>
                  </a:cubicBezTo>
                  <a:lnTo>
                    <a:pt x="6608241" y="6858000"/>
                  </a:lnTo>
                  <a:lnTo>
                    <a:pt x="5462870" y="6858000"/>
                  </a:lnTo>
                  <a:lnTo>
                    <a:pt x="5529056" y="6804645"/>
                  </a:lnTo>
                  <a:cubicBezTo>
                    <a:pt x="5740217" y="6626505"/>
                    <a:pt x="5949382" y="6404876"/>
                    <a:pt x="6167613" y="6173667"/>
                  </a:cubicBezTo>
                  <a:cubicBezTo>
                    <a:pt x="6308782" y="6024091"/>
                    <a:pt x="6454799" y="5869390"/>
                    <a:pt x="6610973" y="5715860"/>
                  </a:cubicBezTo>
                  <a:cubicBezTo>
                    <a:pt x="7007847" y="5325741"/>
                    <a:pt x="7376733" y="5135074"/>
                    <a:pt x="7646083" y="4995842"/>
                  </a:cubicBezTo>
                  <a:cubicBezTo>
                    <a:pt x="7816858" y="4907561"/>
                    <a:pt x="7916545" y="4854514"/>
                    <a:pt x="7980054" y="4790095"/>
                  </a:cubicBezTo>
                  <a:cubicBezTo>
                    <a:pt x="8054629" y="4714405"/>
                    <a:pt x="8122031" y="4573758"/>
                    <a:pt x="8180437" y="4371964"/>
                  </a:cubicBezTo>
                  <a:cubicBezTo>
                    <a:pt x="8315441" y="3905228"/>
                    <a:pt x="8319381" y="3416431"/>
                    <a:pt x="8192058" y="2919242"/>
                  </a:cubicBezTo>
                  <a:cubicBezTo>
                    <a:pt x="8071251" y="2447381"/>
                    <a:pt x="7829388" y="1971467"/>
                    <a:pt x="7492638" y="1542845"/>
                  </a:cubicBezTo>
                  <a:cubicBezTo>
                    <a:pt x="7111829" y="1058099"/>
                    <a:pt x="6626484" y="648361"/>
                    <a:pt x="6089097" y="357847"/>
                  </a:cubicBezTo>
                  <a:cubicBezTo>
                    <a:pt x="5824244" y="214687"/>
                    <a:pt x="5554957" y="105262"/>
                    <a:pt x="5288639" y="31627"/>
                  </a:cubicBezTo>
                  <a:close/>
                  <a:moveTo>
                    <a:pt x="1844517" y="0"/>
                  </a:moveTo>
                  <a:lnTo>
                    <a:pt x="3734467" y="0"/>
                  </a:lnTo>
                  <a:lnTo>
                    <a:pt x="3603618" y="28853"/>
                  </a:lnTo>
                  <a:cubicBezTo>
                    <a:pt x="2962049" y="186733"/>
                    <a:pt x="2373277" y="513136"/>
                    <a:pt x="1892878" y="985434"/>
                  </a:cubicBezTo>
                  <a:cubicBezTo>
                    <a:pt x="1551428" y="1321091"/>
                    <a:pt x="1283341" y="1711990"/>
                    <a:pt x="1096045" y="2147349"/>
                  </a:cubicBezTo>
                  <a:cubicBezTo>
                    <a:pt x="901876" y="2598519"/>
                    <a:pt x="803453" y="3078432"/>
                    <a:pt x="803453" y="3573669"/>
                  </a:cubicBezTo>
                  <a:cubicBezTo>
                    <a:pt x="803453" y="4023717"/>
                    <a:pt x="885151" y="4462735"/>
                    <a:pt x="1046377" y="4878573"/>
                  </a:cubicBezTo>
                  <a:cubicBezTo>
                    <a:pt x="1201945" y="5279770"/>
                    <a:pt x="1426681" y="5648221"/>
                    <a:pt x="1714473" y="5973776"/>
                  </a:cubicBezTo>
                  <a:cubicBezTo>
                    <a:pt x="2012357" y="6310732"/>
                    <a:pt x="2376505" y="6595304"/>
                    <a:pt x="2776083" y="6804641"/>
                  </a:cubicBezTo>
                  <a:lnTo>
                    <a:pt x="2884836" y="6858000"/>
                  </a:lnTo>
                  <a:lnTo>
                    <a:pt x="1484505" y="6858000"/>
                  </a:lnTo>
                  <a:lnTo>
                    <a:pt x="1431151" y="6811515"/>
                  </a:lnTo>
                  <a:cubicBezTo>
                    <a:pt x="1316128" y="6705919"/>
                    <a:pt x="1206738" y="6594470"/>
                    <a:pt x="1103471" y="6477651"/>
                  </a:cubicBezTo>
                  <a:cubicBezTo>
                    <a:pt x="416075" y="5700097"/>
                    <a:pt x="0" y="4684635"/>
                    <a:pt x="0" y="3573620"/>
                  </a:cubicBezTo>
                  <a:cubicBezTo>
                    <a:pt x="0" y="2121118"/>
                    <a:pt x="711220" y="831902"/>
                    <a:pt x="1809994" y="241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2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BFF13F70-5370-D95B-A596-AB898A6808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29061" y="36937"/>
              <a:ext cx="9107210" cy="6858000"/>
            </a:xfrm>
            <a:custGeom>
              <a:avLst/>
              <a:gdLst>
                <a:gd name="connsiteX0" fmla="*/ 6184722 w 9107210"/>
                <a:gd name="connsiteY0" fmla="*/ 0 h 6858000"/>
                <a:gd name="connsiteX1" fmla="*/ 6985680 w 9107210"/>
                <a:gd name="connsiteY1" fmla="*/ 0 h 6858000"/>
                <a:gd name="connsiteX2" fmla="*/ 7324323 w 9107210"/>
                <a:gd name="connsiteY2" fmla="*/ 247136 h 6858000"/>
                <a:gd name="connsiteX3" fmla="*/ 7652712 w 9107210"/>
                <a:gd name="connsiteY3" fmla="*/ 528495 h 6858000"/>
                <a:gd name="connsiteX4" fmla="*/ 8236677 w 9107210"/>
                <a:gd name="connsiteY4" fmla="*/ 1166289 h 6858000"/>
                <a:gd name="connsiteX5" fmla="*/ 8704298 w 9107210"/>
                <a:gd name="connsiteY5" fmla="*/ 1897038 h 6858000"/>
                <a:gd name="connsiteX6" fmla="*/ 8885160 w 9107210"/>
                <a:gd name="connsiteY6" fmla="*/ 2294087 h 6858000"/>
                <a:gd name="connsiteX7" fmla="*/ 8924247 w 9107210"/>
                <a:gd name="connsiteY7" fmla="*/ 2396286 h 6858000"/>
                <a:gd name="connsiteX8" fmla="*/ 8960022 w 9107210"/>
                <a:gd name="connsiteY8" fmla="*/ 2499767 h 6858000"/>
                <a:gd name="connsiteX9" fmla="*/ 8991720 w 9107210"/>
                <a:gd name="connsiteY9" fmla="*/ 2604671 h 6858000"/>
                <a:gd name="connsiteX10" fmla="*/ 9019646 w 9107210"/>
                <a:gd name="connsiteY10" fmla="*/ 2710708 h 6858000"/>
                <a:gd name="connsiteX11" fmla="*/ 9105822 w 9107210"/>
                <a:gd name="connsiteY11" fmla="*/ 3582266 h 6858000"/>
                <a:gd name="connsiteX12" fmla="*/ 9057716 w 9107210"/>
                <a:gd name="connsiteY12" fmla="*/ 4017873 h 6858000"/>
                <a:gd name="connsiteX13" fmla="*/ 8945600 w 9107210"/>
                <a:gd name="connsiteY13" fmla="*/ 4439659 h 6858000"/>
                <a:gd name="connsiteX14" fmla="*/ 8796080 w 9107210"/>
                <a:gd name="connsiteY14" fmla="*/ 4847428 h 6858000"/>
                <a:gd name="connsiteX15" fmla="*/ 8702056 w 9107210"/>
                <a:gd name="connsiteY15" fmla="*/ 5050108 h 6858000"/>
                <a:gd name="connsiteX16" fmla="*/ 8581125 w 9107210"/>
                <a:gd name="connsiteY16" fmla="*/ 5247525 h 6858000"/>
                <a:gd name="connsiteX17" fmla="*/ 8426254 w 9107210"/>
                <a:gd name="connsiteY17" fmla="*/ 5429647 h 6858000"/>
                <a:gd name="connsiteX18" fmla="*/ 8337174 w 9107210"/>
                <a:gd name="connsiteY18" fmla="*/ 5510552 h 6858000"/>
                <a:gd name="connsiteX19" fmla="*/ 8243200 w 9107210"/>
                <a:gd name="connsiteY19" fmla="*/ 5582948 h 6858000"/>
                <a:gd name="connsiteX20" fmla="*/ 7868330 w 9107210"/>
                <a:gd name="connsiteY20" fmla="*/ 5811104 h 6858000"/>
                <a:gd name="connsiteX21" fmla="*/ 7538916 w 9107210"/>
                <a:gd name="connsiteY21" fmla="*/ 6018899 h 6858000"/>
                <a:gd name="connsiteX22" fmla="*/ 7391280 w 9107210"/>
                <a:gd name="connsiteY22" fmla="*/ 6134132 h 6858000"/>
                <a:gd name="connsiteX23" fmla="*/ 7252511 w 9107210"/>
                <a:gd name="connsiteY23" fmla="*/ 6259105 h 6858000"/>
                <a:gd name="connsiteX24" fmla="*/ 7185601 w 9107210"/>
                <a:gd name="connsiteY24" fmla="*/ 6325894 h 6858000"/>
                <a:gd name="connsiteX25" fmla="*/ 7116651 w 9107210"/>
                <a:gd name="connsiteY25" fmla="*/ 6397010 h 6858000"/>
                <a:gd name="connsiteX26" fmla="*/ 6978545 w 9107210"/>
                <a:gd name="connsiteY26" fmla="*/ 6541607 h 6858000"/>
                <a:gd name="connsiteX27" fmla="*/ 6693009 w 9107210"/>
                <a:gd name="connsiteY27" fmla="*/ 6832716 h 6858000"/>
                <a:gd name="connsiteX28" fmla="*/ 6667488 w 9107210"/>
                <a:gd name="connsiteY28" fmla="*/ 6858000 h 6858000"/>
                <a:gd name="connsiteX29" fmla="*/ 6056793 w 9107210"/>
                <a:gd name="connsiteY29" fmla="*/ 6858000 h 6858000"/>
                <a:gd name="connsiteX30" fmla="*/ 6077345 w 9107210"/>
                <a:gd name="connsiteY30" fmla="*/ 6835420 h 6858000"/>
                <a:gd name="connsiteX31" fmla="*/ 6208519 w 9107210"/>
                <a:gd name="connsiteY31" fmla="*/ 6683989 h 6858000"/>
                <a:gd name="connsiteX32" fmla="*/ 6340001 w 9107210"/>
                <a:gd name="connsiteY32" fmla="*/ 6529852 h 6858000"/>
                <a:gd name="connsiteX33" fmla="*/ 6611419 w 9107210"/>
                <a:gd name="connsiteY33" fmla="*/ 6219317 h 6858000"/>
                <a:gd name="connsiteX34" fmla="*/ 6757678 w 9107210"/>
                <a:gd name="connsiteY34" fmla="*/ 6068228 h 6858000"/>
                <a:gd name="connsiteX35" fmla="*/ 6833713 w 9107210"/>
                <a:gd name="connsiteY35" fmla="*/ 5994061 h 6858000"/>
                <a:gd name="connsiteX36" fmla="*/ 6915148 w 9107210"/>
                <a:gd name="connsiteY36" fmla="*/ 5918812 h 6858000"/>
                <a:gd name="connsiteX37" fmla="*/ 7276311 w 9107210"/>
                <a:gd name="connsiteY37" fmla="*/ 5650229 h 6858000"/>
                <a:gd name="connsiteX38" fmla="*/ 7664942 w 9107210"/>
                <a:gd name="connsiteY38" fmla="*/ 5445681 h 6858000"/>
                <a:gd name="connsiteX39" fmla="*/ 7848505 w 9107210"/>
                <a:gd name="connsiteY39" fmla="*/ 5358333 h 6858000"/>
                <a:gd name="connsiteX40" fmla="*/ 8011785 w 9107210"/>
                <a:gd name="connsiteY40" fmla="*/ 5267788 h 6858000"/>
                <a:gd name="connsiteX41" fmla="*/ 8260273 w 9107210"/>
                <a:gd name="connsiteY41" fmla="*/ 5034370 h 6858000"/>
                <a:gd name="connsiteX42" fmla="*/ 8417589 w 9107210"/>
                <a:gd name="connsiteY42" fmla="*/ 4714488 h 6858000"/>
                <a:gd name="connsiteX43" fmla="*/ 8495000 w 9107210"/>
                <a:gd name="connsiteY43" fmla="*/ 4346409 h 6858000"/>
                <a:gd name="connsiteX44" fmla="*/ 8508556 w 9107210"/>
                <a:gd name="connsiteY44" fmla="*/ 3971101 h 6858000"/>
                <a:gd name="connsiteX45" fmla="*/ 8483330 w 9107210"/>
                <a:gd name="connsiteY45" fmla="*/ 3600710 h 6858000"/>
                <a:gd name="connsiteX46" fmla="*/ 8425336 w 9107210"/>
                <a:gd name="connsiteY46" fmla="*/ 3236121 h 6858000"/>
                <a:gd name="connsiteX47" fmla="*/ 8334575 w 9107210"/>
                <a:gd name="connsiteY47" fmla="*/ 2877977 h 6858000"/>
                <a:gd name="connsiteX48" fmla="*/ 8087513 w 9107210"/>
                <a:gd name="connsiteY48" fmla="*/ 2174622 h 6858000"/>
                <a:gd name="connsiteX49" fmla="*/ 7723650 w 9107210"/>
                <a:gd name="connsiteY49" fmla="*/ 1507613 h 6858000"/>
                <a:gd name="connsiteX50" fmla="*/ 7501815 w 9107210"/>
                <a:gd name="connsiteY50" fmla="*/ 1192947 h 6858000"/>
                <a:gd name="connsiteX51" fmla="*/ 7254399 w 9107210"/>
                <a:gd name="connsiteY51" fmla="*/ 894361 h 6858000"/>
                <a:gd name="connsiteX52" fmla="*/ 6689339 w 9107210"/>
                <a:gd name="connsiteY52" fmla="*/ 354046 h 6858000"/>
                <a:gd name="connsiteX53" fmla="*/ 6206651 w 9107210"/>
                <a:gd name="connsiteY53" fmla="*/ 12626 h 6858000"/>
                <a:gd name="connsiteX54" fmla="*/ 1827105 w 9107210"/>
                <a:gd name="connsiteY54" fmla="*/ 0 h 6858000"/>
                <a:gd name="connsiteX55" fmla="*/ 2807607 w 9107210"/>
                <a:gd name="connsiteY55" fmla="*/ 0 h 6858000"/>
                <a:gd name="connsiteX56" fmla="*/ 2667958 w 9107210"/>
                <a:gd name="connsiteY56" fmla="*/ 88235 h 6858000"/>
                <a:gd name="connsiteX57" fmla="*/ 2354723 w 9107210"/>
                <a:gd name="connsiteY57" fmla="*/ 314947 h 6858000"/>
                <a:gd name="connsiteX58" fmla="*/ 2059963 w 9107210"/>
                <a:gd name="connsiteY58" fmla="*/ 561545 h 6858000"/>
                <a:gd name="connsiteX59" fmla="*/ 1780798 w 9107210"/>
                <a:gd name="connsiteY59" fmla="*/ 824425 h 6858000"/>
                <a:gd name="connsiteX60" fmla="*/ 954714 w 9107210"/>
                <a:gd name="connsiteY60" fmla="*/ 2094309 h 6858000"/>
                <a:gd name="connsiteX61" fmla="*/ 732676 w 9107210"/>
                <a:gd name="connsiteY61" fmla="*/ 2813646 h 6858000"/>
                <a:gd name="connsiteX62" fmla="*/ 673867 w 9107210"/>
                <a:gd name="connsiteY62" fmla="*/ 3183989 h 6858000"/>
                <a:gd name="connsiteX63" fmla="*/ 647621 w 9107210"/>
                <a:gd name="connsiteY63" fmla="*/ 3557281 h 6858000"/>
                <a:gd name="connsiteX64" fmla="*/ 653381 w 9107210"/>
                <a:gd name="connsiteY64" fmla="*/ 3931214 h 6858000"/>
                <a:gd name="connsiteX65" fmla="*/ 690428 w 9107210"/>
                <a:gd name="connsiteY65" fmla="*/ 4303719 h 6858000"/>
                <a:gd name="connsiteX66" fmla="*/ 871801 w 9107210"/>
                <a:gd name="connsiteY66" fmla="*/ 5033041 h 6858000"/>
                <a:gd name="connsiteX67" fmla="*/ 1197749 w 9107210"/>
                <a:gd name="connsiteY67" fmla="*/ 5718494 h 6858000"/>
                <a:gd name="connsiteX68" fmla="*/ 1411480 w 9107210"/>
                <a:gd name="connsiteY68" fmla="*/ 6036703 h 6858000"/>
                <a:gd name="connsiteX69" fmla="*/ 1530170 w 9107210"/>
                <a:gd name="connsiteY69" fmla="*/ 6188430 h 6858000"/>
                <a:gd name="connsiteX70" fmla="*/ 1657165 w 9107210"/>
                <a:gd name="connsiteY70" fmla="*/ 6335385 h 6858000"/>
                <a:gd name="connsiteX71" fmla="*/ 1931343 w 9107210"/>
                <a:gd name="connsiteY71" fmla="*/ 6612896 h 6858000"/>
                <a:gd name="connsiteX72" fmla="*/ 2220133 w 9107210"/>
                <a:gd name="connsiteY72" fmla="*/ 6858000 h 6858000"/>
                <a:gd name="connsiteX73" fmla="*/ 1539862 w 9107210"/>
                <a:gd name="connsiteY73" fmla="*/ 6858000 h 6858000"/>
                <a:gd name="connsiteX74" fmla="*/ 1307111 w 9107210"/>
                <a:gd name="connsiteY74" fmla="*/ 6648873 h 6858000"/>
                <a:gd name="connsiteX75" fmla="*/ 750258 w 9107210"/>
                <a:gd name="connsiteY75" fmla="*/ 5987570 h 6858000"/>
                <a:gd name="connsiteX76" fmla="*/ 335382 w 9107210"/>
                <a:gd name="connsiteY76" fmla="*/ 5229279 h 6858000"/>
                <a:gd name="connsiteX77" fmla="*/ 79351 w 9107210"/>
                <a:gd name="connsiteY77" fmla="*/ 4403854 h 6858000"/>
                <a:gd name="connsiteX78" fmla="*/ 16007 w 9107210"/>
                <a:gd name="connsiteY78" fmla="*/ 3975723 h 6858000"/>
                <a:gd name="connsiteX79" fmla="*/ 871 w 9107210"/>
                <a:gd name="connsiteY79" fmla="*/ 3543362 h 6858000"/>
                <a:gd name="connsiteX80" fmla="*/ 32519 w 9107210"/>
                <a:gd name="connsiteY80" fmla="*/ 3112085 h 6858000"/>
                <a:gd name="connsiteX81" fmla="*/ 108502 w 9107210"/>
                <a:gd name="connsiteY81" fmla="*/ 2686511 h 6858000"/>
                <a:gd name="connsiteX82" fmla="*/ 378239 w 9107210"/>
                <a:gd name="connsiteY82" fmla="*/ 1865955 h 6858000"/>
                <a:gd name="connsiteX83" fmla="*/ 1343701 w 9107210"/>
                <a:gd name="connsiteY83" fmla="*/ 431508 h 6858000"/>
                <a:gd name="connsiteX84" fmla="*/ 1661853 w 9107210"/>
                <a:gd name="connsiteY84" fmla="*/ 130268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</a:cxnLst>
              <a:rect l="l" t="t" r="r" b="b"/>
              <a:pathLst>
                <a:path w="9107210" h="6858000">
                  <a:moveTo>
                    <a:pt x="6184722" y="0"/>
                  </a:moveTo>
                  <a:lnTo>
                    <a:pt x="6985680" y="0"/>
                  </a:lnTo>
                  <a:lnTo>
                    <a:pt x="7324323" y="247136"/>
                  </a:lnTo>
                  <a:cubicBezTo>
                    <a:pt x="7437502" y="336500"/>
                    <a:pt x="7547171" y="430254"/>
                    <a:pt x="7652712" y="528495"/>
                  </a:cubicBezTo>
                  <a:cubicBezTo>
                    <a:pt x="7863743" y="724929"/>
                    <a:pt x="8060097" y="937593"/>
                    <a:pt x="8236677" y="1166289"/>
                  </a:cubicBezTo>
                  <a:cubicBezTo>
                    <a:pt x="8413818" y="1394594"/>
                    <a:pt x="8570168" y="1639471"/>
                    <a:pt x="8704298" y="1897038"/>
                  </a:cubicBezTo>
                  <a:cubicBezTo>
                    <a:pt x="8770803" y="2026141"/>
                    <a:pt x="8830836" y="2158786"/>
                    <a:pt x="8885160" y="2294087"/>
                  </a:cubicBezTo>
                  <a:cubicBezTo>
                    <a:pt x="8898360" y="2328071"/>
                    <a:pt x="8912169" y="2361810"/>
                    <a:pt x="8924247" y="2396286"/>
                  </a:cubicBezTo>
                  <a:lnTo>
                    <a:pt x="8960022" y="2499767"/>
                  </a:lnTo>
                  <a:lnTo>
                    <a:pt x="8991720" y="2604671"/>
                  </a:lnTo>
                  <a:cubicBezTo>
                    <a:pt x="9002116" y="2639690"/>
                    <a:pt x="9010474" y="2675346"/>
                    <a:pt x="9019646" y="2710708"/>
                  </a:cubicBezTo>
                  <a:cubicBezTo>
                    <a:pt x="9089055" y="2995079"/>
                    <a:pt x="9113620" y="3289927"/>
                    <a:pt x="9105822" y="3582266"/>
                  </a:cubicBezTo>
                  <a:cubicBezTo>
                    <a:pt x="9101796" y="3728484"/>
                    <a:pt x="9085744" y="3874458"/>
                    <a:pt x="9057716" y="4017873"/>
                  </a:cubicBezTo>
                  <a:cubicBezTo>
                    <a:pt x="9029534" y="4161336"/>
                    <a:pt x="8990497" y="4302046"/>
                    <a:pt x="8945600" y="4439659"/>
                  </a:cubicBezTo>
                  <a:cubicBezTo>
                    <a:pt x="8900857" y="4577566"/>
                    <a:pt x="8852901" y="4711784"/>
                    <a:pt x="8796080" y="4847428"/>
                  </a:cubicBezTo>
                  <a:cubicBezTo>
                    <a:pt x="8767695" y="4915152"/>
                    <a:pt x="8737016" y="4982926"/>
                    <a:pt x="8702056" y="5050108"/>
                  </a:cubicBezTo>
                  <a:cubicBezTo>
                    <a:pt x="8666485" y="5116997"/>
                    <a:pt x="8627347" y="5183687"/>
                    <a:pt x="8581125" y="5247525"/>
                  </a:cubicBezTo>
                  <a:cubicBezTo>
                    <a:pt x="8535565" y="5311660"/>
                    <a:pt x="8483534" y="5373185"/>
                    <a:pt x="8426254" y="5429647"/>
                  </a:cubicBezTo>
                  <a:cubicBezTo>
                    <a:pt x="8397512" y="5457779"/>
                    <a:pt x="8367801" y="5484879"/>
                    <a:pt x="8337174" y="5510552"/>
                  </a:cubicBezTo>
                  <a:cubicBezTo>
                    <a:pt x="8306444" y="5536077"/>
                    <a:pt x="8274899" y="5560029"/>
                    <a:pt x="8243200" y="5582948"/>
                  </a:cubicBezTo>
                  <a:cubicBezTo>
                    <a:pt x="8115543" y="5674574"/>
                    <a:pt x="7986203" y="5743233"/>
                    <a:pt x="7868330" y="5811104"/>
                  </a:cubicBezTo>
                  <a:cubicBezTo>
                    <a:pt x="7749844" y="5878385"/>
                    <a:pt x="7640685" y="5945126"/>
                    <a:pt x="7538916" y="6018899"/>
                  </a:cubicBezTo>
                  <a:cubicBezTo>
                    <a:pt x="7487749" y="6055392"/>
                    <a:pt x="7438777" y="6093950"/>
                    <a:pt x="7391280" y="6134132"/>
                  </a:cubicBezTo>
                  <a:cubicBezTo>
                    <a:pt x="7343427" y="6173921"/>
                    <a:pt x="7297511" y="6215922"/>
                    <a:pt x="7252511" y="6259105"/>
                  </a:cubicBezTo>
                  <a:cubicBezTo>
                    <a:pt x="7229784" y="6280990"/>
                    <a:pt x="7208635" y="6302433"/>
                    <a:pt x="7185601" y="6325894"/>
                  </a:cubicBezTo>
                  <a:lnTo>
                    <a:pt x="7116651" y="6397010"/>
                  </a:lnTo>
                  <a:lnTo>
                    <a:pt x="6978545" y="6541607"/>
                  </a:lnTo>
                  <a:cubicBezTo>
                    <a:pt x="6885693" y="6638397"/>
                    <a:pt x="6789885" y="6734943"/>
                    <a:pt x="6693009" y="6832716"/>
                  </a:cubicBezTo>
                  <a:lnTo>
                    <a:pt x="6667488" y="6858000"/>
                  </a:lnTo>
                  <a:lnTo>
                    <a:pt x="6056793" y="6858000"/>
                  </a:lnTo>
                  <a:lnTo>
                    <a:pt x="6077345" y="6835420"/>
                  </a:lnTo>
                  <a:cubicBezTo>
                    <a:pt x="6121427" y="6785747"/>
                    <a:pt x="6164948" y="6735090"/>
                    <a:pt x="6208519" y="6683989"/>
                  </a:cubicBezTo>
                  <a:lnTo>
                    <a:pt x="6340001" y="6529852"/>
                  </a:lnTo>
                  <a:cubicBezTo>
                    <a:pt x="6428315" y="6426667"/>
                    <a:pt x="6516733" y="6321417"/>
                    <a:pt x="6611419" y="6219317"/>
                  </a:cubicBezTo>
                  <a:cubicBezTo>
                    <a:pt x="6658864" y="6168363"/>
                    <a:pt x="6707584" y="6117950"/>
                    <a:pt x="6757678" y="6068228"/>
                  </a:cubicBezTo>
                  <a:lnTo>
                    <a:pt x="6833713" y="5994061"/>
                  </a:lnTo>
                  <a:cubicBezTo>
                    <a:pt x="6859346" y="5969422"/>
                    <a:pt x="6887579" y="5943404"/>
                    <a:pt x="6915148" y="5918812"/>
                  </a:cubicBezTo>
                  <a:cubicBezTo>
                    <a:pt x="7026295" y="5819219"/>
                    <a:pt x="7148602" y="5729117"/>
                    <a:pt x="7276311" y="5650229"/>
                  </a:cubicBezTo>
                  <a:cubicBezTo>
                    <a:pt x="7403918" y="5571046"/>
                    <a:pt x="7537794" y="5505190"/>
                    <a:pt x="7664942" y="5445681"/>
                  </a:cubicBezTo>
                  <a:cubicBezTo>
                    <a:pt x="7728491" y="5416024"/>
                    <a:pt x="7790410" y="5387449"/>
                    <a:pt x="7848505" y="5358333"/>
                  </a:cubicBezTo>
                  <a:cubicBezTo>
                    <a:pt x="7906805" y="5329315"/>
                    <a:pt x="7961843" y="5300101"/>
                    <a:pt x="8011785" y="5267788"/>
                  </a:cubicBezTo>
                  <a:cubicBezTo>
                    <a:pt x="8112281" y="5203950"/>
                    <a:pt x="8193615" y="5128111"/>
                    <a:pt x="8260273" y="5034370"/>
                  </a:cubicBezTo>
                  <a:cubicBezTo>
                    <a:pt x="8326370" y="4940776"/>
                    <a:pt x="8378657" y="4831640"/>
                    <a:pt x="8417589" y="4714488"/>
                  </a:cubicBezTo>
                  <a:cubicBezTo>
                    <a:pt x="8456372" y="4597485"/>
                    <a:pt x="8481140" y="4471332"/>
                    <a:pt x="8495000" y="4346409"/>
                  </a:cubicBezTo>
                  <a:cubicBezTo>
                    <a:pt x="8508404" y="4221044"/>
                    <a:pt x="8511359" y="4095482"/>
                    <a:pt x="8508556" y="3971101"/>
                  </a:cubicBezTo>
                  <a:cubicBezTo>
                    <a:pt x="8504530" y="3846571"/>
                    <a:pt x="8495663" y="3723222"/>
                    <a:pt x="8483330" y="3600710"/>
                  </a:cubicBezTo>
                  <a:cubicBezTo>
                    <a:pt x="8470793" y="3478148"/>
                    <a:pt x="8451888" y="3356421"/>
                    <a:pt x="8425336" y="3236121"/>
                  </a:cubicBezTo>
                  <a:cubicBezTo>
                    <a:pt x="8399091" y="3115774"/>
                    <a:pt x="8367801" y="2996655"/>
                    <a:pt x="8334575" y="2877977"/>
                  </a:cubicBezTo>
                  <a:cubicBezTo>
                    <a:pt x="8268222" y="2640772"/>
                    <a:pt x="8190100" y="2404057"/>
                    <a:pt x="8087513" y="2174622"/>
                  </a:cubicBezTo>
                  <a:cubicBezTo>
                    <a:pt x="7985081" y="1945237"/>
                    <a:pt x="7863233" y="1721900"/>
                    <a:pt x="7723650" y="1507613"/>
                  </a:cubicBezTo>
                  <a:cubicBezTo>
                    <a:pt x="7653527" y="1400692"/>
                    <a:pt x="7579684" y="1295589"/>
                    <a:pt x="7501815" y="1192947"/>
                  </a:cubicBezTo>
                  <a:cubicBezTo>
                    <a:pt x="7423844" y="1090353"/>
                    <a:pt x="7340778" y="991103"/>
                    <a:pt x="7254399" y="894361"/>
                  </a:cubicBezTo>
                  <a:cubicBezTo>
                    <a:pt x="7082047" y="700485"/>
                    <a:pt x="6893083" y="519052"/>
                    <a:pt x="6689339" y="354046"/>
                  </a:cubicBezTo>
                  <a:cubicBezTo>
                    <a:pt x="6536914" y="229775"/>
                    <a:pt x="6375602" y="115325"/>
                    <a:pt x="6206651" y="12626"/>
                  </a:cubicBezTo>
                  <a:close/>
                  <a:moveTo>
                    <a:pt x="1827105" y="0"/>
                  </a:moveTo>
                  <a:lnTo>
                    <a:pt x="2807607" y="0"/>
                  </a:lnTo>
                  <a:lnTo>
                    <a:pt x="2667958" y="88235"/>
                  </a:lnTo>
                  <a:cubicBezTo>
                    <a:pt x="2560098" y="159777"/>
                    <a:pt x="2455754" y="235690"/>
                    <a:pt x="2354723" y="314947"/>
                  </a:cubicBezTo>
                  <a:cubicBezTo>
                    <a:pt x="2253464" y="394030"/>
                    <a:pt x="2156943" y="478181"/>
                    <a:pt x="2059963" y="561545"/>
                  </a:cubicBezTo>
                  <a:cubicBezTo>
                    <a:pt x="1962831" y="644811"/>
                    <a:pt x="1868297" y="731322"/>
                    <a:pt x="1780798" y="824425"/>
                  </a:cubicBezTo>
                  <a:cubicBezTo>
                    <a:pt x="1429010" y="1195013"/>
                    <a:pt x="1148011" y="1628455"/>
                    <a:pt x="954714" y="2094309"/>
                  </a:cubicBezTo>
                  <a:cubicBezTo>
                    <a:pt x="857938" y="2327186"/>
                    <a:pt x="783229" y="2568326"/>
                    <a:pt x="732676" y="2813646"/>
                  </a:cubicBezTo>
                  <a:cubicBezTo>
                    <a:pt x="707552" y="2936307"/>
                    <a:pt x="688085" y="3059952"/>
                    <a:pt x="673867" y="3183989"/>
                  </a:cubicBezTo>
                  <a:cubicBezTo>
                    <a:pt x="660056" y="3308075"/>
                    <a:pt x="651341" y="3432605"/>
                    <a:pt x="647621" y="3557281"/>
                  </a:cubicBezTo>
                  <a:cubicBezTo>
                    <a:pt x="644411" y="3681958"/>
                    <a:pt x="645329" y="3806733"/>
                    <a:pt x="653381" y="3931214"/>
                  </a:cubicBezTo>
                  <a:cubicBezTo>
                    <a:pt x="659852" y="4055792"/>
                    <a:pt x="672949" y="4179977"/>
                    <a:pt x="690428" y="4303719"/>
                  </a:cubicBezTo>
                  <a:cubicBezTo>
                    <a:pt x="726408" y="4551057"/>
                    <a:pt x="786440" y="4795835"/>
                    <a:pt x="871801" y="5033041"/>
                  </a:cubicBezTo>
                  <a:cubicBezTo>
                    <a:pt x="957007" y="5270247"/>
                    <a:pt x="1065962" y="5500322"/>
                    <a:pt x="1197749" y="5718494"/>
                  </a:cubicBezTo>
                  <a:cubicBezTo>
                    <a:pt x="1263846" y="5827433"/>
                    <a:pt x="1334937" y="5933813"/>
                    <a:pt x="1411480" y="6036703"/>
                  </a:cubicBezTo>
                  <a:cubicBezTo>
                    <a:pt x="1449548" y="6088295"/>
                    <a:pt x="1489451" y="6138609"/>
                    <a:pt x="1530170" y="6188430"/>
                  </a:cubicBezTo>
                  <a:cubicBezTo>
                    <a:pt x="1571447" y="6238055"/>
                    <a:pt x="1613644" y="6287336"/>
                    <a:pt x="1657165" y="6335385"/>
                  </a:cubicBezTo>
                  <a:cubicBezTo>
                    <a:pt x="1744079" y="6431708"/>
                    <a:pt x="1835644" y="6524282"/>
                    <a:pt x="1931343" y="6612896"/>
                  </a:cubicBezTo>
                  <a:lnTo>
                    <a:pt x="2220133" y="6858000"/>
                  </a:lnTo>
                  <a:lnTo>
                    <a:pt x="1539862" y="6858000"/>
                  </a:lnTo>
                  <a:lnTo>
                    <a:pt x="1307111" y="6648873"/>
                  </a:lnTo>
                  <a:cubicBezTo>
                    <a:pt x="1101839" y="6448063"/>
                    <a:pt x="913180" y="6225465"/>
                    <a:pt x="750258" y="5987570"/>
                  </a:cubicBezTo>
                  <a:cubicBezTo>
                    <a:pt x="587232" y="5749281"/>
                    <a:pt x="448261" y="5494813"/>
                    <a:pt x="335382" y="5229279"/>
                  </a:cubicBezTo>
                  <a:cubicBezTo>
                    <a:pt x="222298" y="4963793"/>
                    <a:pt x="137040" y="4686652"/>
                    <a:pt x="79351" y="4403854"/>
                  </a:cubicBezTo>
                  <a:cubicBezTo>
                    <a:pt x="50150" y="4262456"/>
                    <a:pt x="29767" y="4119385"/>
                    <a:pt x="16007" y="3975723"/>
                  </a:cubicBezTo>
                  <a:cubicBezTo>
                    <a:pt x="3930" y="3831964"/>
                    <a:pt x="-2441" y="3687614"/>
                    <a:pt x="871" y="3543362"/>
                  </a:cubicBezTo>
                  <a:cubicBezTo>
                    <a:pt x="3522" y="3399160"/>
                    <a:pt x="14172" y="3255105"/>
                    <a:pt x="32519" y="3112085"/>
                  </a:cubicBezTo>
                  <a:cubicBezTo>
                    <a:pt x="50508" y="2969014"/>
                    <a:pt x="76090" y="2826925"/>
                    <a:pt x="108502" y="2686511"/>
                  </a:cubicBezTo>
                  <a:cubicBezTo>
                    <a:pt x="173019" y="2405533"/>
                    <a:pt x="263474" y="2130703"/>
                    <a:pt x="378239" y="1865955"/>
                  </a:cubicBezTo>
                  <a:cubicBezTo>
                    <a:pt x="607922" y="1336607"/>
                    <a:pt x="935706" y="848228"/>
                    <a:pt x="1343701" y="431508"/>
                  </a:cubicBezTo>
                  <a:cubicBezTo>
                    <a:pt x="1446133" y="327783"/>
                    <a:pt x="1550910" y="225926"/>
                    <a:pt x="1661853" y="130268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8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DEECE3B2-786B-F232-FEDE-064540A6A29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18434" y="36937"/>
              <a:ext cx="9747620" cy="6858000"/>
            </a:xfrm>
            <a:custGeom>
              <a:avLst/>
              <a:gdLst>
                <a:gd name="connsiteX0" fmla="*/ 7235453 w 9747620"/>
                <a:gd name="connsiteY0" fmla="*/ 0 h 6858000"/>
                <a:gd name="connsiteX1" fmla="*/ 7548130 w 9747620"/>
                <a:gd name="connsiteY1" fmla="*/ 0 h 6858000"/>
                <a:gd name="connsiteX2" fmla="*/ 7710334 w 9747620"/>
                <a:gd name="connsiteY2" fmla="*/ 111973 h 6858000"/>
                <a:gd name="connsiteX3" fmla="*/ 7889188 w 9747620"/>
                <a:gd name="connsiteY3" fmla="*/ 251542 h 6858000"/>
                <a:gd name="connsiteX4" fmla="*/ 8061828 w 9747620"/>
                <a:gd name="connsiteY4" fmla="*/ 398586 h 6858000"/>
                <a:gd name="connsiteX5" fmla="*/ 8145637 w 9747620"/>
                <a:gd name="connsiteY5" fmla="*/ 474218 h 6858000"/>
                <a:gd name="connsiteX6" fmla="*/ 8187242 w 9747620"/>
                <a:gd name="connsiteY6" fmla="*/ 512753 h 6858000"/>
                <a:gd name="connsiteX7" fmla="*/ 8228402 w 9747620"/>
                <a:gd name="connsiteY7" fmla="*/ 551575 h 6858000"/>
                <a:gd name="connsiteX8" fmla="*/ 8389211 w 9747620"/>
                <a:gd name="connsiteY8" fmla="*/ 710937 h 6858000"/>
                <a:gd name="connsiteX9" fmla="*/ 8467206 w 9747620"/>
                <a:gd name="connsiteY9" fmla="*/ 793088 h 6858000"/>
                <a:gd name="connsiteX10" fmla="*/ 8486791 w 9747620"/>
                <a:gd name="connsiteY10" fmla="*/ 814223 h 6858000"/>
                <a:gd name="connsiteX11" fmla="*/ 8505979 w 9747620"/>
                <a:gd name="connsiteY11" fmla="*/ 835409 h 6858000"/>
                <a:gd name="connsiteX12" fmla="*/ 8543509 w 9747620"/>
                <a:gd name="connsiteY12" fmla="*/ 877346 h 6858000"/>
                <a:gd name="connsiteX13" fmla="*/ 8690549 w 9747620"/>
                <a:gd name="connsiteY13" fmla="*/ 1048978 h 6858000"/>
                <a:gd name="connsiteX14" fmla="*/ 8761732 w 9747620"/>
                <a:gd name="connsiteY14" fmla="*/ 1137502 h 6858000"/>
                <a:gd name="connsiteX15" fmla="*/ 8796379 w 9747620"/>
                <a:gd name="connsiteY15" fmla="*/ 1182077 h 6858000"/>
                <a:gd name="connsiteX16" fmla="*/ 8830678 w 9747620"/>
                <a:gd name="connsiteY16" fmla="*/ 1226986 h 6858000"/>
                <a:gd name="connsiteX17" fmla="*/ 8963353 w 9747620"/>
                <a:gd name="connsiteY17" fmla="*/ 1410936 h 6858000"/>
                <a:gd name="connsiteX18" fmla="*/ 9026483 w 9747620"/>
                <a:gd name="connsiteY18" fmla="*/ 1505499 h 6858000"/>
                <a:gd name="connsiteX19" fmla="*/ 9057004 w 9747620"/>
                <a:gd name="connsiteY19" fmla="*/ 1552613 h 6858000"/>
                <a:gd name="connsiteX20" fmla="*/ 9087278 w 9747620"/>
                <a:gd name="connsiteY20" fmla="*/ 1600542 h 6858000"/>
                <a:gd name="connsiteX21" fmla="*/ 9202851 w 9747620"/>
                <a:gd name="connsiteY21" fmla="*/ 1795515 h 6858000"/>
                <a:gd name="connsiteX22" fmla="*/ 9257332 w 9747620"/>
                <a:gd name="connsiteY22" fmla="*/ 1894920 h 6858000"/>
                <a:gd name="connsiteX23" fmla="*/ 9283778 w 9747620"/>
                <a:gd name="connsiteY23" fmla="*/ 1945436 h 6858000"/>
                <a:gd name="connsiteX24" fmla="*/ 9309428 w 9747620"/>
                <a:gd name="connsiteY24" fmla="*/ 1996193 h 6858000"/>
                <a:gd name="connsiteX25" fmla="*/ 9405714 w 9747620"/>
                <a:gd name="connsiteY25" fmla="*/ 2202191 h 6858000"/>
                <a:gd name="connsiteX26" fmla="*/ 9566524 w 9747620"/>
                <a:gd name="connsiteY26" fmla="*/ 2627653 h 6858000"/>
                <a:gd name="connsiteX27" fmla="*/ 9583573 w 9747620"/>
                <a:gd name="connsiteY27" fmla="*/ 2682195 h 6858000"/>
                <a:gd name="connsiteX28" fmla="*/ 9591974 w 9747620"/>
                <a:gd name="connsiteY28" fmla="*/ 2709707 h 6858000"/>
                <a:gd name="connsiteX29" fmla="*/ 9600027 w 9747620"/>
                <a:gd name="connsiteY29" fmla="*/ 2737650 h 6858000"/>
                <a:gd name="connsiteX30" fmla="*/ 9629803 w 9747620"/>
                <a:gd name="connsiteY30" fmla="*/ 2847694 h 6858000"/>
                <a:gd name="connsiteX31" fmla="*/ 9679909 w 9747620"/>
                <a:gd name="connsiteY31" fmla="*/ 3070131 h 6858000"/>
                <a:gd name="connsiteX32" fmla="*/ 9690498 w 9747620"/>
                <a:gd name="connsiteY32" fmla="*/ 3126159 h 6858000"/>
                <a:gd name="connsiteX33" fmla="*/ 9700390 w 9747620"/>
                <a:gd name="connsiteY33" fmla="*/ 3181805 h 6858000"/>
                <a:gd name="connsiteX34" fmla="*/ 9709685 w 9747620"/>
                <a:gd name="connsiteY34" fmla="*/ 3243392 h 6858000"/>
                <a:gd name="connsiteX35" fmla="*/ 9713016 w 9747620"/>
                <a:gd name="connsiteY35" fmla="*/ 3267597 h 6858000"/>
                <a:gd name="connsiteX36" fmla="*/ 9716844 w 9747620"/>
                <a:gd name="connsiteY36" fmla="*/ 3294437 h 6858000"/>
                <a:gd name="connsiteX37" fmla="*/ 9720820 w 9747620"/>
                <a:gd name="connsiteY37" fmla="*/ 3324488 h 6858000"/>
                <a:gd name="connsiteX38" fmla="*/ 9722709 w 9747620"/>
                <a:gd name="connsiteY38" fmla="*/ 3340737 h 6858000"/>
                <a:gd name="connsiteX39" fmla="*/ 9724301 w 9747620"/>
                <a:gd name="connsiteY39" fmla="*/ 3356361 h 6858000"/>
                <a:gd name="connsiteX40" fmla="*/ 9730166 w 9747620"/>
                <a:gd name="connsiteY40" fmla="*/ 3412197 h 6858000"/>
                <a:gd name="connsiteX41" fmla="*/ 9735783 w 9747620"/>
                <a:gd name="connsiteY41" fmla="*/ 3468083 h 6858000"/>
                <a:gd name="connsiteX42" fmla="*/ 9739760 w 9747620"/>
                <a:gd name="connsiteY42" fmla="*/ 3524399 h 6858000"/>
                <a:gd name="connsiteX43" fmla="*/ 9741748 w 9747620"/>
                <a:gd name="connsiteY43" fmla="*/ 3552580 h 6858000"/>
                <a:gd name="connsiteX44" fmla="*/ 9742742 w 9747620"/>
                <a:gd name="connsiteY44" fmla="*/ 3566672 h 6858000"/>
                <a:gd name="connsiteX45" fmla="*/ 9743488 w 9747620"/>
                <a:gd name="connsiteY45" fmla="*/ 3581865 h 6858000"/>
                <a:gd name="connsiteX46" fmla="*/ 9744731 w 9747620"/>
                <a:gd name="connsiteY46" fmla="*/ 3611341 h 6858000"/>
                <a:gd name="connsiteX47" fmla="*/ 9745725 w 9747620"/>
                <a:gd name="connsiteY47" fmla="*/ 3639715 h 6858000"/>
                <a:gd name="connsiteX48" fmla="*/ 9747613 w 9747620"/>
                <a:gd name="connsiteY48" fmla="*/ 3753786 h 6858000"/>
                <a:gd name="connsiteX49" fmla="*/ 9740405 w 9747620"/>
                <a:gd name="connsiteY49" fmla="*/ 3984609 h 6858000"/>
                <a:gd name="connsiteX50" fmla="*/ 9736329 w 9747620"/>
                <a:gd name="connsiteY50" fmla="*/ 4038434 h 6858000"/>
                <a:gd name="connsiteX51" fmla="*/ 9731408 w 9747620"/>
                <a:gd name="connsiteY51" fmla="*/ 4099446 h 6858000"/>
                <a:gd name="connsiteX52" fmla="*/ 9717987 w 9747620"/>
                <a:gd name="connsiteY52" fmla="*/ 4213325 h 6858000"/>
                <a:gd name="connsiteX53" fmla="*/ 9716297 w 9747620"/>
                <a:gd name="connsiteY53" fmla="*/ 4227129 h 6858000"/>
                <a:gd name="connsiteX54" fmla="*/ 9714110 w 9747620"/>
                <a:gd name="connsiteY54" fmla="*/ 4240981 h 6858000"/>
                <a:gd name="connsiteX55" fmla="*/ 9709785 w 9747620"/>
                <a:gd name="connsiteY55" fmla="*/ 4268731 h 6858000"/>
                <a:gd name="connsiteX56" fmla="*/ 9701086 w 9747620"/>
                <a:gd name="connsiteY56" fmla="*/ 4324185 h 6858000"/>
                <a:gd name="connsiteX57" fmla="*/ 9698699 w 9747620"/>
                <a:gd name="connsiteY57" fmla="*/ 4338994 h 6858000"/>
                <a:gd name="connsiteX58" fmla="*/ 9695966 w 9747620"/>
                <a:gd name="connsiteY58" fmla="*/ 4355050 h 6858000"/>
                <a:gd name="connsiteX59" fmla="*/ 9690299 w 9747620"/>
                <a:gd name="connsiteY59" fmla="*/ 4385054 h 6858000"/>
                <a:gd name="connsiteX60" fmla="*/ 9679909 w 9747620"/>
                <a:gd name="connsiteY60" fmla="*/ 4437919 h 6858000"/>
                <a:gd name="connsiteX61" fmla="*/ 9673647 w 9747620"/>
                <a:gd name="connsiteY61" fmla="*/ 4468162 h 6858000"/>
                <a:gd name="connsiteX62" fmla="*/ 9667532 w 9747620"/>
                <a:gd name="connsiteY62" fmla="*/ 4496296 h 6858000"/>
                <a:gd name="connsiteX63" fmla="*/ 9654658 w 9747620"/>
                <a:gd name="connsiteY63" fmla="*/ 4552277 h 6858000"/>
                <a:gd name="connsiteX64" fmla="*/ 9625876 w 9747620"/>
                <a:gd name="connsiteY64" fmla="*/ 4664478 h 6858000"/>
                <a:gd name="connsiteX65" fmla="*/ 9552803 w 9747620"/>
                <a:gd name="connsiteY65" fmla="*/ 4888737 h 6858000"/>
                <a:gd name="connsiteX66" fmla="*/ 9452639 w 9747620"/>
                <a:gd name="connsiteY66" fmla="*/ 5110934 h 6858000"/>
                <a:gd name="connsiteX67" fmla="*/ 9388017 w 9747620"/>
                <a:gd name="connsiteY67" fmla="*/ 5220020 h 6858000"/>
                <a:gd name="connsiteX68" fmla="*/ 9370073 w 9747620"/>
                <a:gd name="connsiteY68" fmla="*/ 5246811 h 6858000"/>
                <a:gd name="connsiteX69" fmla="*/ 9360926 w 9747620"/>
                <a:gd name="connsiteY69" fmla="*/ 5260040 h 6858000"/>
                <a:gd name="connsiteX70" fmla="*/ 9351829 w 9747620"/>
                <a:gd name="connsiteY70" fmla="*/ 5272646 h 6858000"/>
                <a:gd name="connsiteX71" fmla="*/ 9313305 w 9747620"/>
                <a:gd name="connsiteY71" fmla="*/ 5323881 h 6858000"/>
                <a:gd name="connsiteX72" fmla="*/ 9130375 w 9747620"/>
                <a:gd name="connsiteY72" fmla="*/ 5510802 h 6858000"/>
                <a:gd name="connsiteX73" fmla="*/ 9028422 w 9747620"/>
                <a:gd name="connsiteY73" fmla="*/ 5588878 h 6858000"/>
                <a:gd name="connsiteX74" fmla="*/ 9002424 w 9747620"/>
                <a:gd name="connsiteY74" fmla="*/ 5606707 h 6858000"/>
                <a:gd name="connsiteX75" fmla="*/ 8976525 w 9747620"/>
                <a:gd name="connsiteY75" fmla="*/ 5623866 h 6858000"/>
                <a:gd name="connsiteX76" fmla="*/ 8924181 w 9747620"/>
                <a:gd name="connsiteY76" fmla="*/ 5656793 h 6858000"/>
                <a:gd name="connsiteX77" fmla="*/ 8717291 w 9747620"/>
                <a:gd name="connsiteY77" fmla="*/ 5771582 h 6858000"/>
                <a:gd name="connsiteX78" fmla="*/ 8617129 w 9747620"/>
                <a:gd name="connsiteY78" fmla="*/ 5823105 h 6858000"/>
                <a:gd name="connsiteX79" fmla="*/ 8518207 w 9747620"/>
                <a:gd name="connsiteY79" fmla="*/ 5873671 h 6858000"/>
                <a:gd name="connsiteX80" fmla="*/ 8150558 w 9747620"/>
                <a:gd name="connsiteY80" fmla="*/ 6086761 h 6858000"/>
                <a:gd name="connsiteX81" fmla="*/ 7979410 w 9747620"/>
                <a:gd name="connsiteY81" fmla="*/ 6207158 h 6858000"/>
                <a:gd name="connsiteX82" fmla="*/ 7938300 w 9747620"/>
                <a:gd name="connsiteY82" fmla="*/ 6238887 h 6858000"/>
                <a:gd name="connsiteX83" fmla="*/ 7897936 w 9747620"/>
                <a:gd name="connsiteY83" fmla="*/ 6271286 h 6858000"/>
                <a:gd name="connsiteX84" fmla="*/ 7858367 w 9747620"/>
                <a:gd name="connsiteY84" fmla="*/ 6304357 h 6858000"/>
                <a:gd name="connsiteX85" fmla="*/ 7819048 w 9747620"/>
                <a:gd name="connsiteY85" fmla="*/ 6338770 h 6858000"/>
                <a:gd name="connsiteX86" fmla="*/ 7778882 w 9747620"/>
                <a:gd name="connsiteY86" fmla="*/ 6374477 h 6858000"/>
                <a:gd name="connsiteX87" fmla="*/ 7739563 w 9747620"/>
                <a:gd name="connsiteY87" fmla="*/ 6410328 h 6858000"/>
                <a:gd name="connsiteX88" fmla="*/ 7660824 w 9747620"/>
                <a:gd name="connsiteY88" fmla="*/ 6484138 h 6858000"/>
                <a:gd name="connsiteX89" fmla="*/ 7502302 w 9747620"/>
                <a:gd name="connsiteY89" fmla="*/ 6636360 h 6858000"/>
                <a:gd name="connsiteX90" fmla="*/ 7273394 w 9747620"/>
                <a:gd name="connsiteY90" fmla="*/ 6858000 h 6858000"/>
                <a:gd name="connsiteX91" fmla="*/ 6780690 w 9747620"/>
                <a:gd name="connsiteY91" fmla="*/ 6858000 h 6858000"/>
                <a:gd name="connsiteX92" fmla="*/ 6854939 w 9747620"/>
                <a:gd name="connsiteY92" fmla="*/ 6783597 h 6858000"/>
                <a:gd name="connsiteX93" fmla="*/ 6932087 w 9747620"/>
                <a:gd name="connsiteY93" fmla="*/ 6705809 h 6858000"/>
                <a:gd name="connsiteX94" fmla="*/ 7241130 w 9747620"/>
                <a:gd name="connsiteY94" fmla="*/ 6390965 h 6858000"/>
                <a:gd name="connsiteX95" fmla="*/ 7397564 w 9747620"/>
                <a:gd name="connsiteY95" fmla="*/ 6233087 h 6858000"/>
                <a:gd name="connsiteX96" fmla="*/ 7478142 w 9747620"/>
                <a:gd name="connsiteY96" fmla="*/ 6153670 h 6858000"/>
                <a:gd name="connsiteX97" fmla="*/ 7519600 w 9747620"/>
                <a:gd name="connsiteY97" fmla="*/ 6113937 h 6858000"/>
                <a:gd name="connsiteX98" fmla="*/ 7561207 w 9747620"/>
                <a:gd name="connsiteY98" fmla="*/ 6075067 h 6858000"/>
                <a:gd name="connsiteX99" fmla="*/ 7604204 w 9747620"/>
                <a:gd name="connsiteY99" fmla="*/ 6035526 h 6858000"/>
                <a:gd name="connsiteX100" fmla="*/ 7648644 w 9747620"/>
                <a:gd name="connsiteY100" fmla="*/ 5996416 h 6858000"/>
                <a:gd name="connsiteX101" fmla="*/ 7693830 w 9747620"/>
                <a:gd name="connsiteY101" fmla="*/ 5958264 h 6858000"/>
                <a:gd name="connsiteX102" fmla="*/ 7739662 w 9747620"/>
                <a:gd name="connsiteY102" fmla="*/ 5921073 h 6858000"/>
                <a:gd name="connsiteX103" fmla="*/ 7928458 w 9747620"/>
                <a:gd name="connsiteY103" fmla="*/ 5781025 h 6858000"/>
                <a:gd name="connsiteX104" fmla="*/ 8325882 w 9747620"/>
                <a:gd name="connsiteY104" fmla="*/ 5537450 h 6858000"/>
                <a:gd name="connsiteX105" fmla="*/ 8424555 w 9747620"/>
                <a:gd name="connsiteY105" fmla="*/ 5484106 h 6858000"/>
                <a:gd name="connsiteX106" fmla="*/ 8521737 w 9747620"/>
                <a:gd name="connsiteY106" fmla="*/ 5431289 h 6858000"/>
                <a:gd name="connsiteX107" fmla="*/ 8702677 w 9747620"/>
                <a:gd name="connsiteY107" fmla="*/ 5325942 h 6858000"/>
                <a:gd name="connsiteX108" fmla="*/ 8743986 w 9747620"/>
                <a:gd name="connsiteY108" fmla="*/ 5298717 h 6858000"/>
                <a:gd name="connsiteX109" fmla="*/ 8764167 w 9747620"/>
                <a:gd name="connsiteY109" fmla="*/ 5284723 h 6858000"/>
                <a:gd name="connsiteX110" fmla="*/ 8783704 w 9747620"/>
                <a:gd name="connsiteY110" fmla="*/ 5270679 h 6858000"/>
                <a:gd name="connsiteX111" fmla="*/ 8856776 w 9747620"/>
                <a:gd name="connsiteY111" fmla="*/ 5212399 h 6858000"/>
                <a:gd name="connsiteX112" fmla="*/ 8979856 w 9747620"/>
                <a:gd name="connsiteY112" fmla="*/ 5082081 h 6858000"/>
                <a:gd name="connsiteX113" fmla="*/ 9006699 w 9747620"/>
                <a:gd name="connsiteY113" fmla="*/ 5044984 h 6858000"/>
                <a:gd name="connsiteX114" fmla="*/ 9013509 w 9747620"/>
                <a:gd name="connsiteY114" fmla="*/ 5035254 h 6858000"/>
                <a:gd name="connsiteX115" fmla="*/ 9019773 w 9747620"/>
                <a:gd name="connsiteY115" fmla="*/ 5025812 h 6858000"/>
                <a:gd name="connsiteX116" fmla="*/ 9032050 w 9747620"/>
                <a:gd name="connsiteY116" fmla="*/ 5006833 h 6858000"/>
                <a:gd name="connsiteX117" fmla="*/ 9077733 w 9747620"/>
                <a:gd name="connsiteY117" fmla="*/ 4926839 h 6858000"/>
                <a:gd name="connsiteX118" fmla="*/ 9154285 w 9747620"/>
                <a:gd name="connsiteY118" fmla="*/ 4750223 h 6858000"/>
                <a:gd name="connsiteX119" fmla="*/ 9213936 w 9747620"/>
                <a:gd name="connsiteY119" fmla="*/ 4559945 h 6858000"/>
                <a:gd name="connsiteX120" fmla="*/ 9238592 w 9747620"/>
                <a:gd name="connsiteY120" fmla="*/ 4461357 h 6858000"/>
                <a:gd name="connsiteX121" fmla="*/ 9249776 w 9747620"/>
                <a:gd name="connsiteY121" fmla="*/ 4411319 h 6858000"/>
                <a:gd name="connsiteX122" fmla="*/ 9255046 w 9747620"/>
                <a:gd name="connsiteY122" fmla="*/ 4386299 h 6858000"/>
                <a:gd name="connsiteX123" fmla="*/ 9259718 w 9747620"/>
                <a:gd name="connsiteY123" fmla="*/ 4363342 h 6858000"/>
                <a:gd name="connsiteX124" fmla="*/ 9269959 w 9747620"/>
                <a:gd name="connsiteY124" fmla="*/ 4309566 h 6858000"/>
                <a:gd name="connsiteX125" fmla="*/ 9274233 w 9747620"/>
                <a:gd name="connsiteY125" fmla="*/ 4286176 h 6858000"/>
                <a:gd name="connsiteX126" fmla="*/ 9276022 w 9747620"/>
                <a:gd name="connsiteY126" fmla="*/ 4275489 h 6858000"/>
                <a:gd name="connsiteX127" fmla="*/ 9277861 w 9747620"/>
                <a:gd name="connsiteY127" fmla="*/ 4263506 h 6858000"/>
                <a:gd name="connsiteX128" fmla="*/ 9286014 w 9747620"/>
                <a:gd name="connsiteY128" fmla="*/ 4211696 h 6858000"/>
                <a:gd name="connsiteX129" fmla="*/ 9290092 w 9747620"/>
                <a:gd name="connsiteY129" fmla="*/ 4185767 h 6858000"/>
                <a:gd name="connsiteX130" fmla="*/ 9292128 w 9747620"/>
                <a:gd name="connsiteY130" fmla="*/ 4172826 h 6858000"/>
                <a:gd name="connsiteX131" fmla="*/ 9293720 w 9747620"/>
                <a:gd name="connsiteY131" fmla="*/ 4159693 h 6858000"/>
                <a:gd name="connsiteX132" fmla="*/ 9305650 w 9747620"/>
                <a:gd name="connsiteY132" fmla="*/ 4057941 h 6858000"/>
                <a:gd name="connsiteX133" fmla="*/ 9309378 w 9747620"/>
                <a:gd name="connsiteY133" fmla="*/ 4010779 h 6858000"/>
                <a:gd name="connsiteX134" fmla="*/ 9313454 w 9747620"/>
                <a:gd name="connsiteY134" fmla="*/ 3956428 h 6858000"/>
                <a:gd name="connsiteX135" fmla="*/ 9320811 w 9747620"/>
                <a:gd name="connsiteY135" fmla="*/ 3753546 h 6858000"/>
                <a:gd name="connsiteX136" fmla="*/ 9319617 w 9747620"/>
                <a:gd name="connsiteY136" fmla="*/ 3650643 h 6858000"/>
                <a:gd name="connsiteX137" fmla="*/ 9318176 w 9747620"/>
                <a:gd name="connsiteY137" fmla="*/ 3600030 h 6858000"/>
                <a:gd name="connsiteX138" fmla="*/ 9317778 w 9747620"/>
                <a:gd name="connsiteY138" fmla="*/ 3588096 h 6858000"/>
                <a:gd name="connsiteX139" fmla="*/ 9316983 w 9747620"/>
                <a:gd name="connsiteY139" fmla="*/ 3575107 h 6858000"/>
                <a:gd name="connsiteX140" fmla="*/ 9315443 w 9747620"/>
                <a:gd name="connsiteY140" fmla="*/ 3549130 h 6858000"/>
                <a:gd name="connsiteX141" fmla="*/ 9312311 w 9747620"/>
                <a:gd name="connsiteY141" fmla="*/ 3497176 h 6858000"/>
                <a:gd name="connsiteX142" fmla="*/ 9307587 w 9747620"/>
                <a:gd name="connsiteY142" fmla="*/ 3445029 h 6858000"/>
                <a:gd name="connsiteX143" fmla="*/ 9302618 w 9747620"/>
                <a:gd name="connsiteY143" fmla="*/ 3392835 h 6858000"/>
                <a:gd name="connsiteX144" fmla="*/ 9301574 w 9747620"/>
                <a:gd name="connsiteY144" fmla="*/ 3381476 h 6858000"/>
                <a:gd name="connsiteX145" fmla="*/ 9300430 w 9747620"/>
                <a:gd name="connsiteY145" fmla="*/ 3370740 h 6858000"/>
                <a:gd name="connsiteX146" fmla="*/ 9297547 w 9747620"/>
                <a:gd name="connsiteY146" fmla="*/ 3346966 h 6858000"/>
                <a:gd name="connsiteX147" fmla="*/ 9294017 w 9747620"/>
                <a:gd name="connsiteY147" fmla="*/ 3320030 h 6858000"/>
                <a:gd name="connsiteX148" fmla="*/ 9290439 w 9747620"/>
                <a:gd name="connsiteY148" fmla="*/ 3290410 h 6858000"/>
                <a:gd name="connsiteX149" fmla="*/ 9284275 w 9747620"/>
                <a:gd name="connsiteY149" fmla="*/ 3244544 h 6858000"/>
                <a:gd name="connsiteX150" fmla="*/ 9275974 w 9747620"/>
                <a:gd name="connsiteY150" fmla="*/ 3193116 h 6858000"/>
                <a:gd name="connsiteX151" fmla="*/ 9267224 w 9747620"/>
                <a:gd name="connsiteY151" fmla="*/ 3142264 h 6858000"/>
                <a:gd name="connsiteX152" fmla="*/ 9225320 w 9747620"/>
                <a:gd name="connsiteY152" fmla="*/ 2939909 h 6858000"/>
                <a:gd name="connsiteX153" fmla="*/ 9200466 w 9747620"/>
                <a:gd name="connsiteY153" fmla="*/ 2839449 h 6858000"/>
                <a:gd name="connsiteX154" fmla="*/ 9193953 w 9747620"/>
                <a:gd name="connsiteY154" fmla="*/ 2814958 h 6858000"/>
                <a:gd name="connsiteX155" fmla="*/ 9186993 w 9747620"/>
                <a:gd name="connsiteY155" fmla="*/ 2790276 h 6858000"/>
                <a:gd name="connsiteX156" fmla="*/ 9172628 w 9747620"/>
                <a:gd name="connsiteY156" fmla="*/ 2740621 h 6858000"/>
                <a:gd name="connsiteX157" fmla="*/ 9035082 w 9747620"/>
                <a:gd name="connsiteY157" fmla="*/ 2347463 h 6858000"/>
                <a:gd name="connsiteX158" fmla="*/ 8952118 w 9747620"/>
                <a:gd name="connsiteY158" fmla="*/ 2155413 h 6858000"/>
                <a:gd name="connsiteX159" fmla="*/ 8929948 w 9747620"/>
                <a:gd name="connsiteY159" fmla="*/ 2107915 h 6858000"/>
                <a:gd name="connsiteX160" fmla="*/ 8907429 w 9747620"/>
                <a:gd name="connsiteY160" fmla="*/ 2060753 h 6858000"/>
                <a:gd name="connsiteX161" fmla="*/ 8860404 w 9747620"/>
                <a:gd name="connsiteY161" fmla="*/ 1966478 h 6858000"/>
                <a:gd name="connsiteX162" fmla="*/ 8760788 w 9747620"/>
                <a:gd name="connsiteY162" fmla="*/ 1780274 h 6858000"/>
                <a:gd name="connsiteX163" fmla="*/ 8734740 w 9747620"/>
                <a:gd name="connsiteY163" fmla="*/ 1734311 h 6858000"/>
                <a:gd name="connsiteX164" fmla="*/ 8708046 w 9747620"/>
                <a:gd name="connsiteY164" fmla="*/ 1687963 h 6858000"/>
                <a:gd name="connsiteX165" fmla="*/ 8654062 w 9747620"/>
                <a:gd name="connsiteY165" fmla="*/ 1597234 h 6858000"/>
                <a:gd name="connsiteX166" fmla="*/ 8540278 w 9747620"/>
                <a:gd name="connsiteY166" fmla="*/ 1418077 h 6858000"/>
                <a:gd name="connsiteX167" fmla="*/ 8510701 w 9747620"/>
                <a:gd name="connsiteY167" fmla="*/ 1373695 h 6858000"/>
                <a:gd name="connsiteX168" fmla="*/ 8480676 w 9747620"/>
                <a:gd name="connsiteY168" fmla="*/ 1329457 h 6858000"/>
                <a:gd name="connsiteX169" fmla="*/ 8419782 w 9747620"/>
                <a:gd name="connsiteY169" fmla="*/ 1242275 h 6858000"/>
                <a:gd name="connsiteX170" fmla="*/ 8292478 w 9747620"/>
                <a:gd name="connsiteY170" fmla="*/ 1069875 h 6858000"/>
                <a:gd name="connsiteX171" fmla="*/ 8259620 w 9747620"/>
                <a:gd name="connsiteY171" fmla="*/ 1027123 h 6858000"/>
                <a:gd name="connsiteX172" fmla="*/ 8243416 w 9747620"/>
                <a:gd name="connsiteY172" fmla="*/ 1006130 h 6858000"/>
                <a:gd name="connsiteX173" fmla="*/ 8227110 w 9747620"/>
                <a:gd name="connsiteY173" fmla="*/ 985473 h 6858000"/>
                <a:gd name="connsiteX174" fmla="*/ 8159604 w 9747620"/>
                <a:gd name="connsiteY174" fmla="*/ 902029 h 6858000"/>
                <a:gd name="connsiteX175" fmla="*/ 8020022 w 9747620"/>
                <a:gd name="connsiteY175" fmla="*/ 738209 h 6858000"/>
                <a:gd name="connsiteX176" fmla="*/ 7984182 w 9747620"/>
                <a:gd name="connsiteY176" fmla="*/ 697901 h 6858000"/>
                <a:gd name="connsiteX177" fmla="*/ 7948043 w 9747620"/>
                <a:gd name="connsiteY177" fmla="*/ 657976 h 6858000"/>
                <a:gd name="connsiteX178" fmla="*/ 7874324 w 9747620"/>
                <a:gd name="connsiteY178" fmla="*/ 578607 h 6858000"/>
                <a:gd name="connsiteX179" fmla="*/ 7723308 w 9747620"/>
                <a:gd name="connsiteY179" fmla="*/ 424085 h 6858000"/>
                <a:gd name="connsiteX180" fmla="*/ 7565532 w 9747620"/>
                <a:gd name="connsiteY180" fmla="*/ 275602 h 6858000"/>
                <a:gd name="connsiteX181" fmla="*/ 1832515 w 9747620"/>
                <a:gd name="connsiteY181" fmla="*/ 0 h 6858000"/>
                <a:gd name="connsiteX182" fmla="*/ 2158449 w 9747620"/>
                <a:gd name="connsiteY182" fmla="*/ 0 h 6858000"/>
                <a:gd name="connsiteX183" fmla="*/ 2108797 w 9747620"/>
                <a:gd name="connsiteY183" fmla="*/ 37845 h 6858000"/>
                <a:gd name="connsiteX184" fmla="*/ 1942830 w 9747620"/>
                <a:gd name="connsiteY184" fmla="*/ 177587 h 6858000"/>
                <a:gd name="connsiteX185" fmla="*/ 1633191 w 9747620"/>
                <a:gd name="connsiteY185" fmla="*/ 477909 h 6858000"/>
                <a:gd name="connsiteX186" fmla="*/ 702686 w 9747620"/>
                <a:gd name="connsiteY186" fmla="*/ 1889935 h 6858000"/>
                <a:gd name="connsiteX187" fmla="*/ 551769 w 9747620"/>
                <a:gd name="connsiteY187" fmla="*/ 2281416 h 6858000"/>
                <a:gd name="connsiteX188" fmla="*/ 438383 w 9747620"/>
                <a:gd name="connsiteY188" fmla="*/ 2682772 h 6858000"/>
                <a:gd name="connsiteX189" fmla="*/ 397124 w 9747620"/>
                <a:gd name="connsiteY189" fmla="*/ 2887044 h 6858000"/>
                <a:gd name="connsiteX190" fmla="*/ 365658 w 9747620"/>
                <a:gd name="connsiteY190" fmla="*/ 3093424 h 6858000"/>
                <a:gd name="connsiteX191" fmla="*/ 332105 w 9747620"/>
                <a:gd name="connsiteY191" fmla="*/ 3509828 h 6858000"/>
                <a:gd name="connsiteX192" fmla="*/ 383653 w 9747620"/>
                <a:gd name="connsiteY192" fmla="*/ 4346327 h 6858000"/>
                <a:gd name="connsiteX193" fmla="*/ 422327 w 9747620"/>
                <a:gd name="connsiteY193" fmla="*/ 4552900 h 6858000"/>
                <a:gd name="connsiteX194" fmla="*/ 472184 w 9747620"/>
                <a:gd name="connsiteY194" fmla="*/ 4757939 h 6858000"/>
                <a:gd name="connsiteX195" fmla="*/ 533078 w 9747620"/>
                <a:gd name="connsiteY195" fmla="*/ 4960916 h 6858000"/>
                <a:gd name="connsiteX196" fmla="*/ 604710 w 9747620"/>
                <a:gd name="connsiteY196" fmla="*/ 5160875 h 6858000"/>
                <a:gd name="connsiteX197" fmla="*/ 996766 w 9747620"/>
                <a:gd name="connsiteY197" fmla="*/ 5920640 h 6858000"/>
                <a:gd name="connsiteX198" fmla="*/ 1549183 w 9747620"/>
                <a:gd name="connsiteY198" fmla="*/ 6586417 h 6858000"/>
                <a:gd name="connsiteX199" fmla="*/ 1709890 w 9747620"/>
                <a:gd name="connsiteY199" fmla="*/ 6734063 h 6858000"/>
                <a:gd name="connsiteX200" fmla="*/ 1859761 w 9747620"/>
                <a:gd name="connsiteY200" fmla="*/ 6858000 h 6858000"/>
                <a:gd name="connsiteX201" fmla="*/ 1671798 w 9747620"/>
                <a:gd name="connsiteY201" fmla="*/ 6858000 h 6858000"/>
                <a:gd name="connsiteX202" fmla="*/ 1628044 w 9747620"/>
                <a:gd name="connsiteY202" fmla="*/ 6822717 h 6858000"/>
                <a:gd name="connsiteX203" fmla="*/ 1459756 w 9747620"/>
                <a:gd name="connsiteY203" fmla="*/ 6674223 h 6858000"/>
                <a:gd name="connsiteX204" fmla="*/ 402543 w 9747620"/>
                <a:gd name="connsiteY204" fmla="*/ 5241588 h 6858000"/>
                <a:gd name="connsiteX205" fmla="*/ 311923 w 9747620"/>
                <a:gd name="connsiteY205" fmla="*/ 5036741 h 6858000"/>
                <a:gd name="connsiteX206" fmla="*/ 232140 w 9747620"/>
                <a:gd name="connsiteY206" fmla="*/ 4827483 h 6858000"/>
                <a:gd name="connsiteX207" fmla="*/ 163392 w 9747620"/>
                <a:gd name="connsiteY207" fmla="*/ 4613913 h 6858000"/>
                <a:gd name="connsiteX208" fmla="*/ 106823 w 9747620"/>
                <a:gd name="connsiteY208" fmla="*/ 4396365 h 6858000"/>
                <a:gd name="connsiteX209" fmla="*/ 29326 w 9747620"/>
                <a:gd name="connsiteY209" fmla="*/ 3954702 h 6858000"/>
                <a:gd name="connsiteX210" fmla="*/ 8647 w 9747620"/>
                <a:gd name="connsiteY210" fmla="*/ 3730971 h 6858000"/>
                <a:gd name="connsiteX211" fmla="*/ 2880 w 9747620"/>
                <a:gd name="connsiteY211" fmla="*/ 3618674 h 6858000"/>
                <a:gd name="connsiteX212" fmla="*/ 296 w 9747620"/>
                <a:gd name="connsiteY212" fmla="*/ 3506425 h 6858000"/>
                <a:gd name="connsiteX213" fmla="*/ 20030 w 9747620"/>
                <a:gd name="connsiteY213" fmla="*/ 3056711 h 6858000"/>
                <a:gd name="connsiteX214" fmla="*/ 48664 w 9747620"/>
                <a:gd name="connsiteY214" fmla="*/ 2832980 h 6858000"/>
                <a:gd name="connsiteX215" fmla="*/ 89922 w 9747620"/>
                <a:gd name="connsiteY215" fmla="*/ 2610639 h 6858000"/>
                <a:gd name="connsiteX216" fmla="*/ 211163 w 9747620"/>
                <a:gd name="connsiteY216" fmla="*/ 2174343 h 6858000"/>
                <a:gd name="connsiteX217" fmla="*/ 379129 w 9747620"/>
                <a:gd name="connsiteY217" fmla="*/ 1754393 h 6858000"/>
                <a:gd name="connsiteX218" fmla="*/ 841424 w 9747620"/>
                <a:gd name="connsiteY218" fmla="*/ 976270 h 6858000"/>
                <a:gd name="connsiteX219" fmla="*/ 1130234 w 9747620"/>
                <a:gd name="connsiteY219" fmla="*/ 625768 h 6858000"/>
                <a:gd name="connsiteX220" fmla="*/ 1452897 w 9747620"/>
                <a:gd name="connsiteY220" fmla="*/ 305748 h 6858000"/>
                <a:gd name="connsiteX221" fmla="*/ 1805682 w 9747620"/>
                <a:gd name="connsiteY221" fmla="*/ 18752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</a:cxnLst>
              <a:rect l="l" t="t" r="r" b="b"/>
              <a:pathLst>
                <a:path w="9747620" h="6858000">
                  <a:moveTo>
                    <a:pt x="7235453" y="0"/>
                  </a:moveTo>
                  <a:lnTo>
                    <a:pt x="7548130" y="0"/>
                  </a:lnTo>
                  <a:lnTo>
                    <a:pt x="7710334" y="111973"/>
                  </a:lnTo>
                  <a:cubicBezTo>
                    <a:pt x="7770781" y="157314"/>
                    <a:pt x="7830282" y="203517"/>
                    <a:pt x="7889188" y="251542"/>
                  </a:cubicBezTo>
                  <a:cubicBezTo>
                    <a:pt x="7947894" y="299470"/>
                    <a:pt x="8005557" y="348453"/>
                    <a:pt x="8061828" y="398586"/>
                  </a:cubicBezTo>
                  <a:cubicBezTo>
                    <a:pt x="8090013" y="423605"/>
                    <a:pt x="8117948" y="448816"/>
                    <a:pt x="8145637" y="474218"/>
                  </a:cubicBezTo>
                  <a:cubicBezTo>
                    <a:pt x="8159506" y="486918"/>
                    <a:pt x="8173375" y="499764"/>
                    <a:pt x="8187242" y="512753"/>
                  </a:cubicBezTo>
                  <a:lnTo>
                    <a:pt x="8228402" y="551575"/>
                  </a:lnTo>
                  <a:cubicBezTo>
                    <a:pt x="8283082" y="603577"/>
                    <a:pt x="8336569" y="656778"/>
                    <a:pt x="8389211" y="710937"/>
                  </a:cubicBezTo>
                  <a:cubicBezTo>
                    <a:pt x="8415458" y="738065"/>
                    <a:pt x="8441455" y="765432"/>
                    <a:pt x="8467206" y="793088"/>
                  </a:cubicBezTo>
                  <a:lnTo>
                    <a:pt x="8486791" y="814223"/>
                  </a:lnTo>
                  <a:lnTo>
                    <a:pt x="8505979" y="835409"/>
                  </a:lnTo>
                  <a:lnTo>
                    <a:pt x="8543509" y="877346"/>
                  </a:lnTo>
                  <a:cubicBezTo>
                    <a:pt x="8593418" y="933423"/>
                    <a:pt x="8642579" y="990601"/>
                    <a:pt x="8690549" y="1048978"/>
                  </a:cubicBezTo>
                  <a:cubicBezTo>
                    <a:pt x="8714558" y="1078168"/>
                    <a:pt x="8738368" y="1107644"/>
                    <a:pt x="8761732" y="1137502"/>
                  </a:cubicBezTo>
                  <a:lnTo>
                    <a:pt x="8796379" y="1182077"/>
                  </a:lnTo>
                  <a:lnTo>
                    <a:pt x="8830678" y="1226986"/>
                  </a:lnTo>
                  <a:cubicBezTo>
                    <a:pt x="8876112" y="1287185"/>
                    <a:pt x="8920304" y="1348532"/>
                    <a:pt x="8963353" y="1410936"/>
                  </a:cubicBezTo>
                  <a:cubicBezTo>
                    <a:pt x="8984727" y="1442137"/>
                    <a:pt x="9005954" y="1473915"/>
                    <a:pt x="9026483" y="1505499"/>
                  </a:cubicBezTo>
                  <a:lnTo>
                    <a:pt x="9057004" y="1552613"/>
                  </a:lnTo>
                  <a:cubicBezTo>
                    <a:pt x="9067245" y="1568525"/>
                    <a:pt x="9077336" y="1584534"/>
                    <a:pt x="9087278" y="1600542"/>
                  </a:cubicBezTo>
                  <a:cubicBezTo>
                    <a:pt x="9127145" y="1664766"/>
                    <a:pt x="9165966" y="1729613"/>
                    <a:pt x="9202851" y="1795515"/>
                  </a:cubicBezTo>
                  <a:cubicBezTo>
                    <a:pt x="9221342" y="1828491"/>
                    <a:pt x="9239437" y="1861417"/>
                    <a:pt x="9257332" y="1894920"/>
                  </a:cubicBezTo>
                  <a:lnTo>
                    <a:pt x="9283778" y="1945436"/>
                  </a:lnTo>
                  <a:lnTo>
                    <a:pt x="9309428" y="1996193"/>
                  </a:lnTo>
                  <a:cubicBezTo>
                    <a:pt x="9343280" y="2064013"/>
                    <a:pt x="9375491" y="2132695"/>
                    <a:pt x="9405714" y="2202191"/>
                  </a:cubicBezTo>
                  <a:cubicBezTo>
                    <a:pt x="9466260" y="2341183"/>
                    <a:pt x="9520493" y="2483053"/>
                    <a:pt x="9566524" y="2627653"/>
                  </a:cubicBezTo>
                  <a:cubicBezTo>
                    <a:pt x="9572289" y="2645675"/>
                    <a:pt x="9578056" y="2663792"/>
                    <a:pt x="9583573" y="2682195"/>
                  </a:cubicBezTo>
                  <a:lnTo>
                    <a:pt x="9591974" y="2709707"/>
                  </a:lnTo>
                  <a:lnTo>
                    <a:pt x="9600027" y="2737650"/>
                  </a:lnTo>
                  <a:cubicBezTo>
                    <a:pt x="9610416" y="2774171"/>
                    <a:pt x="9620358" y="2810884"/>
                    <a:pt x="9629803" y="2847694"/>
                  </a:cubicBezTo>
                  <a:cubicBezTo>
                    <a:pt x="9648692" y="2921312"/>
                    <a:pt x="9665196" y="2995506"/>
                    <a:pt x="9679909" y="3070131"/>
                  </a:cubicBezTo>
                  <a:cubicBezTo>
                    <a:pt x="9683587" y="3088775"/>
                    <a:pt x="9687118" y="3107418"/>
                    <a:pt x="9690498" y="3126159"/>
                  </a:cubicBezTo>
                  <a:lnTo>
                    <a:pt x="9700390" y="3181805"/>
                  </a:lnTo>
                  <a:cubicBezTo>
                    <a:pt x="9703670" y="3201120"/>
                    <a:pt x="9706952" y="3222112"/>
                    <a:pt x="9709685" y="3243392"/>
                  </a:cubicBezTo>
                  <a:lnTo>
                    <a:pt x="9713016" y="3267597"/>
                  </a:lnTo>
                  <a:lnTo>
                    <a:pt x="9716844" y="3294437"/>
                  </a:lnTo>
                  <a:cubicBezTo>
                    <a:pt x="9718186" y="3303926"/>
                    <a:pt x="9719527" y="3313895"/>
                    <a:pt x="9720820" y="3324488"/>
                  </a:cubicBezTo>
                  <a:lnTo>
                    <a:pt x="9722709" y="3340737"/>
                  </a:lnTo>
                  <a:lnTo>
                    <a:pt x="9724301" y="3356361"/>
                  </a:lnTo>
                  <a:lnTo>
                    <a:pt x="9730166" y="3412197"/>
                  </a:lnTo>
                  <a:cubicBezTo>
                    <a:pt x="9732005" y="3430842"/>
                    <a:pt x="9734291" y="3449342"/>
                    <a:pt x="9735783" y="3468083"/>
                  </a:cubicBezTo>
                  <a:lnTo>
                    <a:pt x="9739760" y="3524399"/>
                  </a:lnTo>
                  <a:lnTo>
                    <a:pt x="9741748" y="3552580"/>
                  </a:lnTo>
                  <a:lnTo>
                    <a:pt x="9742742" y="3566672"/>
                  </a:lnTo>
                  <a:lnTo>
                    <a:pt x="9743488" y="3581865"/>
                  </a:lnTo>
                  <a:lnTo>
                    <a:pt x="9744731" y="3611341"/>
                  </a:lnTo>
                  <a:lnTo>
                    <a:pt x="9745725" y="3639715"/>
                  </a:lnTo>
                  <a:cubicBezTo>
                    <a:pt x="9746868" y="3677579"/>
                    <a:pt x="9747514" y="3715587"/>
                    <a:pt x="9747613" y="3753786"/>
                  </a:cubicBezTo>
                  <a:cubicBezTo>
                    <a:pt x="9747763" y="3830232"/>
                    <a:pt x="9745675" y="3906870"/>
                    <a:pt x="9740405" y="3984609"/>
                  </a:cubicBezTo>
                  <a:lnTo>
                    <a:pt x="9736329" y="4038434"/>
                  </a:lnTo>
                  <a:cubicBezTo>
                    <a:pt x="9735087" y="4055976"/>
                    <a:pt x="9733794" y="4076346"/>
                    <a:pt x="9731408" y="4099446"/>
                  </a:cubicBezTo>
                  <a:lnTo>
                    <a:pt x="9717987" y="4213325"/>
                  </a:lnTo>
                  <a:cubicBezTo>
                    <a:pt x="9717441" y="4217926"/>
                    <a:pt x="9716943" y="4222527"/>
                    <a:pt x="9716297" y="4227129"/>
                  </a:cubicBezTo>
                  <a:lnTo>
                    <a:pt x="9714110" y="4240981"/>
                  </a:lnTo>
                  <a:lnTo>
                    <a:pt x="9709785" y="4268731"/>
                  </a:lnTo>
                  <a:lnTo>
                    <a:pt x="9701086" y="4324185"/>
                  </a:lnTo>
                  <a:lnTo>
                    <a:pt x="9698699" y="4338994"/>
                  </a:lnTo>
                  <a:lnTo>
                    <a:pt x="9695966" y="4355050"/>
                  </a:lnTo>
                  <a:cubicBezTo>
                    <a:pt x="9694077" y="4365547"/>
                    <a:pt x="9692188" y="4375516"/>
                    <a:pt x="9690299" y="4385054"/>
                  </a:cubicBezTo>
                  <a:lnTo>
                    <a:pt x="9679909" y="4437919"/>
                  </a:lnTo>
                  <a:cubicBezTo>
                    <a:pt x="9677871" y="4448320"/>
                    <a:pt x="9675735" y="4458097"/>
                    <a:pt x="9673647" y="4468162"/>
                  </a:cubicBezTo>
                  <a:lnTo>
                    <a:pt x="9667532" y="4496296"/>
                  </a:lnTo>
                  <a:cubicBezTo>
                    <a:pt x="9663406" y="4514941"/>
                    <a:pt x="9659081" y="4533585"/>
                    <a:pt x="9654658" y="4552277"/>
                  </a:cubicBezTo>
                  <a:cubicBezTo>
                    <a:pt x="9645760" y="4589613"/>
                    <a:pt x="9636265" y="4627045"/>
                    <a:pt x="9625876" y="4664478"/>
                  </a:cubicBezTo>
                  <a:cubicBezTo>
                    <a:pt x="9605048" y="4739247"/>
                    <a:pt x="9581088" y="4814303"/>
                    <a:pt x="9552803" y="4888737"/>
                  </a:cubicBezTo>
                  <a:cubicBezTo>
                    <a:pt x="9524668" y="4962930"/>
                    <a:pt x="9492109" y="5037459"/>
                    <a:pt x="9452639" y="5110934"/>
                  </a:cubicBezTo>
                  <a:cubicBezTo>
                    <a:pt x="9432905" y="5147695"/>
                    <a:pt x="9411431" y="5184169"/>
                    <a:pt x="9388017" y="5220020"/>
                  </a:cubicBezTo>
                  <a:cubicBezTo>
                    <a:pt x="9382201" y="5228982"/>
                    <a:pt x="9376236" y="5237945"/>
                    <a:pt x="9370073" y="5246811"/>
                  </a:cubicBezTo>
                  <a:lnTo>
                    <a:pt x="9360926" y="5260040"/>
                  </a:lnTo>
                  <a:lnTo>
                    <a:pt x="9351829" y="5272646"/>
                  </a:lnTo>
                  <a:cubicBezTo>
                    <a:pt x="9339700" y="5289468"/>
                    <a:pt x="9327174" y="5306387"/>
                    <a:pt x="9313305" y="5323881"/>
                  </a:cubicBezTo>
                  <a:cubicBezTo>
                    <a:pt x="9258625" y="5393042"/>
                    <a:pt x="9196489" y="5455445"/>
                    <a:pt x="9130375" y="5510802"/>
                  </a:cubicBezTo>
                  <a:cubicBezTo>
                    <a:pt x="9097319" y="5538505"/>
                    <a:pt x="9063268" y="5564530"/>
                    <a:pt x="9028422" y="5588878"/>
                  </a:cubicBezTo>
                  <a:cubicBezTo>
                    <a:pt x="9019723" y="5595109"/>
                    <a:pt x="9011074" y="5600909"/>
                    <a:pt x="9002424" y="5606707"/>
                  </a:cubicBezTo>
                  <a:cubicBezTo>
                    <a:pt x="8993774" y="5612603"/>
                    <a:pt x="8985124" y="5618211"/>
                    <a:pt x="8976525" y="5623866"/>
                  </a:cubicBezTo>
                  <a:cubicBezTo>
                    <a:pt x="8959277" y="5635130"/>
                    <a:pt x="8941629" y="5646201"/>
                    <a:pt x="8924181" y="5656793"/>
                  </a:cubicBezTo>
                  <a:cubicBezTo>
                    <a:pt x="8854291" y="5699259"/>
                    <a:pt x="8784946" y="5736451"/>
                    <a:pt x="8717291" y="5771582"/>
                  </a:cubicBezTo>
                  <a:lnTo>
                    <a:pt x="8617129" y="5823105"/>
                  </a:lnTo>
                  <a:lnTo>
                    <a:pt x="8518207" y="5873671"/>
                  </a:lnTo>
                  <a:cubicBezTo>
                    <a:pt x="8391200" y="5939188"/>
                    <a:pt x="8267922" y="6009788"/>
                    <a:pt x="8150558" y="6086761"/>
                  </a:cubicBezTo>
                  <a:cubicBezTo>
                    <a:pt x="8091901" y="6125248"/>
                    <a:pt x="8034736" y="6165317"/>
                    <a:pt x="7979410" y="6207158"/>
                  </a:cubicBezTo>
                  <a:cubicBezTo>
                    <a:pt x="7965739" y="6217750"/>
                    <a:pt x="7951771" y="6228103"/>
                    <a:pt x="7938300" y="6238887"/>
                  </a:cubicBezTo>
                  <a:lnTo>
                    <a:pt x="7897936" y="6271286"/>
                  </a:lnTo>
                  <a:lnTo>
                    <a:pt x="7858367" y="6304357"/>
                  </a:lnTo>
                  <a:lnTo>
                    <a:pt x="7819048" y="6338770"/>
                  </a:lnTo>
                  <a:cubicBezTo>
                    <a:pt x="7804882" y="6351232"/>
                    <a:pt x="7792105" y="6362591"/>
                    <a:pt x="7778882" y="6374477"/>
                  </a:cubicBezTo>
                  <a:lnTo>
                    <a:pt x="7739563" y="6410328"/>
                  </a:lnTo>
                  <a:cubicBezTo>
                    <a:pt x="7713366" y="6434485"/>
                    <a:pt x="7687168" y="6459120"/>
                    <a:pt x="7660824" y="6484138"/>
                  </a:cubicBezTo>
                  <a:lnTo>
                    <a:pt x="7502302" y="6636360"/>
                  </a:lnTo>
                  <a:lnTo>
                    <a:pt x="7273394" y="6858000"/>
                  </a:lnTo>
                  <a:lnTo>
                    <a:pt x="6780690" y="6858000"/>
                  </a:lnTo>
                  <a:lnTo>
                    <a:pt x="6854939" y="6783597"/>
                  </a:lnTo>
                  <a:cubicBezTo>
                    <a:pt x="6880688" y="6757810"/>
                    <a:pt x="6906338" y="6732265"/>
                    <a:pt x="6932087" y="6705809"/>
                  </a:cubicBezTo>
                  <a:lnTo>
                    <a:pt x="7241130" y="6390965"/>
                  </a:lnTo>
                  <a:lnTo>
                    <a:pt x="7397564" y="6233087"/>
                  </a:lnTo>
                  <a:cubicBezTo>
                    <a:pt x="7424009" y="6206679"/>
                    <a:pt x="7450802" y="6180175"/>
                    <a:pt x="7478142" y="6153670"/>
                  </a:cubicBezTo>
                  <a:lnTo>
                    <a:pt x="7519600" y="6113937"/>
                  </a:lnTo>
                  <a:cubicBezTo>
                    <a:pt x="7533469" y="6100805"/>
                    <a:pt x="7547934" y="6087288"/>
                    <a:pt x="7561207" y="6075067"/>
                  </a:cubicBezTo>
                  <a:lnTo>
                    <a:pt x="7604204" y="6035526"/>
                  </a:lnTo>
                  <a:lnTo>
                    <a:pt x="7648644" y="5996416"/>
                  </a:lnTo>
                  <a:cubicBezTo>
                    <a:pt x="7663608" y="5983570"/>
                    <a:pt x="7678768" y="5971013"/>
                    <a:pt x="7693830" y="5958264"/>
                  </a:cubicBezTo>
                  <a:cubicBezTo>
                    <a:pt x="7708942" y="5945611"/>
                    <a:pt x="7724352" y="5933485"/>
                    <a:pt x="7739662" y="5921073"/>
                  </a:cubicBezTo>
                  <a:cubicBezTo>
                    <a:pt x="7801154" y="5872088"/>
                    <a:pt x="7864234" y="5825502"/>
                    <a:pt x="7928458" y="5781025"/>
                  </a:cubicBezTo>
                  <a:cubicBezTo>
                    <a:pt x="8057005" y="5692164"/>
                    <a:pt x="8190077" y="5611500"/>
                    <a:pt x="8325882" y="5537450"/>
                  </a:cubicBezTo>
                  <a:lnTo>
                    <a:pt x="8424555" y="5484106"/>
                  </a:lnTo>
                  <a:lnTo>
                    <a:pt x="8521737" y="5431289"/>
                  </a:lnTo>
                  <a:cubicBezTo>
                    <a:pt x="8585315" y="5396349"/>
                    <a:pt x="8646456" y="5361840"/>
                    <a:pt x="8702677" y="5325942"/>
                  </a:cubicBezTo>
                  <a:cubicBezTo>
                    <a:pt x="8716795" y="5316931"/>
                    <a:pt x="8730365" y="5308017"/>
                    <a:pt x="8743986" y="5298717"/>
                  </a:cubicBezTo>
                  <a:cubicBezTo>
                    <a:pt x="8750747" y="5294069"/>
                    <a:pt x="8757606" y="5289420"/>
                    <a:pt x="8764167" y="5284723"/>
                  </a:cubicBezTo>
                  <a:cubicBezTo>
                    <a:pt x="8770778" y="5280074"/>
                    <a:pt x="8777440" y="5275377"/>
                    <a:pt x="8783704" y="5270679"/>
                  </a:cubicBezTo>
                  <a:cubicBezTo>
                    <a:pt x="8809155" y="5251987"/>
                    <a:pt x="8833611" y="5232577"/>
                    <a:pt x="8856776" y="5212399"/>
                  </a:cubicBezTo>
                  <a:cubicBezTo>
                    <a:pt x="8903104" y="5172043"/>
                    <a:pt x="8944463" y="5128668"/>
                    <a:pt x="8979856" y="5082081"/>
                  </a:cubicBezTo>
                  <a:cubicBezTo>
                    <a:pt x="8988555" y="5070722"/>
                    <a:pt x="8997602" y="5057973"/>
                    <a:pt x="9006699" y="5044984"/>
                  </a:cubicBezTo>
                  <a:lnTo>
                    <a:pt x="9013509" y="5035254"/>
                  </a:lnTo>
                  <a:lnTo>
                    <a:pt x="9019773" y="5025812"/>
                  </a:lnTo>
                  <a:cubicBezTo>
                    <a:pt x="9023997" y="5019629"/>
                    <a:pt x="9028073" y="5013254"/>
                    <a:pt x="9032050" y="5006833"/>
                  </a:cubicBezTo>
                  <a:cubicBezTo>
                    <a:pt x="9048206" y="4981238"/>
                    <a:pt x="9063417" y="4954542"/>
                    <a:pt x="9077733" y="4926839"/>
                  </a:cubicBezTo>
                  <a:cubicBezTo>
                    <a:pt x="9106415" y="4871434"/>
                    <a:pt x="9131469" y="4812050"/>
                    <a:pt x="9154285" y="4750223"/>
                  </a:cubicBezTo>
                  <a:cubicBezTo>
                    <a:pt x="9176904" y="4688586"/>
                    <a:pt x="9196537" y="4625032"/>
                    <a:pt x="9213936" y="4559945"/>
                  </a:cubicBezTo>
                  <a:cubicBezTo>
                    <a:pt x="9222635" y="4527402"/>
                    <a:pt x="9230887" y="4494523"/>
                    <a:pt x="9238592" y="4461357"/>
                  </a:cubicBezTo>
                  <a:cubicBezTo>
                    <a:pt x="9242419" y="4444773"/>
                    <a:pt x="9246147" y="4428094"/>
                    <a:pt x="9249776" y="4411319"/>
                  </a:cubicBezTo>
                  <a:lnTo>
                    <a:pt x="9255046" y="4386299"/>
                  </a:lnTo>
                  <a:lnTo>
                    <a:pt x="9259718" y="4363342"/>
                  </a:lnTo>
                  <a:lnTo>
                    <a:pt x="9269959" y="4309566"/>
                  </a:lnTo>
                  <a:lnTo>
                    <a:pt x="9274233" y="4286176"/>
                  </a:lnTo>
                  <a:lnTo>
                    <a:pt x="9276022" y="4275489"/>
                  </a:lnTo>
                  <a:lnTo>
                    <a:pt x="9277861" y="4263506"/>
                  </a:lnTo>
                  <a:lnTo>
                    <a:pt x="9286014" y="4211696"/>
                  </a:lnTo>
                  <a:lnTo>
                    <a:pt x="9290092" y="4185767"/>
                  </a:lnTo>
                  <a:lnTo>
                    <a:pt x="9292128" y="4172826"/>
                  </a:lnTo>
                  <a:cubicBezTo>
                    <a:pt x="9292774" y="4168464"/>
                    <a:pt x="9293173" y="4164055"/>
                    <a:pt x="9293720" y="4159693"/>
                  </a:cubicBezTo>
                  <a:lnTo>
                    <a:pt x="9305650" y="4057941"/>
                  </a:lnTo>
                  <a:cubicBezTo>
                    <a:pt x="9306991" y="4045048"/>
                    <a:pt x="9308085" y="4029328"/>
                    <a:pt x="9309378" y="4010779"/>
                  </a:cubicBezTo>
                  <a:lnTo>
                    <a:pt x="9313454" y="3956428"/>
                  </a:lnTo>
                  <a:cubicBezTo>
                    <a:pt x="9318326" y="3889806"/>
                    <a:pt x="9320611" y="3821796"/>
                    <a:pt x="9320811" y="3753546"/>
                  </a:cubicBezTo>
                  <a:cubicBezTo>
                    <a:pt x="9320910" y="3719373"/>
                    <a:pt x="9320513" y="3685056"/>
                    <a:pt x="9319617" y="3650643"/>
                  </a:cubicBezTo>
                  <a:lnTo>
                    <a:pt x="9318176" y="3600030"/>
                  </a:lnTo>
                  <a:lnTo>
                    <a:pt x="9317778" y="3588096"/>
                  </a:lnTo>
                  <a:lnTo>
                    <a:pt x="9316983" y="3575107"/>
                  </a:lnTo>
                  <a:lnTo>
                    <a:pt x="9315443" y="3549130"/>
                  </a:lnTo>
                  <a:lnTo>
                    <a:pt x="9312311" y="3497176"/>
                  </a:lnTo>
                  <a:cubicBezTo>
                    <a:pt x="9311118" y="3479825"/>
                    <a:pt x="9309129" y="3462427"/>
                    <a:pt x="9307587" y="3445029"/>
                  </a:cubicBezTo>
                  <a:lnTo>
                    <a:pt x="9302618" y="3392835"/>
                  </a:lnTo>
                  <a:lnTo>
                    <a:pt x="9301574" y="3381476"/>
                  </a:lnTo>
                  <a:lnTo>
                    <a:pt x="9300430" y="3370740"/>
                  </a:lnTo>
                  <a:lnTo>
                    <a:pt x="9297547" y="3346966"/>
                  </a:lnTo>
                  <a:lnTo>
                    <a:pt x="9294017" y="3320030"/>
                  </a:lnTo>
                  <a:lnTo>
                    <a:pt x="9290439" y="3290410"/>
                  </a:lnTo>
                  <a:cubicBezTo>
                    <a:pt x="9288849" y="3275745"/>
                    <a:pt x="9286761" y="3260934"/>
                    <a:pt x="9284275" y="3244544"/>
                  </a:cubicBezTo>
                  <a:lnTo>
                    <a:pt x="9275974" y="3193116"/>
                  </a:lnTo>
                  <a:cubicBezTo>
                    <a:pt x="9273189" y="3176197"/>
                    <a:pt x="9270256" y="3159230"/>
                    <a:pt x="9267224" y="3142264"/>
                  </a:cubicBezTo>
                  <a:cubicBezTo>
                    <a:pt x="9255146" y="3074493"/>
                    <a:pt x="9240929" y="3007057"/>
                    <a:pt x="9225320" y="2939909"/>
                  </a:cubicBezTo>
                  <a:cubicBezTo>
                    <a:pt x="9217465" y="2906311"/>
                    <a:pt x="9209214" y="2872809"/>
                    <a:pt x="9200466" y="2839449"/>
                  </a:cubicBezTo>
                  <a:lnTo>
                    <a:pt x="9193953" y="2814958"/>
                  </a:lnTo>
                  <a:lnTo>
                    <a:pt x="9186993" y="2790276"/>
                  </a:lnTo>
                  <a:cubicBezTo>
                    <a:pt x="9182471" y="2773836"/>
                    <a:pt x="9177599" y="2757252"/>
                    <a:pt x="9172628" y="2740621"/>
                  </a:cubicBezTo>
                  <a:cubicBezTo>
                    <a:pt x="9133110" y="2607859"/>
                    <a:pt x="9087527" y="2476533"/>
                    <a:pt x="9035082" y="2347463"/>
                  </a:cubicBezTo>
                  <a:cubicBezTo>
                    <a:pt x="9008836" y="2282951"/>
                    <a:pt x="8981298" y="2218870"/>
                    <a:pt x="8952118" y="2155413"/>
                  </a:cubicBezTo>
                  <a:lnTo>
                    <a:pt x="8929948" y="2107915"/>
                  </a:lnTo>
                  <a:lnTo>
                    <a:pt x="8907429" y="2060753"/>
                  </a:lnTo>
                  <a:cubicBezTo>
                    <a:pt x="8892170" y="2029408"/>
                    <a:pt x="8876411" y="1997726"/>
                    <a:pt x="8860404" y="1966478"/>
                  </a:cubicBezTo>
                  <a:cubicBezTo>
                    <a:pt x="8828243" y="1903931"/>
                    <a:pt x="8795336" y="1841670"/>
                    <a:pt x="8760788" y="1780274"/>
                  </a:cubicBezTo>
                  <a:lnTo>
                    <a:pt x="8734740" y="1734311"/>
                  </a:lnTo>
                  <a:lnTo>
                    <a:pt x="8708046" y="1687963"/>
                  </a:lnTo>
                  <a:cubicBezTo>
                    <a:pt x="8690300" y="1657337"/>
                    <a:pt x="8672455" y="1627334"/>
                    <a:pt x="8654062" y="1597234"/>
                  </a:cubicBezTo>
                  <a:cubicBezTo>
                    <a:pt x="8617575" y="1536988"/>
                    <a:pt x="8579398" y="1477365"/>
                    <a:pt x="8540278" y="1418077"/>
                  </a:cubicBezTo>
                  <a:lnTo>
                    <a:pt x="8510701" y="1373695"/>
                  </a:lnTo>
                  <a:lnTo>
                    <a:pt x="8480676" y="1329457"/>
                  </a:lnTo>
                  <a:cubicBezTo>
                    <a:pt x="8460643" y="1300269"/>
                    <a:pt x="8440411" y="1271224"/>
                    <a:pt x="8419782" y="1242275"/>
                  </a:cubicBezTo>
                  <a:cubicBezTo>
                    <a:pt x="8378476" y="1184425"/>
                    <a:pt x="8335923" y="1127006"/>
                    <a:pt x="8292478" y="1069875"/>
                  </a:cubicBezTo>
                  <a:lnTo>
                    <a:pt x="8259620" y="1027123"/>
                  </a:lnTo>
                  <a:lnTo>
                    <a:pt x="8243416" y="1006130"/>
                  </a:lnTo>
                  <a:lnTo>
                    <a:pt x="8227110" y="985473"/>
                  </a:lnTo>
                  <a:cubicBezTo>
                    <a:pt x="8204890" y="957483"/>
                    <a:pt x="8182422" y="929684"/>
                    <a:pt x="8159604" y="902029"/>
                  </a:cubicBezTo>
                  <a:cubicBezTo>
                    <a:pt x="8114170" y="846671"/>
                    <a:pt x="8067494" y="792177"/>
                    <a:pt x="8020022" y="738209"/>
                  </a:cubicBezTo>
                  <a:lnTo>
                    <a:pt x="7984182" y="697901"/>
                  </a:lnTo>
                  <a:lnTo>
                    <a:pt x="7948043" y="657976"/>
                  </a:lnTo>
                  <a:cubicBezTo>
                    <a:pt x="7923636" y="631328"/>
                    <a:pt x="7899079" y="604823"/>
                    <a:pt x="7874324" y="578607"/>
                  </a:cubicBezTo>
                  <a:cubicBezTo>
                    <a:pt x="7824714" y="526221"/>
                    <a:pt x="7774608" y="474458"/>
                    <a:pt x="7723308" y="424085"/>
                  </a:cubicBezTo>
                  <a:cubicBezTo>
                    <a:pt x="7672157" y="373808"/>
                    <a:pt x="7619168" y="324153"/>
                    <a:pt x="7565532" y="275602"/>
                  </a:cubicBezTo>
                  <a:close/>
                  <a:moveTo>
                    <a:pt x="1832515" y="0"/>
                  </a:moveTo>
                  <a:lnTo>
                    <a:pt x="2158449" y="0"/>
                  </a:lnTo>
                  <a:lnTo>
                    <a:pt x="2108797" y="37845"/>
                  </a:lnTo>
                  <a:cubicBezTo>
                    <a:pt x="2052253" y="83168"/>
                    <a:pt x="1996914" y="129778"/>
                    <a:pt x="1942830" y="177587"/>
                  </a:cubicBezTo>
                  <a:cubicBezTo>
                    <a:pt x="1834563" y="273109"/>
                    <a:pt x="1731317" y="373472"/>
                    <a:pt x="1633191" y="477909"/>
                  </a:cubicBezTo>
                  <a:cubicBezTo>
                    <a:pt x="1240290" y="896038"/>
                    <a:pt x="927123" y="1375900"/>
                    <a:pt x="702686" y="1889935"/>
                  </a:cubicBezTo>
                  <a:cubicBezTo>
                    <a:pt x="646565" y="2018192"/>
                    <a:pt x="596210" y="2149182"/>
                    <a:pt x="551769" y="2281416"/>
                  </a:cubicBezTo>
                  <a:cubicBezTo>
                    <a:pt x="507429" y="2413700"/>
                    <a:pt x="469451" y="2547613"/>
                    <a:pt x="438383" y="2682772"/>
                  </a:cubicBezTo>
                  <a:cubicBezTo>
                    <a:pt x="423122" y="2750111"/>
                    <a:pt x="409203" y="2818553"/>
                    <a:pt x="397124" y="2887044"/>
                  </a:cubicBezTo>
                  <a:cubicBezTo>
                    <a:pt x="385144" y="2955581"/>
                    <a:pt x="374357" y="3024359"/>
                    <a:pt x="365658" y="3093424"/>
                  </a:cubicBezTo>
                  <a:cubicBezTo>
                    <a:pt x="347813" y="3231506"/>
                    <a:pt x="336727" y="3370260"/>
                    <a:pt x="332105" y="3509828"/>
                  </a:cubicBezTo>
                  <a:cubicBezTo>
                    <a:pt x="322311" y="3788822"/>
                    <a:pt x="339660" y="4068628"/>
                    <a:pt x="383653" y="4346327"/>
                  </a:cubicBezTo>
                  <a:cubicBezTo>
                    <a:pt x="394539" y="4415489"/>
                    <a:pt x="407464" y="4484267"/>
                    <a:pt x="422327" y="4552900"/>
                  </a:cubicBezTo>
                  <a:cubicBezTo>
                    <a:pt x="437041" y="4621534"/>
                    <a:pt x="453693" y="4689881"/>
                    <a:pt x="472184" y="4757939"/>
                  </a:cubicBezTo>
                  <a:cubicBezTo>
                    <a:pt x="490677" y="4825949"/>
                    <a:pt x="511007" y="4893673"/>
                    <a:pt x="533078" y="4960916"/>
                  </a:cubicBezTo>
                  <a:cubicBezTo>
                    <a:pt x="555249" y="5028208"/>
                    <a:pt x="578662" y="5095022"/>
                    <a:pt x="604710" y="5160875"/>
                  </a:cubicBezTo>
                  <a:cubicBezTo>
                    <a:pt x="707358" y="5425298"/>
                    <a:pt x="838443" y="5680902"/>
                    <a:pt x="996766" y="5920640"/>
                  </a:cubicBezTo>
                  <a:cubicBezTo>
                    <a:pt x="1154790" y="6160571"/>
                    <a:pt x="1340404" y="6384350"/>
                    <a:pt x="1549183" y="6586417"/>
                  </a:cubicBezTo>
                  <a:cubicBezTo>
                    <a:pt x="1601365" y="6636982"/>
                    <a:pt x="1654970" y="6686208"/>
                    <a:pt x="1709890" y="6734063"/>
                  </a:cubicBezTo>
                  <a:lnTo>
                    <a:pt x="1859761" y="6858000"/>
                  </a:lnTo>
                  <a:lnTo>
                    <a:pt x="1671798" y="6858000"/>
                  </a:lnTo>
                  <a:lnTo>
                    <a:pt x="1628044" y="6822717"/>
                  </a:lnTo>
                  <a:cubicBezTo>
                    <a:pt x="1570828" y="6774460"/>
                    <a:pt x="1514710" y="6724955"/>
                    <a:pt x="1459756" y="6674223"/>
                  </a:cubicBezTo>
                  <a:cubicBezTo>
                    <a:pt x="1019931" y="6268363"/>
                    <a:pt x="658296" y="5781216"/>
                    <a:pt x="402543" y="5241588"/>
                  </a:cubicBezTo>
                  <a:cubicBezTo>
                    <a:pt x="370231" y="5174103"/>
                    <a:pt x="340306" y="5105661"/>
                    <a:pt x="311923" y="5036741"/>
                  </a:cubicBezTo>
                  <a:cubicBezTo>
                    <a:pt x="283539" y="4967771"/>
                    <a:pt x="256895" y="4897986"/>
                    <a:pt x="232140" y="4827483"/>
                  </a:cubicBezTo>
                  <a:cubicBezTo>
                    <a:pt x="207334" y="4756981"/>
                    <a:pt x="184368" y="4685758"/>
                    <a:pt x="163392" y="4613913"/>
                  </a:cubicBezTo>
                  <a:cubicBezTo>
                    <a:pt x="142514" y="4542020"/>
                    <a:pt x="123624" y="4469360"/>
                    <a:pt x="106823" y="4396365"/>
                  </a:cubicBezTo>
                  <a:cubicBezTo>
                    <a:pt x="73120" y="4250902"/>
                    <a:pt x="47371" y="4103281"/>
                    <a:pt x="29326" y="3954702"/>
                  </a:cubicBezTo>
                  <a:cubicBezTo>
                    <a:pt x="20478" y="3880365"/>
                    <a:pt x="13320" y="3805789"/>
                    <a:pt x="8647" y="3730971"/>
                  </a:cubicBezTo>
                  <a:cubicBezTo>
                    <a:pt x="6311" y="3693587"/>
                    <a:pt x="4322" y="3656106"/>
                    <a:pt x="2880" y="3618674"/>
                  </a:cubicBezTo>
                  <a:cubicBezTo>
                    <a:pt x="1539" y="3581146"/>
                    <a:pt x="694" y="3543809"/>
                    <a:pt x="296" y="3506425"/>
                  </a:cubicBezTo>
                  <a:cubicBezTo>
                    <a:pt x="-1543" y="3356649"/>
                    <a:pt x="5217" y="3206200"/>
                    <a:pt x="20030" y="3056711"/>
                  </a:cubicBezTo>
                  <a:cubicBezTo>
                    <a:pt x="27686" y="2981942"/>
                    <a:pt x="36931" y="2907317"/>
                    <a:pt x="48664" y="2832980"/>
                  </a:cubicBezTo>
                  <a:cubicBezTo>
                    <a:pt x="60395" y="2758642"/>
                    <a:pt x="73716" y="2684784"/>
                    <a:pt x="89922" y="2610639"/>
                  </a:cubicBezTo>
                  <a:cubicBezTo>
                    <a:pt x="121736" y="2462826"/>
                    <a:pt x="162645" y="2317220"/>
                    <a:pt x="211163" y="2174343"/>
                  </a:cubicBezTo>
                  <a:cubicBezTo>
                    <a:pt x="259778" y="2031468"/>
                    <a:pt x="315601" y="1891517"/>
                    <a:pt x="379129" y="1754393"/>
                  </a:cubicBezTo>
                  <a:cubicBezTo>
                    <a:pt x="505540" y="1480433"/>
                    <a:pt x="660930" y="1219318"/>
                    <a:pt x="841424" y="976270"/>
                  </a:cubicBezTo>
                  <a:cubicBezTo>
                    <a:pt x="931498" y="854627"/>
                    <a:pt x="1028182" y="737777"/>
                    <a:pt x="1130234" y="625768"/>
                  </a:cubicBezTo>
                  <a:cubicBezTo>
                    <a:pt x="1232486" y="513855"/>
                    <a:pt x="1340157" y="407117"/>
                    <a:pt x="1452897" y="305748"/>
                  </a:cubicBezTo>
                  <a:cubicBezTo>
                    <a:pt x="1565736" y="204380"/>
                    <a:pt x="1683596" y="108665"/>
                    <a:pt x="1805682" y="187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2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F00CFE2F-2649-25AA-1B8D-EBC7C90BDC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8320" y="36937"/>
              <a:ext cx="9767847" cy="6858000"/>
            </a:xfrm>
            <a:custGeom>
              <a:avLst/>
              <a:gdLst>
                <a:gd name="connsiteX0" fmla="*/ 7151367 w 9767847"/>
                <a:gd name="connsiteY0" fmla="*/ 0 h 6858000"/>
                <a:gd name="connsiteX1" fmla="*/ 7881247 w 9767847"/>
                <a:gd name="connsiteY1" fmla="*/ 0 h 6858000"/>
                <a:gd name="connsiteX2" fmla="*/ 7990553 w 9767847"/>
                <a:gd name="connsiteY2" fmla="*/ 81317 h 6858000"/>
                <a:gd name="connsiteX3" fmla="*/ 9767847 w 9767847"/>
                <a:gd name="connsiteY3" fmla="*/ 3649031 h 6858000"/>
                <a:gd name="connsiteX4" fmla="*/ 8652597 w 9767847"/>
                <a:gd name="connsiteY4" fmla="*/ 6590005 h 6858000"/>
                <a:gd name="connsiteX5" fmla="*/ 8395306 w 9767847"/>
                <a:gd name="connsiteY5" fmla="*/ 6858000 h 6858000"/>
                <a:gd name="connsiteX6" fmla="*/ 6762603 w 9767847"/>
                <a:gd name="connsiteY6" fmla="*/ 6858000 h 6858000"/>
                <a:gd name="connsiteX7" fmla="*/ 6765962 w 9767847"/>
                <a:gd name="connsiteY7" fmla="*/ 6854844 h 6858000"/>
                <a:gd name="connsiteX8" fmla="*/ 6804586 w 9767847"/>
                <a:gd name="connsiteY8" fmla="*/ 6817103 h 6858000"/>
                <a:gd name="connsiteX9" fmla="*/ 6881735 w 9767847"/>
                <a:gd name="connsiteY9" fmla="*/ 6741197 h 6858000"/>
                <a:gd name="connsiteX10" fmla="*/ 6958883 w 9767847"/>
                <a:gd name="connsiteY10" fmla="*/ 6664822 h 6858000"/>
                <a:gd name="connsiteX11" fmla="*/ 7267925 w 9767847"/>
                <a:gd name="connsiteY11" fmla="*/ 6355694 h 6858000"/>
                <a:gd name="connsiteX12" fmla="*/ 7424360 w 9767847"/>
                <a:gd name="connsiteY12" fmla="*/ 6200685 h 6858000"/>
                <a:gd name="connsiteX13" fmla="*/ 7504938 w 9767847"/>
                <a:gd name="connsiteY13" fmla="*/ 6122708 h 6858000"/>
                <a:gd name="connsiteX14" fmla="*/ 7546396 w 9767847"/>
                <a:gd name="connsiteY14" fmla="*/ 6083697 h 6858000"/>
                <a:gd name="connsiteX15" fmla="*/ 7588002 w 9767847"/>
                <a:gd name="connsiteY15" fmla="*/ 6045532 h 6858000"/>
                <a:gd name="connsiteX16" fmla="*/ 7631000 w 9767847"/>
                <a:gd name="connsiteY16" fmla="*/ 6006709 h 6858000"/>
                <a:gd name="connsiteX17" fmla="*/ 7675440 w 9767847"/>
                <a:gd name="connsiteY17" fmla="*/ 5968309 h 6858000"/>
                <a:gd name="connsiteX18" fmla="*/ 7720626 w 9767847"/>
                <a:gd name="connsiteY18" fmla="*/ 5930851 h 6858000"/>
                <a:gd name="connsiteX19" fmla="*/ 7766458 w 9767847"/>
                <a:gd name="connsiteY19" fmla="*/ 5894334 h 6858000"/>
                <a:gd name="connsiteX20" fmla="*/ 7955254 w 9767847"/>
                <a:gd name="connsiteY20" fmla="*/ 5756828 h 6858000"/>
                <a:gd name="connsiteX21" fmla="*/ 8352678 w 9767847"/>
                <a:gd name="connsiteY21" fmla="*/ 5517630 h 6858000"/>
                <a:gd name="connsiteX22" fmla="*/ 8451350 w 9767847"/>
                <a:gd name="connsiteY22" fmla="*/ 5465254 h 6858000"/>
                <a:gd name="connsiteX23" fmla="*/ 8548532 w 9767847"/>
                <a:gd name="connsiteY23" fmla="*/ 5413395 h 6858000"/>
                <a:gd name="connsiteX24" fmla="*/ 8729473 w 9767847"/>
                <a:gd name="connsiteY24" fmla="*/ 5309961 h 6858000"/>
                <a:gd name="connsiteX25" fmla="*/ 8770781 w 9767847"/>
                <a:gd name="connsiteY25" fmla="*/ 5283232 h 6858000"/>
                <a:gd name="connsiteX26" fmla="*/ 8790964 w 9767847"/>
                <a:gd name="connsiteY26" fmla="*/ 5269492 h 6858000"/>
                <a:gd name="connsiteX27" fmla="*/ 8810499 w 9767847"/>
                <a:gd name="connsiteY27" fmla="*/ 5255703 h 6858000"/>
                <a:gd name="connsiteX28" fmla="*/ 8883571 w 9767847"/>
                <a:gd name="connsiteY28" fmla="*/ 5198479 h 6858000"/>
                <a:gd name="connsiteX29" fmla="*/ 9006651 w 9767847"/>
                <a:gd name="connsiteY29" fmla="*/ 5070527 h 6858000"/>
                <a:gd name="connsiteX30" fmla="*/ 9033494 w 9767847"/>
                <a:gd name="connsiteY30" fmla="*/ 5034105 h 6858000"/>
                <a:gd name="connsiteX31" fmla="*/ 9040305 w 9767847"/>
                <a:gd name="connsiteY31" fmla="*/ 5024551 h 6858000"/>
                <a:gd name="connsiteX32" fmla="*/ 9046568 w 9767847"/>
                <a:gd name="connsiteY32" fmla="*/ 5015281 h 6858000"/>
                <a:gd name="connsiteX33" fmla="*/ 9058846 w 9767847"/>
                <a:gd name="connsiteY33" fmla="*/ 4996645 h 6858000"/>
                <a:gd name="connsiteX34" fmla="*/ 9104529 w 9767847"/>
                <a:gd name="connsiteY34" fmla="*/ 4918105 h 6858000"/>
                <a:gd name="connsiteX35" fmla="*/ 9181081 w 9767847"/>
                <a:gd name="connsiteY35" fmla="*/ 4744694 h 6858000"/>
                <a:gd name="connsiteX36" fmla="*/ 9240731 w 9767847"/>
                <a:gd name="connsiteY36" fmla="*/ 4557872 h 6858000"/>
                <a:gd name="connsiteX37" fmla="*/ 9265388 w 9767847"/>
                <a:gd name="connsiteY37" fmla="*/ 4461073 h 6858000"/>
                <a:gd name="connsiteX38" fmla="*/ 9276571 w 9767847"/>
                <a:gd name="connsiteY38" fmla="*/ 4411943 h 6858000"/>
                <a:gd name="connsiteX39" fmla="*/ 9281841 w 9767847"/>
                <a:gd name="connsiteY39" fmla="*/ 4387379 h 6858000"/>
                <a:gd name="connsiteX40" fmla="*/ 9286513 w 9767847"/>
                <a:gd name="connsiteY40" fmla="*/ 4364838 h 6858000"/>
                <a:gd name="connsiteX41" fmla="*/ 9296754 w 9767847"/>
                <a:gd name="connsiteY41" fmla="*/ 4312038 h 6858000"/>
                <a:gd name="connsiteX42" fmla="*/ 9301029 w 9767847"/>
                <a:gd name="connsiteY42" fmla="*/ 4289074 h 6858000"/>
                <a:gd name="connsiteX43" fmla="*/ 9302818 w 9767847"/>
                <a:gd name="connsiteY43" fmla="*/ 4278581 h 6858000"/>
                <a:gd name="connsiteX44" fmla="*/ 9304658 w 9767847"/>
                <a:gd name="connsiteY44" fmla="*/ 4266816 h 6858000"/>
                <a:gd name="connsiteX45" fmla="*/ 9312810 w 9767847"/>
                <a:gd name="connsiteY45" fmla="*/ 4215945 h 6858000"/>
                <a:gd name="connsiteX46" fmla="*/ 9316887 w 9767847"/>
                <a:gd name="connsiteY46" fmla="*/ 4190486 h 6858000"/>
                <a:gd name="connsiteX47" fmla="*/ 9318923 w 9767847"/>
                <a:gd name="connsiteY47" fmla="*/ 4177780 h 6858000"/>
                <a:gd name="connsiteX48" fmla="*/ 9320515 w 9767847"/>
                <a:gd name="connsiteY48" fmla="*/ 4164886 h 6858000"/>
                <a:gd name="connsiteX49" fmla="*/ 9332445 w 9767847"/>
                <a:gd name="connsiteY49" fmla="*/ 4064981 h 6858000"/>
                <a:gd name="connsiteX50" fmla="*/ 9336173 w 9767847"/>
                <a:gd name="connsiteY50" fmla="*/ 4018676 h 6858000"/>
                <a:gd name="connsiteX51" fmla="*/ 9340199 w 9767847"/>
                <a:gd name="connsiteY51" fmla="*/ 3965171 h 6858000"/>
                <a:gd name="connsiteX52" fmla="*/ 9347557 w 9767847"/>
                <a:gd name="connsiteY52" fmla="*/ 3765972 h 6858000"/>
                <a:gd name="connsiteX53" fmla="*/ 9346364 w 9767847"/>
                <a:gd name="connsiteY53" fmla="*/ 3664938 h 6858000"/>
                <a:gd name="connsiteX54" fmla="*/ 9344921 w 9767847"/>
                <a:gd name="connsiteY54" fmla="*/ 3615243 h 6858000"/>
                <a:gd name="connsiteX55" fmla="*/ 9344524 w 9767847"/>
                <a:gd name="connsiteY55" fmla="*/ 3603526 h 6858000"/>
                <a:gd name="connsiteX56" fmla="*/ 9343728 w 9767847"/>
                <a:gd name="connsiteY56" fmla="*/ 3590774 h 6858000"/>
                <a:gd name="connsiteX57" fmla="*/ 9342188 w 9767847"/>
                <a:gd name="connsiteY57" fmla="*/ 3565268 h 6858000"/>
                <a:gd name="connsiteX58" fmla="*/ 9339056 w 9767847"/>
                <a:gd name="connsiteY58" fmla="*/ 3514256 h 6858000"/>
                <a:gd name="connsiteX59" fmla="*/ 9334334 w 9767847"/>
                <a:gd name="connsiteY59" fmla="*/ 3463057 h 6858000"/>
                <a:gd name="connsiteX60" fmla="*/ 9329363 w 9767847"/>
                <a:gd name="connsiteY60" fmla="*/ 3411810 h 6858000"/>
                <a:gd name="connsiteX61" fmla="*/ 9328319 w 9767847"/>
                <a:gd name="connsiteY61" fmla="*/ 3400657 h 6858000"/>
                <a:gd name="connsiteX62" fmla="*/ 9327177 w 9767847"/>
                <a:gd name="connsiteY62" fmla="*/ 3390116 h 6858000"/>
                <a:gd name="connsiteX63" fmla="*/ 9324293 w 9767847"/>
                <a:gd name="connsiteY63" fmla="*/ 3366774 h 6858000"/>
                <a:gd name="connsiteX64" fmla="*/ 9320763 w 9767847"/>
                <a:gd name="connsiteY64" fmla="*/ 3340329 h 6858000"/>
                <a:gd name="connsiteX65" fmla="*/ 9317184 w 9767847"/>
                <a:gd name="connsiteY65" fmla="*/ 3311245 h 6858000"/>
                <a:gd name="connsiteX66" fmla="*/ 9311021 w 9767847"/>
                <a:gd name="connsiteY66" fmla="*/ 3266211 h 6858000"/>
                <a:gd name="connsiteX67" fmla="*/ 9302719 w 9767847"/>
                <a:gd name="connsiteY67" fmla="*/ 3215717 h 6858000"/>
                <a:gd name="connsiteX68" fmla="*/ 9293970 w 9767847"/>
                <a:gd name="connsiteY68" fmla="*/ 3165789 h 6858000"/>
                <a:gd name="connsiteX69" fmla="*/ 9252065 w 9767847"/>
                <a:gd name="connsiteY69" fmla="*/ 2967107 h 6858000"/>
                <a:gd name="connsiteX70" fmla="*/ 9227211 w 9767847"/>
                <a:gd name="connsiteY70" fmla="*/ 2868473 h 6858000"/>
                <a:gd name="connsiteX71" fmla="*/ 9220699 w 9767847"/>
                <a:gd name="connsiteY71" fmla="*/ 2844426 h 6858000"/>
                <a:gd name="connsiteX72" fmla="*/ 9213740 w 9767847"/>
                <a:gd name="connsiteY72" fmla="*/ 2820191 h 6858000"/>
                <a:gd name="connsiteX73" fmla="*/ 9199374 w 9767847"/>
                <a:gd name="connsiteY73" fmla="*/ 2771438 h 6858000"/>
                <a:gd name="connsiteX74" fmla="*/ 9061829 w 9767847"/>
                <a:gd name="connsiteY74" fmla="*/ 2385418 h 6858000"/>
                <a:gd name="connsiteX75" fmla="*/ 8978865 w 9767847"/>
                <a:gd name="connsiteY75" fmla="*/ 2196855 h 6858000"/>
                <a:gd name="connsiteX76" fmla="*/ 8956694 w 9767847"/>
                <a:gd name="connsiteY76" fmla="*/ 2150219 h 6858000"/>
                <a:gd name="connsiteX77" fmla="*/ 8934176 w 9767847"/>
                <a:gd name="connsiteY77" fmla="*/ 2103914 h 6858000"/>
                <a:gd name="connsiteX78" fmla="*/ 8887151 w 9767847"/>
                <a:gd name="connsiteY78" fmla="*/ 2011350 h 6858000"/>
                <a:gd name="connsiteX79" fmla="*/ 8787533 w 9767847"/>
                <a:gd name="connsiteY79" fmla="*/ 1828527 h 6858000"/>
                <a:gd name="connsiteX80" fmla="*/ 8761485 w 9767847"/>
                <a:gd name="connsiteY80" fmla="*/ 1783398 h 6858000"/>
                <a:gd name="connsiteX81" fmla="*/ 8734791 w 9767847"/>
                <a:gd name="connsiteY81" fmla="*/ 1737893 h 6858000"/>
                <a:gd name="connsiteX82" fmla="*/ 8680808 w 9767847"/>
                <a:gd name="connsiteY82" fmla="*/ 1648812 h 6858000"/>
                <a:gd name="connsiteX83" fmla="*/ 8567024 w 9767847"/>
                <a:gd name="connsiteY83" fmla="*/ 1472906 h 6858000"/>
                <a:gd name="connsiteX84" fmla="*/ 8537446 w 9767847"/>
                <a:gd name="connsiteY84" fmla="*/ 1429330 h 6858000"/>
                <a:gd name="connsiteX85" fmla="*/ 8507423 w 9767847"/>
                <a:gd name="connsiteY85" fmla="*/ 1385896 h 6858000"/>
                <a:gd name="connsiteX86" fmla="*/ 8446529 w 9767847"/>
                <a:gd name="connsiteY86" fmla="*/ 1300295 h 6858000"/>
                <a:gd name="connsiteX87" fmla="*/ 8319224 w 9767847"/>
                <a:gd name="connsiteY87" fmla="*/ 1131026 h 6858000"/>
                <a:gd name="connsiteX88" fmla="*/ 8286366 w 9767847"/>
                <a:gd name="connsiteY88" fmla="*/ 1089050 h 6858000"/>
                <a:gd name="connsiteX89" fmla="*/ 8270161 w 9767847"/>
                <a:gd name="connsiteY89" fmla="*/ 1068439 h 6858000"/>
                <a:gd name="connsiteX90" fmla="*/ 8253856 w 9767847"/>
                <a:gd name="connsiteY90" fmla="*/ 1048156 h 6858000"/>
                <a:gd name="connsiteX91" fmla="*/ 8186352 w 9767847"/>
                <a:gd name="connsiteY91" fmla="*/ 966275 h 6858000"/>
                <a:gd name="connsiteX92" fmla="*/ 8046768 w 9767847"/>
                <a:gd name="connsiteY92" fmla="*/ 805429 h 6858000"/>
                <a:gd name="connsiteX93" fmla="*/ 8010927 w 9767847"/>
                <a:gd name="connsiteY93" fmla="*/ 765853 h 6858000"/>
                <a:gd name="connsiteX94" fmla="*/ 7974788 w 9767847"/>
                <a:gd name="connsiteY94" fmla="*/ 726653 h 6858000"/>
                <a:gd name="connsiteX95" fmla="*/ 7901070 w 9767847"/>
                <a:gd name="connsiteY95" fmla="*/ 648724 h 6858000"/>
                <a:gd name="connsiteX96" fmla="*/ 7750054 w 9767847"/>
                <a:gd name="connsiteY96" fmla="*/ 497008 h 6858000"/>
                <a:gd name="connsiteX97" fmla="*/ 7592277 w 9767847"/>
                <a:gd name="connsiteY97" fmla="*/ 351221 h 6858000"/>
                <a:gd name="connsiteX98" fmla="*/ 7257734 w 9767847"/>
                <a:gd name="connsiteY98" fmla="*/ 76964 h 6858000"/>
                <a:gd name="connsiteX99" fmla="*/ 1886601 w 9767847"/>
                <a:gd name="connsiteY99" fmla="*/ 0 h 6858000"/>
                <a:gd name="connsiteX100" fmla="*/ 2292926 w 9767847"/>
                <a:gd name="connsiteY100" fmla="*/ 0 h 6858000"/>
                <a:gd name="connsiteX101" fmla="*/ 2135542 w 9767847"/>
                <a:gd name="connsiteY101" fmla="*/ 117781 h 6858000"/>
                <a:gd name="connsiteX102" fmla="*/ 1969576 w 9767847"/>
                <a:gd name="connsiteY102" fmla="*/ 254986 h 6858000"/>
                <a:gd name="connsiteX103" fmla="*/ 1659938 w 9767847"/>
                <a:gd name="connsiteY103" fmla="*/ 549855 h 6858000"/>
                <a:gd name="connsiteX104" fmla="*/ 729383 w 9767847"/>
                <a:gd name="connsiteY104" fmla="*/ 1936480 h 6858000"/>
                <a:gd name="connsiteX105" fmla="*/ 578465 w 9767847"/>
                <a:gd name="connsiteY105" fmla="*/ 2320807 h 6858000"/>
                <a:gd name="connsiteX106" fmla="*/ 465080 w 9767847"/>
                <a:gd name="connsiteY106" fmla="*/ 2714875 h 6858000"/>
                <a:gd name="connsiteX107" fmla="*/ 423820 w 9767847"/>
                <a:gd name="connsiteY107" fmla="*/ 2915436 h 6858000"/>
                <a:gd name="connsiteX108" fmla="*/ 392355 w 9767847"/>
                <a:gd name="connsiteY108" fmla="*/ 3118071 h 6858000"/>
                <a:gd name="connsiteX109" fmla="*/ 358801 w 9767847"/>
                <a:gd name="connsiteY109" fmla="*/ 3526915 h 6858000"/>
                <a:gd name="connsiteX110" fmla="*/ 410350 w 9767847"/>
                <a:gd name="connsiteY110" fmla="*/ 4348226 h 6858000"/>
                <a:gd name="connsiteX111" fmla="*/ 449022 w 9767847"/>
                <a:gd name="connsiteY111" fmla="*/ 4551049 h 6858000"/>
                <a:gd name="connsiteX112" fmla="*/ 498882 w 9767847"/>
                <a:gd name="connsiteY112" fmla="*/ 4752365 h 6858000"/>
                <a:gd name="connsiteX113" fmla="*/ 559775 w 9767847"/>
                <a:gd name="connsiteY113" fmla="*/ 4951657 h 6858000"/>
                <a:gd name="connsiteX114" fmla="*/ 631406 w 9767847"/>
                <a:gd name="connsiteY114" fmla="*/ 5147986 h 6858000"/>
                <a:gd name="connsiteX115" fmla="*/ 1023461 w 9767847"/>
                <a:gd name="connsiteY115" fmla="*/ 5893957 h 6858000"/>
                <a:gd name="connsiteX116" fmla="*/ 1575880 w 9767847"/>
                <a:gd name="connsiteY116" fmla="*/ 6547646 h 6858000"/>
                <a:gd name="connsiteX117" fmla="*/ 1905228 w 9767847"/>
                <a:gd name="connsiteY117" fmla="*/ 6829468 h 6858000"/>
                <a:gd name="connsiteX118" fmla="*/ 1944230 w 9767847"/>
                <a:gd name="connsiteY118" fmla="*/ 6858000 h 6858000"/>
                <a:gd name="connsiteX119" fmla="*/ 1372541 w 9767847"/>
                <a:gd name="connsiteY119" fmla="*/ 6858000 h 6858000"/>
                <a:gd name="connsiteX120" fmla="*/ 1115251 w 9767847"/>
                <a:gd name="connsiteY120" fmla="*/ 6590005 h 6858000"/>
                <a:gd name="connsiteX121" fmla="*/ 0 w 9767847"/>
                <a:gd name="connsiteY121" fmla="*/ 3649031 h 6858000"/>
                <a:gd name="connsiteX122" fmla="*/ 1777294 w 9767847"/>
                <a:gd name="connsiteY122" fmla="*/ 8131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</a:cxnLst>
              <a:rect l="l" t="t" r="r" b="b"/>
              <a:pathLst>
                <a:path w="9767847" h="6858000">
                  <a:moveTo>
                    <a:pt x="7151367" y="0"/>
                  </a:moveTo>
                  <a:lnTo>
                    <a:pt x="7881247" y="0"/>
                  </a:lnTo>
                  <a:lnTo>
                    <a:pt x="7990553" y="81317"/>
                  </a:lnTo>
                  <a:cubicBezTo>
                    <a:pt x="9075991" y="929334"/>
                    <a:pt x="9767847" y="2212695"/>
                    <a:pt x="9767847" y="3649031"/>
                  </a:cubicBezTo>
                  <a:cubicBezTo>
                    <a:pt x="9767847" y="4766182"/>
                    <a:pt x="9349317" y="5790792"/>
                    <a:pt x="8652597" y="6590005"/>
                  </a:cubicBezTo>
                  <a:lnTo>
                    <a:pt x="8395306" y="6858000"/>
                  </a:lnTo>
                  <a:lnTo>
                    <a:pt x="6762603" y="6858000"/>
                  </a:lnTo>
                  <a:lnTo>
                    <a:pt x="6765962" y="6854844"/>
                  </a:lnTo>
                  <a:cubicBezTo>
                    <a:pt x="6779036" y="6842703"/>
                    <a:pt x="6791663" y="6829621"/>
                    <a:pt x="6804586" y="6817103"/>
                  </a:cubicBezTo>
                  <a:lnTo>
                    <a:pt x="6881735" y="6741197"/>
                  </a:lnTo>
                  <a:cubicBezTo>
                    <a:pt x="6907435" y="6715881"/>
                    <a:pt x="6933134" y="6690798"/>
                    <a:pt x="6958883" y="6664822"/>
                  </a:cubicBezTo>
                  <a:lnTo>
                    <a:pt x="7267925" y="6355694"/>
                  </a:lnTo>
                  <a:lnTo>
                    <a:pt x="7424360" y="6200685"/>
                  </a:lnTo>
                  <a:cubicBezTo>
                    <a:pt x="7450754" y="6174802"/>
                    <a:pt x="7477598" y="6148731"/>
                    <a:pt x="7504938" y="6122708"/>
                  </a:cubicBezTo>
                  <a:lnTo>
                    <a:pt x="7546396" y="6083697"/>
                  </a:lnTo>
                  <a:cubicBezTo>
                    <a:pt x="7560264" y="6070803"/>
                    <a:pt x="7574780" y="6057532"/>
                    <a:pt x="7588002" y="6045532"/>
                  </a:cubicBezTo>
                  <a:lnTo>
                    <a:pt x="7631000" y="6006709"/>
                  </a:lnTo>
                  <a:lnTo>
                    <a:pt x="7675440" y="5968309"/>
                  </a:lnTo>
                  <a:cubicBezTo>
                    <a:pt x="7690404" y="5955698"/>
                    <a:pt x="7705564" y="5943321"/>
                    <a:pt x="7720626" y="5930851"/>
                  </a:cubicBezTo>
                  <a:cubicBezTo>
                    <a:pt x="7735738" y="5918427"/>
                    <a:pt x="7751197" y="5906521"/>
                    <a:pt x="7766458" y="5894334"/>
                  </a:cubicBezTo>
                  <a:cubicBezTo>
                    <a:pt x="7827949" y="5846192"/>
                    <a:pt x="7890979" y="5800499"/>
                    <a:pt x="7955254" y="5756828"/>
                  </a:cubicBezTo>
                  <a:cubicBezTo>
                    <a:pt x="8083800" y="5669534"/>
                    <a:pt x="8216872" y="5590336"/>
                    <a:pt x="8352678" y="5517630"/>
                  </a:cubicBezTo>
                  <a:lnTo>
                    <a:pt x="8451350" y="5465254"/>
                  </a:lnTo>
                  <a:lnTo>
                    <a:pt x="8548532" y="5413395"/>
                  </a:lnTo>
                  <a:cubicBezTo>
                    <a:pt x="8612110" y="5379090"/>
                    <a:pt x="8673251" y="5345208"/>
                    <a:pt x="8729473" y="5309961"/>
                  </a:cubicBezTo>
                  <a:cubicBezTo>
                    <a:pt x="8743591" y="5301115"/>
                    <a:pt x="8757161" y="5292361"/>
                    <a:pt x="8770781" y="5283232"/>
                  </a:cubicBezTo>
                  <a:cubicBezTo>
                    <a:pt x="8777591" y="5278667"/>
                    <a:pt x="8784451" y="5274103"/>
                    <a:pt x="8790964" y="5269492"/>
                  </a:cubicBezTo>
                  <a:cubicBezTo>
                    <a:pt x="8797574" y="5264879"/>
                    <a:pt x="8804235" y="5260314"/>
                    <a:pt x="8810499" y="5255703"/>
                  </a:cubicBezTo>
                  <a:cubicBezTo>
                    <a:pt x="8835999" y="5237303"/>
                    <a:pt x="8860407" y="5218291"/>
                    <a:pt x="8883571" y="5198479"/>
                  </a:cubicBezTo>
                  <a:cubicBezTo>
                    <a:pt x="8929900" y="5158856"/>
                    <a:pt x="8971258" y="5116315"/>
                    <a:pt x="9006651" y="5070527"/>
                  </a:cubicBezTo>
                  <a:cubicBezTo>
                    <a:pt x="9015351" y="5059328"/>
                    <a:pt x="9024398" y="5046857"/>
                    <a:pt x="9033494" y="5034105"/>
                  </a:cubicBezTo>
                  <a:lnTo>
                    <a:pt x="9040305" y="5024551"/>
                  </a:lnTo>
                  <a:lnTo>
                    <a:pt x="9046568" y="5015281"/>
                  </a:lnTo>
                  <a:cubicBezTo>
                    <a:pt x="9050743" y="5009163"/>
                    <a:pt x="9054819" y="5002952"/>
                    <a:pt x="9058846" y="4996645"/>
                  </a:cubicBezTo>
                  <a:cubicBezTo>
                    <a:pt x="9075002" y="4971517"/>
                    <a:pt x="9090212" y="4945305"/>
                    <a:pt x="9104529" y="4918105"/>
                  </a:cubicBezTo>
                  <a:cubicBezTo>
                    <a:pt x="9133211" y="4863752"/>
                    <a:pt x="9158313" y="4805447"/>
                    <a:pt x="9181081" y="4744694"/>
                  </a:cubicBezTo>
                  <a:cubicBezTo>
                    <a:pt x="9203748" y="4684178"/>
                    <a:pt x="9223383" y="4621778"/>
                    <a:pt x="9240731" y="4557872"/>
                  </a:cubicBezTo>
                  <a:cubicBezTo>
                    <a:pt x="9249481" y="4525966"/>
                    <a:pt x="9257682" y="4493684"/>
                    <a:pt x="9265388" y="4461073"/>
                  </a:cubicBezTo>
                  <a:cubicBezTo>
                    <a:pt x="9269215" y="4444744"/>
                    <a:pt x="9272943" y="4428367"/>
                    <a:pt x="9276571" y="4411943"/>
                  </a:cubicBezTo>
                  <a:lnTo>
                    <a:pt x="9281841" y="4387379"/>
                  </a:lnTo>
                  <a:lnTo>
                    <a:pt x="9286513" y="4364838"/>
                  </a:lnTo>
                  <a:lnTo>
                    <a:pt x="9296754" y="4312038"/>
                  </a:lnTo>
                  <a:lnTo>
                    <a:pt x="9301029" y="4289074"/>
                  </a:lnTo>
                  <a:lnTo>
                    <a:pt x="9302818" y="4278581"/>
                  </a:lnTo>
                  <a:lnTo>
                    <a:pt x="9304658" y="4266816"/>
                  </a:lnTo>
                  <a:lnTo>
                    <a:pt x="9312810" y="4215945"/>
                  </a:lnTo>
                  <a:lnTo>
                    <a:pt x="9316887" y="4190486"/>
                  </a:lnTo>
                  <a:lnTo>
                    <a:pt x="9318923" y="4177780"/>
                  </a:lnTo>
                  <a:cubicBezTo>
                    <a:pt x="9319570" y="4173546"/>
                    <a:pt x="9319969" y="4169169"/>
                    <a:pt x="9320515" y="4164886"/>
                  </a:cubicBezTo>
                  <a:lnTo>
                    <a:pt x="9332445" y="4064981"/>
                  </a:lnTo>
                  <a:cubicBezTo>
                    <a:pt x="9333836" y="4052370"/>
                    <a:pt x="9334880" y="4036888"/>
                    <a:pt x="9336173" y="4018676"/>
                  </a:cubicBezTo>
                  <a:lnTo>
                    <a:pt x="9340199" y="3965171"/>
                  </a:lnTo>
                  <a:cubicBezTo>
                    <a:pt x="9345071" y="3899806"/>
                    <a:pt x="9347358" y="3832983"/>
                    <a:pt x="9347557" y="3765972"/>
                  </a:cubicBezTo>
                  <a:cubicBezTo>
                    <a:pt x="9347656" y="3732420"/>
                    <a:pt x="9347209" y="3698773"/>
                    <a:pt x="9346364" y="3664938"/>
                  </a:cubicBezTo>
                  <a:lnTo>
                    <a:pt x="9344921" y="3615243"/>
                  </a:lnTo>
                  <a:lnTo>
                    <a:pt x="9344524" y="3603526"/>
                  </a:lnTo>
                  <a:lnTo>
                    <a:pt x="9343728" y="3590774"/>
                  </a:lnTo>
                  <a:lnTo>
                    <a:pt x="9342188" y="3565268"/>
                  </a:lnTo>
                  <a:lnTo>
                    <a:pt x="9339056" y="3514256"/>
                  </a:lnTo>
                  <a:cubicBezTo>
                    <a:pt x="9337914" y="3497221"/>
                    <a:pt x="9335874" y="3480138"/>
                    <a:pt x="9334334" y="3463057"/>
                  </a:cubicBezTo>
                  <a:lnTo>
                    <a:pt x="9329363" y="3411810"/>
                  </a:lnTo>
                  <a:lnTo>
                    <a:pt x="9328319" y="3400657"/>
                  </a:lnTo>
                  <a:lnTo>
                    <a:pt x="9327177" y="3390116"/>
                  </a:lnTo>
                  <a:lnTo>
                    <a:pt x="9324293" y="3366774"/>
                  </a:lnTo>
                  <a:lnTo>
                    <a:pt x="9320763" y="3340329"/>
                  </a:lnTo>
                  <a:lnTo>
                    <a:pt x="9317184" y="3311245"/>
                  </a:lnTo>
                  <a:cubicBezTo>
                    <a:pt x="9315594" y="3296893"/>
                    <a:pt x="9313506" y="3282306"/>
                    <a:pt x="9311021" y="3266211"/>
                  </a:cubicBezTo>
                  <a:lnTo>
                    <a:pt x="9302719" y="3215717"/>
                  </a:lnTo>
                  <a:cubicBezTo>
                    <a:pt x="9299936" y="3199059"/>
                    <a:pt x="9297003" y="3182400"/>
                    <a:pt x="9293970" y="3165789"/>
                  </a:cubicBezTo>
                  <a:cubicBezTo>
                    <a:pt x="9281891" y="3099295"/>
                    <a:pt x="9267674" y="3033084"/>
                    <a:pt x="9252065" y="2967107"/>
                  </a:cubicBezTo>
                  <a:cubicBezTo>
                    <a:pt x="9244261" y="2934167"/>
                    <a:pt x="9235959" y="2901273"/>
                    <a:pt x="9227211" y="2868473"/>
                  </a:cubicBezTo>
                  <a:lnTo>
                    <a:pt x="9220699" y="2844426"/>
                  </a:lnTo>
                  <a:lnTo>
                    <a:pt x="9213740" y="2820191"/>
                  </a:lnTo>
                  <a:cubicBezTo>
                    <a:pt x="9209216" y="2804049"/>
                    <a:pt x="9204345" y="2787768"/>
                    <a:pt x="9199374" y="2771438"/>
                  </a:cubicBezTo>
                  <a:cubicBezTo>
                    <a:pt x="9159855" y="2641086"/>
                    <a:pt x="9114272" y="2512099"/>
                    <a:pt x="9061829" y="2385418"/>
                  </a:cubicBezTo>
                  <a:cubicBezTo>
                    <a:pt x="9035582" y="2322077"/>
                    <a:pt x="9008043" y="2259160"/>
                    <a:pt x="8978865" y="2196855"/>
                  </a:cubicBezTo>
                  <a:lnTo>
                    <a:pt x="8956694" y="2150219"/>
                  </a:lnTo>
                  <a:lnTo>
                    <a:pt x="8934176" y="2103914"/>
                  </a:lnTo>
                  <a:cubicBezTo>
                    <a:pt x="8918915" y="2073091"/>
                    <a:pt x="8903157" y="2042032"/>
                    <a:pt x="8887151" y="2011350"/>
                  </a:cubicBezTo>
                  <a:cubicBezTo>
                    <a:pt x="8854988" y="1949891"/>
                    <a:pt x="8822082" y="1888810"/>
                    <a:pt x="8787533" y="1828527"/>
                  </a:cubicBezTo>
                  <a:lnTo>
                    <a:pt x="8761485" y="1783398"/>
                  </a:lnTo>
                  <a:lnTo>
                    <a:pt x="8734791" y="1737893"/>
                  </a:lnTo>
                  <a:cubicBezTo>
                    <a:pt x="8717047" y="1707823"/>
                    <a:pt x="8699200" y="1678363"/>
                    <a:pt x="8680808" y="1648812"/>
                  </a:cubicBezTo>
                  <a:cubicBezTo>
                    <a:pt x="8644322" y="1589658"/>
                    <a:pt x="8606194" y="1531118"/>
                    <a:pt x="8567024" y="1472906"/>
                  </a:cubicBezTo>
                  <a:lnTo>
                    <a:pt x="8537446" y="1429330"/>
                  </a:lnTo>
                  <a:lnTo>
                    <a:pt x="8507423" y="1385896"/>
                  </a:lnTo>
                  <a:cubicBezTo>
                    <a:pt x="8487390" y="1357284"/>
                    <a:pt x="8467158" y="1328719"/>
                    <a:pt x="8446529" y="1300295"/>
                  </a:cubicBezTo>
                  <a:cubicBezTo>
                    <a:pt x="8405271" y="1243496"/>
                    <a:pt x="8362718" y="1187120"/>
                    <a:pt x="8319224" y="1131026"/>
                  </a:cubicBezTo>
                  <a:lnTo>
                    <a:pt x="8286366" y="1089050"/>
                  </a:lnTo>
                  <a:lnTo>
                    <a:pt x="8270161" y="1068439"/>
                  </a:lnTo>
                  <a:lnTo>
                    <a:pt x="8253856" y="1048156"/>
                  </a:lnTo>
                  <a:cubicBezTo>
                    <a:pt x="8231636" y="1020675"/>
                    <a:pt x="8209117" y="993381"/>
                    <a:pt x="8186352" y="966275"/>
                  </a:cubicBezTo>
                  <a:cubicBezTo>
                    <a:pt x="8140917" y="911922"/>
                    <a:pt x="8094240" y="858417"/>
                    <a:pt x="8046768" y="805429"/>
                  </a:cubicBezTo>
                  <a:lnTo>
                    <a:pt x="8010927" y="765853"/>
                  </a:lnTo>
                  <a:lnTo>
                    <a:pt x="7974788" y="726653"/>
                  </a:lnTo>
                  <a:cubicBezTo>
                    <a:pt x="7950382" y="700489"/>
                    <a:pt x="7925824" y="674465"/>
                    <a:pt x="7901070" y="648724"/>
                  </a:cubicBezTo>
                  <a:cubicBezTo>
                    <a:pt x="7851510" y="597289"/>
                    <a:pt x="7801404" y="546514"/>
                    <a:pt x="7750054" y="497008"/>
                  </a:cubicBezTo>
                  <a:cubicBezTo>
                    <a:pt x="7698902" y="447644"/>
                    <a:pt x="7645913" y="398938"/>
                    <a:pt x="7592277" y="351221"/>
                  </a:cubicBezTo>
                  <a:cubicBezTo>
                    <a:pt x="7484856" y="255786"/>
                    <a:pt x="7373308" y="164304"/>
                    <a:pt x="7257734" y="76964"/>
                  </a:cubicBezTo>
                  <a:close/>
                  <a:moveTo>
                    <a:pt x="1886601" y="0"/>
                  </a:moveTo>
                  <a:lnTo>
                    <a:pt x="2292926" y="0"/>
                  </a:lnTo>
                  <a:lnTo>
                    <a:pt x="2135542" y="117781"/>
                  </a:lnTo>
                  <a:cubicBezTo>
                    <a:pt x="2078998" y="162280"/>
                    <a:pt x="2023659" y="208045"/>
                    <a:pt x="1969576" y="254986"/>
                  </a:cubicBezTo>
                  <a:cubicBezTo>
                    <a:pt x="1861309" y="348820"/>
                    <a:pt x="1758064" y="447314"/>
                    <a:pt x="1659938" y="549855"/>
                  </a:cubicBezTo>
                  <a:cubicBezTo>
                    <a:pt x="1266987" y="960346"/>
                    <a:pt x="953820" y="1431495"/>
                    <a:pt x="729383" y="1936480"/>
                  </a:cubicBezTo>
                  <a:cubicBezTo>
                    <a:pt x="673260" y="2062362"/>
                    <a:pt x="622855" y="2190972"/>
                    <a:pt x="578465" y="2320807"/>
                  </a:cubicBezTo>
                  <a:cubicBezTo>
                    <a:pt x="534125" y="2450687"/>
                    <a:pt x="496147" y="2582216"/>
                    <a:pt x="465080" y="2714875"/>
                  </a:cubicBezTo>
                  <a:cubicBezTo>
                    <a:pt x="449769" y="2780991"/>
                    <a:pt x="435850" y="2848191"/>
                    <a:pt x="423820" y="2915436"/>
                  </a:cubicBezTo>
                  <a:cubicBezTo>
                    <a:pt x="411840" y="2982731"/>
                    <a:pt x="401054" y="3050260"/>
                    <a:pt x="392355" y="3118071"/>
                  </a:cubicBezTo>
                  <a:cubicBezTo>
                    <a:pt x="374509" y="3253646"/>
                    <a:pt x="363424" y="3389880"/>
                    <a:pt x="358801" y="3526915"/>
                  </a:cubicBezTo>
                  <a:cubicBezTo>
                    <a:pt x="349009" y="3800843"/>
                    <a:pt x="366357" y="4075570"/>
                    <a:pt x="410350" y="4348226"/>
                  </a:cubicBezTo>
                  <a:cubicBezTo>
                    <a:pt x="421286" y="4416132"/>
                    <a:pt x="434209" y="4483660"/>
                    <a:pt x="449022" y="4551049"/>
                  </a:cubicBezTo>
                  <a:cubicBezTo>
                    <a:pt x="463737" y="4618436"/>
                    <a:pt x="480389" y="4685588"/>
                    <a:pt x="498882" y="4752365"/>
                  </a:cubicBezTo>
                  <a:cubicBezTo>
                    <a:pt x="517373" y="4819141"/>
                    <a:pt x="537704" y="4885635"/>
                    <a:pt x="559775" y="4951657"/>
                  </a:cubicBezTo>
                  <a:cubicBezTo>
                    <a:pt x="581946" y="5017775"/>
                    <a:pt x="605358" y="5083375"/>
                    <a:pt x="631406" y="5147986"/>
                  </a:cubicBezTo>
                  <a:cubicBezTo>
                    <a:pt x="734055" y="5407608"/>
                    <a:pt x="865188" y="5658570"/>
                    <a:pt x="1023461" y="5893957"/>
                  </a:cubicBezTo>
                  <a:cubicBezTo>
                    <a:pt x="1181487" y="6129578"/>
                    <a:pt x="1367051" y="6349247"/>
                    <a:pt x="1575880" y="6547646"/>
                  </a:cubicBezTo>
                  <a:cubicBezTo>
                    <a:pt x="1680269" y="6646916"/>
                    <a:pt x="1790338" y="6740939"/>
                    <a:pt x="1905228" y="6829468"/>
                  </a:cubicBezTo>
                  <a:lnTo>
                    <a:pt x="1944230" y="6858000"/>
                  </a:lnTo>
                  <a:lnTo>
                    <a:pt x="1372541" y="6858000"/>
                  </a:lnTo>
                  <a:lnTo>
                    <a:pt x="1115251" y="6590005"/>
                  </a:lnTo>
                  <a:cubicBezTo>
                    <a:pt x="418530" y="5790792"/>
                    <a:pt x="0" y="4766182"/>
                    <a:pt x="0" y="3649031"/>
                  </a:cubicBezTo>
                  <a:cubicBezTo>
                    <a:pt x="0" y="2212695"/>
                    <a:pt x="691856" y="929334"/>
                    <a:pt x="1777294" y="81317"/>
                  </a:cubicBezTo>
                  <a:close/>
                </a:path>
              </a:pathLst>
            </a:custGeom>
            <a:gradFill>
              <a:gsLst>
                <a:gs pos="813">
                  <a:schemeClr val="bg1">
                    <a:alpha val="41000"/>
                  </a:schemeClr>
                </a:gs>
                <a:gs pos="20000">
                  <a:schemeClr val="accent5">
                    <a:lumMod val="85000"/>
                    <a:alpha val="56000"/>
                  </a:schemeClr>
                </a:gs>
                <a:gs pos="44000">
                  <a:schemeClr val="accent6">
                    <a:lumMod val="40000"/>
                    <a:lumOff val="60000"/>
                    <a:alpha val="57000"/>
                  </a:schemeClr>
                </a:gs>
                <a:gs pos="100000">
                  <a:schemeClr val="bg1">
                    <a:alpha val="59000"/>
                  </a:schemeClr>
                </a:gs>
                <a:gs pos="74000">
                  <a:schemeClr val="accent1">
                    <a:lumMod val="91000"/>
                    <a:lumOff val="9000"/>
                    <a:alpha val="34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7B0F1424-574A-CA94-B23C-E3B5556AF75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3402" y="36937"/>
              <a:ext cx="9767847" cy="6858000"/>
            </a:xfrm>
            <a:custGeom>
              <a:avLst/>
              <a:gdLst>
                <a:gd name="connsiteX0" fmla="*/ 7145704 w 9767847"/>
                <a:gd name="connsiteY0" fmla="*/ 0 h 6858000"/>
                <a:gd name="connsiteX1" fmla="*/ 7875738 w 9767847"/>
                <a:gd name="connsiteY1" fmla="*/ 0 h 6858000"/>
                <a:gd name="connsiteX2" fmla="*/ 7990553 w 9767847"/>
                <a:gd name="connsiteY2" fmla="*/ 85415 h 6858000"/>
                <a:gd name="connsiteX3" fmla="*/ 9767847 w 9767847"/>
                <a:gd name="connsiteY3" fmla="*/ 3653129 h 6858000"/>
                <a:gd name="connsiteX4" fmla="*/ 8652597 w 9767847"/>
                <a:gd name="connsiteY4" fmla="*/ 6594103 h 6858000"/>
                <a:gd name="connsiteX5" fmla="*/ 8399240 w 9767847"/>
                <a:gd name="connsiteY5" fmla="*/ 6858000 h 6858000"/>
                <a:gd name="connsiteX6" fmla="*/ 6766926 w 9767847"/>
                <a:gd name="connsiteY6" fmla="*/ 6858000 h 6858000"/>
                <a:gd name="connsiteX7" fmla="*/ 6804586 w 9767847"/>
                <a:gd name="connsiteY7" fmla="*/ 6821201 h 6858000"/>
                <a:gd name="connsiteX8" fmla="*/ 6881735 w 9767847"/>
                <a:gd name="connsiteY8" fmla="*/ 6745295 h 6858000"/>
                <a:gd name="connsiteX9" fmla="*/ 6958883 w 9767847"/>
                <a:gd name="connsiteY9" fmla="*/ 6668920 h 6858000"/>
                <a:gd name="connsiteX10" fmla="*/ 7267925 w 9767847"/>
                <a:gd name="connsiteY10" fmla="*/ 6359792 h 6858000"/>
                <a:gd name="connsiteX11" fmla="*/ 7424360 w 9767847"/>
                <a:gd name="connsiteY11" fmla="*/ 6204783 h 6858000"/>
                <a:gd name="connsiteX12" fmla="*/ 7504938 w 9767847"/>
                <a:gd name="connsiteY12" fmla="*/ 6126806 h 6858000"/>
                <a:gd name="connsiteX13" fmla="*/ 7546396 w 9767847"/>
                <a:gd name="connsiteY13" fmla="*/ 6087795 h 6858000"/>
                <a:gd name="connsiteX14" fmla="*/ 7588002 w 9767847"/>
                <a:gd name="connsiteY14" fmla="*/ 6049630 h 6858000"/>
                <a:gd name="connsiteX15" fmla="*/ 7631000 w 9767847"/>
                <a:gd name="connsiteY15" fmla="*/ 6010807 h 6858000"/>
                <a:gd name="connsiteX16" fmla="*/ 7675440 w 9767847"/>
                <a:gd name="connsiteY16" fmla="*/ 5972407 h 6858000"/>
                <a:gd name="connsiteX17" fmla="*/ 7720626 w 9767847"/>
                <a:gd name="connsiteY17" fmla="*/ 5934949 h 6858000"/>
                <a:gd name="connsiteX18" fmla="*/ 7766458 w 9767847"/>
                <a:gd name="connsiteY18" fmla="*/ 5898432 h 6858000"/>
                <a:gd name="connsiteX19" fmla="*/ 7955254 w 9767847"/>
                <a:gd name="connsiteY19" fmla="*/ 5760926 h 6858000"/>
                <a:gd name="connsiteX20" fmla="*/ 8352678 w 9767847"/>
                <a:gd name="connsiteY20" fmla="*/ 5521728 h 6858000"/>
                <a:gd name="connsiteX21" fmla="*/ 8451350 w 9767847"/>
                <a:gd name="connsiteY21" fmla="*/ 5469352 h 6858000"/>
                <a:gd name="connsiteX22" fmla="*/ 8548532 w 9767847"/>
                <a:gd name="connsiteY22" fmla="*/ 5417493 h 6858000"/>
                <a:gd name="connsiteX23" fmla="*/ 8729473 w 9767847"/>
                <a:gd name="connsiteY23" fmla="*/ 5314059 h 6858000"/>
                <a:gd name="connsiteX24" fmla="*/ 8770781 w 9767847"/>
                <a:gd name="connsiteY24" fmla="*/ 5287330 h 6858000"/>
                <a:gd name="connsiteX25" fmla="*/ 8790964 w 9767847"/>
                <a:gd name="connsiteY25" fmla="*/ 5273590 h 6858000"/>
                <a:gd name="connsiteX26" fmla="*/ 8810499 w 9767847"/>
                <a:gd name="connsiteY26" fmla="*/ 5259801 h 6858000"/>
                <a:gd name="connsiteX27" fmla="*/ 8883571 w 9767847"/>
                <a:gd name="connsiteY27" fmla="*/ 5202577 h 6858000"/>
                <a:gd name="connsiteX28" fmla="*/ 9006651 w 9767847"/>
                <a:gd name="connsiteY28" fmla="*/ 5074625 h 6858000"/>
                <a:gd name="connsiteX29" fmla="*/ 9033494 w 9767847"/>
                <a:gd name="connsiteY29" fmla="*/ 5038203 h 6858000"/>
                <a:gd name="connsiteX30" fmla="*/ 9040305 w 9767847"/>
                <a:gd name="connsiteY30" fmla="*/ 5028649 h 6858000"/>
                <a:gd name="connsiteX31" fmla="*/ 9046568 w 9767847"/>
                <a:gd name="connsiteY31" fmla="*/ 5019379 h 6858000"/>
                <a:gd name="connsiteX32" fmla="*/ 9058846 w 9767847"/>
                <a:gd name="connsiteY32" fmla="*/ 5000743 h 6858000"/>
                <a:gd name="connsiteX33" fmla="*/ 9104529 w 9767847"/>
                <a:gd name="connsiteY33" fmla="*/ 4922203 h 6858000"/>
                <a:gd name="connsiteX34" fmla="*/ 9181081 w 9767847"/>
                <a:gd name="connsiteY34" fmla="*/ 4748792 h 6858000"/>
                <a:gd name="connsiteX35" fmla="*/ 9240731 w 9767847"/>
                <a:gd name="connsiteY35" fmla="*/ 4561970 h 6858000"/>
                <a:gd name="connsiteX36" fmla="*/ 9265388 w 9767847"/>
                <a:gd name="connsiteY36" fmla="*/ 4465171 h 6858000"/>
                <a:gd name="connsiteX37" fmla="*/ 9276571 w 9767847"/>
                <a:gd name="connsiteY37" fmla="*/ 4416041 h 6858000"/>
                <a:gd name="connsiteX38" fmla="*/ 9281841 w 9767847"/>
                <a:gd name="connsiteY38" fmla="*/ 4391477 h 6858000"/>
                <a:gd name="connsiteX39" fmla="*/ 9286513 w 9767847"/>
                <a:gd name="connsiteY39" fmla="*/ 4368936 h 6858000"/>
                <a:gd name="connsiteX40" fmla="*/ 9296754 w 9767847"/>
                <a:gd name="connsiteY40" fmla="*/ 4316136 h 6858000"/>
                <a:gd name="connsiteX41" fmla="*/ 9301029 w 9767847"/>
                <a:gd name="connsiteY41" fmla="*/ 4293172 h 6858000"/>
                <a:gd name="connsiteX42" fmla="*/ 9302818 w 9767847"/>
                <a:gd name="connsiteY42" fmla="*/ 4282679 h 6858000"/>
                <a:gd name="connsiteX43" fmla="*/ 9304658 w 9767847"/>
                <a:gd name="connsiteY43" fmla="*/ 4270914 h 6858000"/>
                <a:gd name="connsiteX44" fmla="*/ 9312810 w 9767847"/>
                <a:gd name="connsiteY44" fmla="*/ 4220043 h 6858000"/>
                <a:gd name="connsiteX45" fmla="*/ 9316887 w 9767847"/>
                <a:gd name="connsiteY45" fmla="*/ 4194584 h 6858000"/>
                <a:gd name="connsiteX46" fmla="*/ 9318923 w 9767847"/>
                <a:gd name="connsiteY46" fmla="*/ 4181878 h 6858000"/>
                <a:gd name="connsiteX47" fmla="*/ 9320515 w 9767847"/>
                <a:gd name="connsiteY47" fmla="*/ 4168984 h 6858000"/>
                <a:gd name="connsiteX48" fmla="*/ 9332445 w 9767847"/>
                <a:gd name="connsiteY48" fmla="*/ 4069079 h 6858000"/>
                <a:gd name="connsiteX49" fmla="*/ 9336173 w 9767847"/>
                <a:gd name="connsiteY49" fmla="*/ 4022774 h 6858000"/>
                <a:gd name="connsiteX50" fmla="*/ 9340199 w 9767847"/>
                <a:gd name="connsiteY50" fmla="*/ 3969269 h 6858000"/>
                <a:gd name="connsiteX51" fmla="*/ 9347557 w 9767847"/>
                <a:gd name="connsiteY51" fmla="*/ 3770070 h 6858000"/>
                <a:gd name="connsiteX52" fmla="*/ 9346364 w 9767847"/>
                <a:gd name="connsiteY52" fmla="*/ 3669036 h 6858000"/>
                <a:gd name="connsiteX53" fmla="*/ 9344921 w 9767847"/>
                <a:gd name="connsiteY53" fmla="*/ 3619341 h 6858000"/>
                <a:gd name="connsiteX54" fmla="*/ 9344524 w 9767847"/>
                <a:gd name="connsiteY54" fmla="*/ 3607624 h 6858000"/>
                <a:gd name="connsiteX55" fmla="*/ 9343728 w 9767847"/>
                <a:gd name="connsiteY55" fmla="*/ 3594872 h 6858000"/>
                <a:gd name="connsiteX56" fmla="*/ 9342188 w 9767847"/>
                <a:gd name="connsiteY56" fmla="*/ 3569366 h 6858000"/>
                <a:gd name="connsiteX57" fmla="*/ 9339056 w 9767847"/>
                <a:gd name="connsiteY57" fmla="*/ 3518354 h 6858000"/>
                <a:gd name="connsiteX58" fmla="*/ 9334334 w 9767847"/>
                <a:gd name="connsiteY58" fmla="*/ 3467155 h 6858000"/>
                <a:gd name="connsiteX59" fmla="*/ 9329363 w 9767847"/>
                <a:gd name="connsiteY59" fmla="*/ 3415908 h 6858000"/>
                <a:gd name="connsiteX60" fmla="*/ 9328319 w 9767847"/>
                <a:gd name="connsiteY60" fmla="*/ 3404755 h 6858000"/>
                <a:gd name="connsiteX61" fmla="*/ 9327177 w 9767847"/>
                <a:gd name="connsiteY61" fmla="*/ 3394214 h 6858000"/>
                <a:gd name="connsiteX62" fmla="*/ 9324293 w 9767847"/>
                <a:gd name="connsiteY62" fmla="*/ 3370872 h 6858000"/>
                <a:gd name="connsiteX63" fmla="*/ 9320763 w 9767847"/>
                <a:gd name="connsiteY63" fmla="*/ 3344427 h 6858000"/>
                <a:gd name="connsiteX64" fmla="*/ 9317184 w 9767847"/>
                <a:gd name="connsiteY64" fmla="*/ 3315343 h 6858000"/>
                <a:gd name="connsiteX65" fmla="*/ 9311021 w 9767847"/>
                <a:gd name="connsiteY65" fmla="*/ 3270309 h 6858000"/>
                <a:gd name="connsiteX66" fmla="*/ 9302719 w 9767847"/>
                <a:gd name="connsiteY66" fmla="*/ 3219815 h 6858000"/>
                <a:gd name="connsiteX67" fmla="*/ 9293970 w 9767847"/>
                <a:gd name="connsiteY67" fmla="*/ 3169887 h 6858000"/>
                <a:gd name="connsiteX68" fmla="*/ 9252065 w 9767847"/>
                <a:gd name="connsiteY68" fmla="*/ 2971205 h 6858000"/>
                <a:gd name="connsiteX69" fmla="*/ 9227211 w 9767847"/>
                <a:gd name="connsiteY69" fmla="*/ 2872571 h 6858000"/>
                <a:gd name="connsiteX70" fmla="*/ 9220699 w 9767847"/>
                <a:gd name="connsiteY70" fmla="*/ 2848524 h 6858000"/>
                <a:gd name="connsiteX71" fmla="*/ 9213740 w 9767847"/>
                <a:gd name="connsiteY71" fmla="*/ 2824289 h 6858000"/>
                <a:gd name="connsiteX72" fmla="*/ 9199374 w 9767847"/>
                <a:gd name="connsiteY72" fmla="*/ 2775536 h 6858000"/>
                <a:gd name="connsiteX73" fmla="*/ 9061829 w 9767847"/>
                <a:gd name="connsiteY73" fmla="*/ 2389515 h 6858000"/>
                <a:gd name="connsiteX74" fmla="*/ 8978865 w 9767847"/>
                <a:gd name="connsiteY74" fmla="*/ 2200953 h 6858000"/>
                <a:gd name="connsiteX75" fmla="*/ 8956694 w 9767847"/>
                <a:gd name="connsiteY75" fmla="*/ 2154317 h 6858000"/>
                <a:gd name="connsiteX76" fmla="*/ 8934176 w 9767847"/>
                <a:gd name="connsiteY76" fmla="*/ 2108012 h 6858000"/>
                <a:gd name="connsiteX77" fmla="*/ 8887151 w 9767847"/>
                <a:gd name="connsiteY77" fmla="*/ 2015448 h 6858000"/>
                <a:gd name="connsiteX78" fmla="*/ 8787533 w 9767847"/>
                <a:gd name="connsiteY78" fmla="*/ 1832625 h 6858000"/>
                <a:gd name="connsiteX79" fmla="*/ 8761485 w 9767847"/>
                <a:gd name="connsiteY79" fmla="*/ 1787496 h 6858000"/>
                <a:gd name="connsiteX80" fmla="*/ 8734791 w 9767847"/>
                <a:gd name="connsiteY80" fmla="*/ 1741991 h 6858000"/>
                <a:gd name="connsiteX81" fmla="*/ 8680808 w 9767847"/>
                <a:gd name="connsiteY81" fmla="*/ 1652910 h 6858000"/>
                <a:gd name="connsiteX82" fmla="*/ 8567024 w 9767847"/>
                <a:gd name="connsiteY82" fmla="*/ 1477004 h 6858000"/>
                <a:gd name="connsiteX83" fmla="*/ 8537446 w 9767847"/>
                <a:gd name="connsiteY83" fmla="*/ 1433428 h 6858000"/>
                <a:gd name="connsiteX84" fmla="*/ 8507423 w 9767847"/>
                <a:gd name="connsiteY84" fmla="*/ 1389994 h 6858000"/>
                <a:gd name="connsiteX85" fmla="*/ 8446529 w 9767847"/>
                <a:gd name="connsiteY85" fmla="*/ 1304393 h 6858000"/>
                <a:gd name="connsiteX86" fmla="*/ 8319224 w 9767847"/>
                <a:gd name="connsiteY86" fmla="*/ 1135124 h 6858000"/>
                <a:gd name="connsiteX87" fmla="*/ 8286366 w 9767847"/>
                <a:gd name="connsiteY87" fmla="*/ 1093148 h 6858000"/>
                <a:gd name="connsiteX88" fmla="*/ 8270161 w 9767847"/>
                <a:gd name="connsiteY88" fmla="*/ 1072538 h 6858000"/>
                <a:gd name="connsiteX89" fmla="*/ 8253856 w 9767847"/>
                <a:gd name="connsiteY89" fmla="*/ 1052254 h 6858000"/>
                <a:gd name="connsiteX90" fmla="*/ 8186352 w 9767847"/>
                <a:gd name="connsiteY90" fmla="*/ 970373 h 6858000"/>
                <a:gd name="connsiteX91" fmla="*/ 8046768 w 9767847"/>
                <a:gd name="connsiteY91" fmla="*/ 809527 h 6858000"/>
                <a:gd name="connsiteX92" fmla="*/ 8010927 w 9767847"/>
                <a:gd name="connsiteY92" fmla="*/ 769951 h 6858000"/>
                <a:gd name="connsiteX93" fmla="*/ 7974788 w 9767847"/>
                <a:gd name="connsiteY93" fmla="*/ 730751 h 6858000"/>
                <a:gd name="connsiteX94" fmla="*/ 7901070 w 9767847"/>
                <a:gd name="connsiteY94" fmla="*/ 652823 h 6858000"/>
                <a:gd name="connsiteX95" fmla="*/ 7750054 w 9767847"/>
                <a:gd name="connsiteY95" fmla="*/ 501106 h 6858000"/>
                <a:gd name="connsiteX96" fmla="*/ 7592277 w 9767847"/>
                <a:gd name="connsiteY96" fmla="*/ 355319 h 6858000"/>
                <a:gd name="connsiteX97" fmla="*/ 7257734 w 9767847"/>
                <a:gd name="connsiteY97" fmla="*/ 81062 h 6858000"/>
                <a:gd name="connsiteX98" fmla="*/ 1892109 w 9767847"/>
                <a:gd name="connsiteY98" fmla="*/ 0 h 6858000"/>
                <a:gd name="connsiteX99" fmla="*/ 2298402 w 9767847"/>
                <a:gd name="connsiteY99" fmla="*/ 0 h 6858000"/>
                <a:gd name="connsiteX100" fmla="*/ 2135542 w 9767847"/>
                <a:gd name="connsiteY100" fmla="*/ 121879 h 6858000"/>
                <a:gd name="connsiteX101" fmla="*/ 1969576 w 9767847"/>
                <a:gd name="connsiteY101" fmla="*/ 259084 h 6858000"/>
                <a:gd name="connsiteX102" fmla="*/ 1659938 w 9767847"/>
                <a:gd name="connsiteY102" fmla="*/ 553953 h 6858000"/>
                <a:gd name="connsiteX103" fmla="*/ 729383 w 9767847"/>
                <a:gd name="connsiteY103" fmla="*/ 1940578 h 6858000"/>
                <a:gd name="connsiteX104" fmla="*/ 578465 w 9767847"/>
                <a:gd name="connsiteY104" fmla="*/ 2324905 h 6858000"/>
                <a:gd name="connsiteX105" fmla="*/ 465080 w 9767847"/>
                <a:gd name="connsiteY105" fmla="*/ 2718973 h 6858000"/>
                <a:gd name="connsiteX106" fmla="*/ 423820 w 9767847"/>
                <a:gd name="connsiteY106" fmla="*/ 2919535 h 6858000"/>
                <a:gd name="connsiteX107" fmla="*/ 392355 w 9767847"/>
                <a:gd name="connsiteY107" fmla="*/ 3122169 h 6858000"/>
                <a:gd name="connsiteX108" fmla="*/ 358801 w 9767847"/>
                <a:gd name="connsiteY108" fmla="*/ 3531013 h 6858000"/>
                <a:gd name="connsiteX109" fmla="*/ 410350 w 9767847"/>
                <a:gd name="connsiteY109" fmla="*/ 4352324 h 6858000"/>
                <a:gd name="connsiteX110" fmla="*/ 449022 w 9767847"/>
                <a:gd name="connsiteY110" fmla="*/ 4555147 h 6858000"/>
                <a:gd name="connsiteX111" fmla="*/ 498882 w 9767847"/>
                <a:gd name="connsiteY111" fmla="*/ 4756463 h 6858000"/>
                <a:gd name="connsiteX112" fmla="*/ 559775 w 9767847"/>
                <a:gd name="connsiteY112" fmla="*/ 4955755 h 6858000"/>
                <a:gd name="connsiteX113" fmla="*/ 631406 w 9767847"/>
                <a:gd name="connsiteY113" fmla="*/ 5152084 h 6858000"/>
                <a:gd name="connsiteX114" fmla="*/ 1023461 w 9767847"/>
                <a:gd name="connsiteY114" fmla="*/ 5898055 h 6858000"/>
                <a:gd name="connsiteX115" fmla="*/ 1575880 w 9767847"/>
                <a:gd name="connsiteY115" fmla="*/ 6551744 h 6858000"/>
                <a:gd name="connsiteX116" fmla="*/ 1905228 w 9767847"/>
                <a:gd name="connsiteY116" fmla="*/ 6833566 h 6858000"/>
                <a:gd name="connsiteX117" fmla="*/ 1938629 w 9767847"/>
                <a:gd name="connsiteY117" fmla="*/ 6858000 h 6858000"/>
                <a:gd name="connsiteX118" fmla="*/ 1368607 w 9767847"/>
                <a:gd name="connsiteY118" fmla="*/ 6858000 h 6858000"/>
                <a:gd name="connsiteX119" fmla="*/ 1115251 w 9767847"/>
                <a:gd name="connsiteY119" fmla="*/ 6594103 h 6858000"/>
                <a:gd name="connsiteX120" fmla="*/ 0 w 9767847"/>
                <a:gd name="connsiteY120" fmla="*/ 3653129 h 6858000"/>
                <a:gd name="connsiteX121" fmla="*/ 1777294 w 9767847"/>
                <a:gd name="connsiteY121" fmla="*/ 85415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</a:cxnLst>
              <a:rect l="l" t="t" r="r" b="b"/>
              <a:pathLst>
                <a:path w="9767847" h="6858000">
                  <a:moveTo>
                    <a:pt x="7145704" y="0"/>
                  </a:moveTo>
                  <a:lnTo>
                    <a:pt x="7875738" y="0"/>
                  </a:lnTo>
                  <a:lnTo>
                    <a:pt x="7990553" y="85415"/>
                  </a:lnTo>
                  <a:cubicBezTo>
                    <a:pt x="9075991" y="933432"/>
                    <a:pt x="9767847" y="2216793"/>
                    <a:pt x="9767847" y="3653129"/>
                  </a:cubicBezTo>
                  <a:cubicBezTo>
                    <a:pt x="9767847" y="4770280"/>
                    <a:pt x="9349317" y="5794890"/>
                    <a:pt x="8652597" y="6594103"/>
                  </a:cubicBezTo>
                  <a:lnTo>
                    <a:pt x="8399240" y="6858000"/>
                  </a:lnTo>
                  <a:lnTo>
                    <a:pt x="6766926" y="6858000"/>
                  </a:lnTo>
                  <a:lnTo>
                    <a:pt x="6804586" y="6821201"/>
                  </a:lnTo>
                  <a:lnTo>
                    <a:pt x="6881735" y="6745295"/>
                  </a:lnTo>
                  <a:cubicBezTo>
                    <a:pt x="6907435" y="6719979"/>
                    <a:pt x="6933134" y="6694896"/>
                    <a:pt x="6958883" y="6668920"/>
                  </a:cubicBezTo>
                  <a:lnTo>
                    <a:pt x="7267925" y="6359792"/>
                  </a:lnTo>
                  <a:lnTo>
                    <a:pt x="7424360" y="6204783"/>
                  </a:lnTo>
                  <a:cubicBezTo>
                    <a:pt x="7450754" y="6178900"/>
                    <a:pt x="7477598" y="6152829"/>
                    <a:pt x="7504938" y="6126806"/>
                  </a:cubicBezTo>
                  <a:lnTo>
                    <a:pt x="7546396" y="6087795"/>
                  </a:lnTo>
                  <a:cubicBezTo>
                    <a:pt x="7560264" y="6074901"/>
                    <a:pt x="7574780" y="6061630"/>
                    <a:pt x="7588002" y="6049630"/>
                  </a:cubicBezTo>
                  <a:lnTo>
                    <a:pt x="7631000" y="6010807"/>
                  </a:lnTo>
                  <a:lnTo>
                    <a:pt x="7675440" y="5972407"/>
                  </a:lnTo>
                  <a:cubicBezTo>
                    <a:pt x="7690404" y="5959796"/>
                    <a:pt x="7705564" y="5947419"/>
                    <a:pt x="7720626" y="5934949"/>
                  </a:cubicBezTo>
                  <a:cubicBezTo>
                    <a:pt x="7735738" y="5922525"/>
                    <a:pt x="7751197" y="5910619"/>
                    <a:pt x="7766458" y="5898432"/>
                  </a:cubicBezTo>
                  <a:cubicBezTo>
                    <a:pt x="7827949" y="5850290"/>
                    <a:pt x="7890979" y="5804597"/>
                    <a:pt x="7955254" y="5760926"/>
                  </a:cubicBezTo>
                  <a:cubicBezTo>
                    <a:pt x="8083800" y="5673632"/>
                    <a:pt x="8216872" y="5594434"/>
                    <a:pt x="8352678" y="5521728"/>
                  </a:cubicBezTo>
                  <a:lnTo>
                    <a:pt x="8451350" y="5469352"/>
                  </a:lnTo>
                  <a:lnTo>
                    <a:pt x="8548532" y="5417493"/>
                  </a:lnTo>
                  <a:cubicBezTo>
                    <a:pt x="8612110" y="5383188"/>
                    <a:pt x="8673251" y="5349306"/>
                    <a:pt x="8729473" y="5314059"/>
                  </a:cubicBezTo>
                  <a:cubicBezTo>
                    <a:pt x="8743591" y="5305213"/>
                    <a:pt x="8757161" y="5296459"/>
                    <a:pt x="8770781" y="5287330"/>
                  </a:cubicBezTo>
                  <a:cubicBezTo>
                    <a:pt x="8777591" y="5282765"/>
                    <a:pt x="8784451" y="5278201"/>
                    <a:pt x="8790964" y="5273590"/>
                  </a:cubicBezTo>
                  <a:cubicBezTo>
                    <a:pt x="8797574" y="5268977"/>
                    <a:pt x="8804235" y="5264412"/>
                    <a:pt x="8810499" y="5259801"/>
                  </a:cubicBezTo>
                  <a:cubicBezTo>
                    <a:pt x="8835999" y="5241401"/>
                    <a:pt x="8860407" y="5222389"/>
                    <a:pt x="8883571" y="5202577"/>
                  </a:cubicBezTo>
                  <a:cubicBezTo>
                    <a:pt x="8929900" y="5162954"/>
                    <a:pt x="8971258" y="5120413"/>
                    <a:pt x="9006651" y="5074625"/>
                  </a:cubicBezTo>
                  <a:cubicBezTo>
                    <a:pt x="9015351" y="5063426"/>
                    <a:pt x="9024398" y="5050955"/>
                    <a:pt x="9033494" y="5038203"/>
                  </a:cubicBezTo>
                  <a:lnTo>
                    <a:pt x="9040305" y="5028649"/>
                  </a:lnTo>
                  <a:lnTo>
                    <a:pt x="9046568" y="5019379"/>
                  </a:lnTo>
                  <a:cubicBezTo>
                    <a:pt x="9050743" y="5013261"/>
                    <a:pt x="9054819" y="5007050"/>
                    <a:pt x="9058846" y="5000743"/>
                  </a:cubicBezTo>
                  <a:cubicBezTo>
                    <a:pt x="9075002" y="4975615"/>
                    <a:pt x="9090212" y="4949403"/>
                    <a:pt x="9104529" y="4922203"/>
                  </a:cubicBezTo>
                  <a:cubicBezTo>
                    <a:pt x="9133211" y="4867850"/>
                    <a:pt x="9158313" y="4809545"/>
                    <a:pt x="9181081" y="4748792"/>
                  </a:cubicBezTo>
                  <a:cubicBezTo>
                    <a:pt x="9203748" y="4688276"/>
                    <a:pt x="9223383" y="4625876"/>
                    <a:pt x="9240731" y="4561970"/>
                  </a:cubicBezTo>
                  <a:cubicBezTo>
                    <a:pt x="9249481" y="4530064"/>
                    <a:pt x="9257682" y="4497782"/>
                    <a:pt x="9265388" y="4465171"/>
                  </a:cubicBezTo>
                  <a:cubicBezTo>
                    <a:pt x="9269215" y="4448842"/>
                    <a:pt x="9272943" y="4432465"/>
                    <a:pt x="9276571" y="4416041"/>
                  </a:cubicBezTo>
                  <a:lnTo>
                    <a:pt x="9281841" y="4391477"/>
                  </a:lnTo>
                  <a:lnTo>
                    <a:pt x="9286513" y="4368936"/>
                  </a:lnTo>
                  <a:lnTo>
                    <a:pt x="9296754" y="4316136"/>
                  </a:lnTo>
                  <a:lnTo>
                    <a:pt x="9301029" y="4293172"/>
                  </a:lnTo>
                  <a:lnTo>
                    <a:pt x="9302818" y="4282679"/>
                  </a:lnTo>
                  <a:lnTo>
                    <a:pt x="9304658" y="4270914"/>
                  </a:lnTo>
                  <a:lnTo>
                    <a:pt x="9312810" y="4220043"/>
                  </a:lnTo>
                  <a:lnTo>
                    <a:pt x="9316887" y="4194584"/>
                  </a:lnTo>
                  <a:lnTo>
                    <a:pt x="9318923" y="4181878"/>
                  </a:lnTo>
                  <a:cubicBezTo>
                    <a:pt x="9319570" y="4177644"/>
                    <a:pt x="9319969" y="4173267"/>
                    <a:pt x="9320515" y="4168984"/>
                  </a:cubicBezTo>
                  <a:lnTo>
                    <a:pt x="9332445" y="4069079"/>
                  </a:lnTo>
                  <a:cubicBezTo>
                    <a:pt x="9333836" y="4056468"/>
                    <a:pt x="9334880" y="4040986"/>
                    <a:pt x="9336173" y="4022774"/>
                  </a:cubicBezTo>
                  <a:lnTo>
                    <a:pt x="9340199" y="3969269"/>
                  </a:lnTo>
                  <a:cubicBezTo>
                    <a:pt x="9345071" y="3903904"/>
                    <a:pt x="9347358" y="3837081"/>
                    <a:pt x="9347557" y="3770070"/>
                  </a:cubicBezTo>
                  <a:cubicBezTo>
                    <a:pt x="9347656" y="3736518"/>
                    <a:pt x="9347209" y="3702871"/>
                    <a:pt x="9346364" y="3669036"/>
                  </a:cubicBezTo>
                  <a:lnTo>
                    <a:pt x="9344921" y="3619341"/>
                  </a:lnTo>
                  <a:lnTo>
                    <a:pt x="9344524" y="3607624"/>
                  </a:lnTo>
                  <a:lnTo>
                    <a:pt x="9343728" y="3594872"/>
                  </a:lnTo>
                  <a:lnTo>
                    <a:pt x="9342188" y="3569366"/>
                  </a:lnTo>
                  <a:lnTo>
                    <a:pt x="9339056" y="3518354"/>
                  </a:lnTo>
                  <a:cubicBezTo>
                    <a:pt x="9337914" y="3501319"/>
                    <a:pt x="9335874" y="3484236"/>
                    <a:pt x="9334334" y="3467155"/>
                  </a:cubicBezTo>
                  <a:lnTo>
                    <a:pt x="9329363" y="3415908"/>
                  </a:lnTo>
                  <a:lnTo>
                    <a:pt x="9328319" y="3404755"/>
                  </a:lnTo>
                  <a:lnTo>
                    <a:pt x="9327177" y="3394214"/>
                  </a:lnTo>
                  <a:lnTo>
                    <a:pt x="9324293" y="3370872"/>
                  </a:lnTo>
                  <a:lnTo>
                    <a:pt x="9320763" y="3344427"/>
                  </a:lnTo>
                  <a:lnTo>
                    <a:pt x="9317184" y="3315343"/>
                  </a:lnTo>
                  <a:cubicBezTo>
                    <a:pt x="9315594" y="3300991"/>
                    <a:pt x="9313506" y="3286404"/>
                    <a:pt x="9311021" y="3270309"/>
                  </a:cubicBezTo>
                  <a:lnTo>
                    <a:pt x="9302719" y="3219815"/>
                  </a:lnTo>
                  <a:cubicBezTo>
                    <a:pt x="9299936" y="3203157"/>
                    <a:pt x="9297003" y="3186498"/>
                    <a:pt x="9293970" y="3169887"/>
                  </a:cubicBezTo>
                  <a:cubicBezTo>
                    <a:pt x="9281891" y="3103393"/>
                    <a:pt x="9267674" y="3037182"/>
                    <a:pt x="9252065" y="2971205"/>
                  </a:cubicBezTo>
                  <a:cubicBezTo>
                    <a:pt x="9244261" y="2938265"/>
                    <a:pt x="9235959" y="2905371"/>
                    <a:pt x="9227211" y="2872571"/>
                  </a:cubicBezTo>
                  <a:lnTo>
                    <a:pt x="9220699" y="2848524"/>
                  </a:lnTo>
                  <a:lnTo>
                    <a:pt x="9213740" y="2824289"/>
                  </a:lnTo>
                  <a:cubicBezTo>
                    <a:pt x="9209216" y="2808147"/>
                    <a:pt x="9204345" y="2791866"/>
                    <a:pt x="9199374" y="2775536"/>
                  </a:cubicBezTo>
                  <a:cubicBezTo>
                    <a:pt x="9159855" y="2645184"/>
                    <a:pt x="9114272" y="2516197"/>
                    <a:pt x="9061829" y="2389515"/>
                  </a:cubicBezTo>
                  <a:cubicBezTo>
                    <a:pt x="9035582" y="2326175"/>
                    <a:pt x="9008043" y="2263258"/>
                    <a:pt x="8978865" y="2200953"/>
                  </a:cubicBezTo>
                  <a:lnTo>
                    <a:pt x="8956694" y="2154317"/>
                  </a:lnTo>
                  <a:lnTo>
                    <a:pt x="8934176" y="2108012"/>
                  </a:lnTo>
                  <a:cubicBezTo>
                    <a:pt x="8918915" y="2077189"/>
                    <a:pt x="8903157" y="2046130"/>
                    <a:pt x="8887151" y="2015448"/>
                  </a:cubicBezTo>
                  <a:cubicBezTo>
                    <a:pt x="8854988" y="1953989"/>
                    <a:pt x="8822082" y="1892908"/>
                    <a:pt x="8787533" y="1832625"/>
                  </a:cubicBezTo>
                  <a:lnTo>
                    <a:pt x="8761485" y="1787496"/>
                  </a:lnTo>
                  <a:lnTo>
                    <a:pt x="8734791" y="1741991"/>
                  </a:lnTo>
                  <a:cubicBezTo>
                    <a:pt x="8717047" y="1711921"/>
                    <a:pt x="8699200" y="1682461"/>
                    <a:pt x="8680808" y="1652910"/>
                  </a:cubicBezTo>
                  <a:cubicBezTo>
                    <a:pt x="8644322" y="1593756"/>
                    <a:pt x="8606194" y="1535216"/>
                    <a:pt x="8567024" y="1477004"/>
                  </a:cubicBezTo>
                  <a:lnTo>
                    <a:pt x="8537446" y="1433428"/>
                  </a:lnTo>
                  <a:lnTo>
                    <a:pt x="8507423" y="1389994"/>
                  </a:lnTo>
                  <a:cubicBezTo>
                    <a:pt x="8487390" y="1361382"/>
                    <a:pt x="8467158" y="1332817"/>
                    <a:pt x="8446529" y="1304393"/>
                  </a:cubicBezTo>
                  <a:cubicBezTo>
                    <a:pt x="8405271" y="1247595"/>
                    <a:pt x="8362718" y="1191218"/>
                    <a:pt x="8319224" y="1135124"/>
                  </a:cubicBezTo>
                  <a:lnTo>
                    <a:pt x="8286366" y="1093148"/>
                  </a:lnTo>
                  <a:lnTo>
                    <a:pt x="8270161" y="1072538"/>
                  </a:lnTo>
                  <a:lnTo>
                    <a:pt x="8253856" y="1052254"/>
                  </a:lnTo>
                  <a:cubicBezTo>
                    <a:pt x="8231636" y="1024773"/>
                    <a:pt x="8209117" y="997479"/>
                    <a:pt x="8186352" y="970373"/>
                  </a:cubicBezTo>
                  <a:cubicBezTo>
                    <a:pt x="8140917" y="916020"/>
                    <a:pt x="8094240" y="862515"/>
                    <a:pt x="8046768" y="809527"/>
                  </a:cubicBezTo>
                  <a:lnTo>
                    <a:pt x="8010927" y="769951"/>
                  </a:lnTo>
                  <a:lnTo>
                    <a:pt x="7974788" y="730751"/>
                  </a:lnTo>
                  <a:cubicBezTo>
                    <a:pt x="7950382" y="704587"/>
                    <a:pt x="7925824" y="678563"/>
                    <a:pt x="7901070" y="652823"/>
                  </a:cubicBezTo>
                  <a:cubicBezTo>
                    <a:pt x="7851510" y="601387"/>
                    <a:pt x="7801404" y="550612"/>
                    <a:pt x="7750054" y="501106"/>
                  </a:cubicBezTo>
                  <a:cubicBezTo>
                    <a:pt x="7698902" y="451742"/>
                    <a:pt x="7645913" y="403036"/>
                    <a:pt x="7592277" y="355319"/>
                  </a:cubicBezTo>
                  <a:cubicBezTo>
                    <a:pt x="7484856" y="259884"/>
                    <a:pt x="7373308" y="168402"/>
                    <a:pt x="7257734" y="81062"/>
                  </a:cubicBezTo>
                  <a:close/>
                  <a:moveTo>
                    <a:pt x="1892109" y="0"/>
                  </a:moveTo>
                  <a:lnTo>
                    <a:pt x="2298402" y="0"/>
                  </a:lnTo>
                  <a:lnTo>
                    <a:pt x="2135542" y="121879"/>
                  </a:lnTo>
                  <a:cubicBezTo>
                    <a:pt x="2078998" y="166378"/>
                    <a:pt x="2023659" y="212143"/>
                    <a:pt x="1969576" y="259084"/>
                  </a:cubicBezTo>
                  <a:cubicBezTo>
                    <a:pt x="1861309" y="352918"/>
                    <a:pt x="1758064" y="451412"/>
                    <a:pt x="1659938" y="553953"/>
                  </a:cubicBezTo>
                  <a:cubicBezTo>
                    <a:pt x="1266987" y="964444"/>
                    <a:pt x="953820" y="1435593"/>
                    <a:pt x="729383" y="1940578"/>
                  </a:cubicBezTo>
                  <a:cubicBezTo>
                    <a:pt x="673260" y="2066459"/>
                    <a:pt x="622855" y="2195070"/>
                    <a:pt x="578465" y="2324905"/>
                  </a:cubicBezTo>
                  <a:cubicBezTo>
                    <a:pt x="534125" y="2454785"/>
                    <a:pt x="496147" y="2586314"/>
                    <a:pt x="465080" y="2718973"/>
                  </a:cubicBezTo>
                  <a:cubicBezTo>
                    <a:pt x="449769" y="2785089"/>
                    <a:pt x="435850" y="2852289"/>
                    <a:pt x="423820" y="2919535"/>
                  </a:cubicBezTo>
                  <a:cubicBezTo>
                    <a:pt x="411840" y="2986829"/>
                    <a:pt x="401054" y="3054358"/>
                    <a:pt x="392355" y="3122169"/>
                  </a:cubicBezTo>
                  <a:cubicBezTo>
                    <a:pt x="374509" y="3257744"/>
                    <a:pt x="363424" y="3393978"/>
                    <a:pt x="358801" y="3531013"/>
                  </a:cubicBezTo>
                  <a:cubicBezTo>
                    <a:pt x="349009" y="3804941"/>
                    <a:pt x="366357" y="4079668"/>
                    <a:pt x="410350" y="4352324"/>
                  </a:cubicBezTo>
                  <a:cubicBezTo>
                    <a:pt x="421286" y="4420230"/>
                    <a:pt x="434209" y="4487758"/>
                    <a:pt x="449022" y="4555147"/>
                  </a:cubicBezTo>
                  <a:cubicBezTo>
                    <a:pt x="463737" y="4622534"/>
                    <a:pt x="480389" y="4689686"/>
                    <a:pt x="498882" y="4756463"/>
                  </a:cubicBezTo>
                  <a:cubicBezTo>
                    <a:pt x="517373" y="4823239"/>
                    <a:pt x="537704" y="4889733"/>
                    <a:pt x="559775" y="4955755"/>
                  </a:cubicBezTo>
                  <a:cubicBezTo>
                    <a:pt x="581946" y="5021873"/>
                    <a:pt x="605358" y="5087473"/>
                    <a:pt x="631406" y="5152084"/>
                  </a:cubicBezTo>
                  <a:cubicBezTo>
                    <a:pt x="734055" y="5411706"/>
                    <a:pt x="865188" y="5662668"/>
                    <a:pt x="1023461" y="5898055"/>
                  </a:cubicBezTo>
                  <a:cubicBezTo>
                    <a:pt x="1181487" y="6133676"/>
                    <a:pt x="1367051" y="6353345"/>
                    <a:pt x="1575880" y="6551744"/>
                  </a:cubicBezTo>
                  <a:cubicBezTo>
                    <a:pt x="1680269" y="6651014"/>
                    <a:pt x="1790338" y="6745037"/>
                    <a:pt x="1905228" y="6833566"/>
                  </a:cubicBezTo>
                  <a:lnTo>
                    <a:pt x="1938629" y="6858000"/>
                  </a:lnTo>
                  <a:lnTo>
                    <a:pt x="1368607" y="6858000"/>
                  </a:lnTo>
                  <a:lnTo>
                    <a:pt x="1115251" y="6594103"/>
                  </a:lnTo>
                  <a:cubicBezTo>
                    <a:pt x="418530" y="5794890"/>
                    <a:pt x="0" y="4770280"/>
                    <a:pt x="0" y="3653129"/>
                  </a:cubicBezTo>
                  <a:cubicBezTo>
                    <a:pt x="0" y="2216793"/>
                    <a:pt x="691856" y="933432"/>
                    <a:pt x="1777294" y="85415"/>
                  </a:cubicBezTo>
                  <a:close/>
                </a:path>
              </a:pathLst>
            </a:custGeom>
            <a:solidFill>
              <a:schemeClr val="bg1"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  <p:sp>
        <p:nvSpPr>
          <p:cNvPr id="2" name="Title 4">
            <a:extLst>
              <a:ext uri="{FF2B5EF4-FFF2-40B4-BE49-F238E27FC236}">
                <a16:creationId xmlns:a16="http://schemas.microsoft.com/office/drawing/2014/main" id="{C5862504-9742-95F6-BA5A-27462780B168}"/>
              </a:ext>
            </a:extLst>
          </p:cNvPr>
          <p:cNvSpPr txBox="1">
            <a:spLocks/>
          </p:cNvSpPr>
          <p:nvPr/>
        </p:nvSpPr>
        <p:spPr>
          <a:xfrm>
            <a:off x="3102552" y="2241783"/>
            <a:ext cx="6105194" cy="203105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5400" b="0" i="0" u="none" strike="noStrike" kern="1200" cap="none" spc="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Ética en el uso de la IA</a:t>
            </a:r>
            <a:endParaRPr kumimoji="0" lang="en-US" sz="5200" b="0" i="0" u="none" strike="noStrike" kern="1200" cap="none" spc="300" normalizeH="0" baseline="0" noProof="0" dirty="0">
              <a:ln>
                <a:noFill/>
              </a:ln>
              <a:solidFill>
                <a:srgbClr val="0E2841"/>
              </a:solidFill>
              <a:effectLst/>
              <a:uLnTx/>
              <a:uFillTx/>
              <a:latin typeface="Aptos Display" panose="02110004020202020204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416640628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Top Bar" descr="Imagen relacionada con Por qué importa usar la IA generativa con criteri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  <p:sp>
        <p:nvSpPr>
          <p:cNvPr id="2" name="Title"/>
          <p:cNvSpPr/>
          <p:nvPr/>
        </p:nvSpPr>
        <p:spPr>
          <a:xfrm>
            <a:off x="975360" y="470000"/>
            <a:ext cx="10241280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2600" b="1">
                <a:solidFill>
                  <a:srgbClr val="1E293B"/>
                </a:solidFill>
                <a:latin typeface="Segoe UI Semibold"/>
                <a:cs typeface="Segoe UI Semibold"/>
              </a:rPr>
              <a:t>Por qué importa usar la IA generativa con criterio</a:t>
            </a:r>
          </a:p>
        </p:txBody>
      </p:sp>
      <p:sp>
        <p:nvSpPr>
          <p:cNvPr id="4" name="Subtitle"/>
          <p:cNvSpPr/>
          <p:nvPr/>
        </p:nvSpPr>
        <p:spPr>
          <a:xfrm>
            <a:off x="975360" y="1120000"/>
            <a:ext cx="10241280" cy="43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r>
              <a:rPr lang="es-ES" sz="1400">
                <a:solidFill>
                  <a:srgbClr val="64748B"/>
                </a:solidFill>
                <a:latin typeface="Segoe UI"/>
                <a:cs typeface="Segoe UI"/>
              </a:rPr>
              <a:t>Lo que hoy parece un atajo puede convertirse mañana en una decisión con consecuencias reales para las personas, los datos y la propia organización.</a:t>
            </a:r>
          </a:p>
        </p:txBody>
      </p:sp>
      <p:sp>
        <p:nvSpPr>
          <p:cNvPr id="40" name="Card0BG"/>
          <p:cNvSpPr/>
          <p:nvPr/>
        </p:nvSpPr>
        <p:spPr>
          <a:xfrm>
            <a:off x="975360" y="1760000"/>
            <a:ext cx="2410320" cy="270000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>
            <a:noFill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41" name="Card0Band"/>
          <p:cNvSpPr/>
          <p:nvPr/>
        </p:nvSpPr>
        <p:spPr>
          <a:xfrm>
            <a:off x="975360" y="1760000"/>
            <a:ext cx="2410320" cy="60960"/>
          </a:xfrm>
          <a:prstGeom prst="rect">
            <a:avLst/>
          </a:prstGeom>
          <a:solidFill>
            <a:srgbClr val="6E2EBF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42" name="Card0Icon"/>
          <p:cNvSpPr/>
          <p:nvPr/>
        </p:nvSpPr>
        <p:spPr>
          <a:xfrm>
            <a:off x="1175360" y="1960000"/>
            <a:ext cx="420000" cy="420000"/>
          </a:xfrm>
          <a:prstGeom prst="ellipse">
            <a:avLst/>
          </a:prstGeom>
          <a:solidFill>
            <a:srgbClr val="6E2EBF"/>
          </a:soli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s-ES" sz="1800" b="1">
                <a:solidFill>
                  <a:srgbClr val="FFFFFF"/>
                </a:solidFill>
                <a:latin typeface="Segoe UI Symbol"/>
                <a:cs typeface="Segoe UI Symbol"/>
              </a:rPr>
              <a:t>☺</a:t>
            </a:r>
          </a:p>
        </p:txBody>
      </p:sp>
      <p:sp>
        <p:nvSpPr>
          <p:cNvPr id="43" name="Card0Title"/>
          <p:cNvSpPr/>
          <p:nvPr/>
        </p:nvSpPr>
        <p:spPr>
          <a:xfrm>
            <a:off x="1175360" y="2480000"/>
            <a:ext cx="2010000" cy="56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r>
              <a:rPr lang="es-ES" sz="1400" b="1">
                <a:solidFill>
                  <a:srgbClr val="1E293B"/>
                </a:solidFill>
                <a:latin typeface="Segoe UI Semibold"/>
                <a:cs typeface="Segoe UI Semibold"/>
              </a:rPr>
              <a:t>Afecta a personas reales</a:t>
            </a:r>
          </a:p>
        </p:txBody>
      </p:sp>
      <p:sp>
        <p:nvSpPr>
          <p:cNvPr id="44" name="Card0Desc"/>
          <p:cNvSpPr/>
          <p:nvPr/>
        </p:nvSpPr>
        <p:spPr>
          <a:xfrm>
            <a:off x="1175360" y="3200000"/>
            <a:ext cx="2010000" cy="132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r>
              <a:rPr lang="es-ES" sz="1000">
                <a:solidFill>
                  <a:srgbClr val="334155"/>
                </a:solidFill>
                <a:latin typeface="Segoe UI"/>
                <a:cs typeface="Segoe UI"/>
              </a:rPr>
              <a:t>Detrás de cada respuesta hay clientes, compañeros y comunidades que pueden ser beneficiados — o perjudicados — por lo que generamos.</a:t>
            </a:r>
          </a:p>
        </p:txBody>
      </p:sp>
      <p:sp>
        <p:nvSpPr>
          <p:cNvPr id="45" name="Card1BG"/>
          <p:cNvSpPr/>
          <p:nvPr/>
        </p:nvSpPr>
        <p:spPr>
          <a:xfrm>
            <a:off x="3585680" y="1760000"/>
            <a:ext cx="2410320" cy="270000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>
            <a:noFill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46" name="Card1Band"/>
          <p:cNvSpPr/>
          <p:nvPr/>
        </p:nvSpPr>
        <p:spPr>
          <a:xfrm>
            <a:off x="3585680" y="1760000"/>
            <a:ext cx="2410320" cy="60960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47" name="Card1Icon"/>
          <p:cNvSpPr/>
          <p:nvPr/>
        </p:nvSpPr>
        <p:spPr>
          <a:xfrm>
            <a:off x="3785680" y="1960000"/>
            <a:ext cx="420000" cy="420000"/>
          </a:xfrm>
          <a:prstGeom prst="ellipse">
            <a:avLst/>
          </a:prstGeom>
          <a:solidFill>
            <a:srgbClr val="0E7490"/>
          </a:soli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s-ES" sz="1800" b="1">
                <a:solidFill>
                  <a:srgbClr val="FFFFFF"/>
                </a:solidFill>
                <a:latin typeface="Segoe UI Symbol"/>
                <a:cs typeface="Segoe UI Symbol"/>
              </a:rPr>
              <a:t>✧</a:t>
            </a:r>
          </a:p>
        </p:txBody>
      </p:sp>
      <p:sp>
        <p:nvSpPr>
          <p:cNvPr id="48" name="Card1Title"/>
          <p:cNvSpPr/>
          <p:nvPr/>
        </p:nvSpPr>
        <p:spPr>
          <a:xfrm>
            <a:off x="3785680" y="2480000"/>
            <a:ext cx="2010000" cy="56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r>
              <a:rPr lang="es-ES" sz="1400" b="1">
                <a:solidFill>
                  <a:srgbClr val="1E293B"/>
                </a:solidFill>
                <a:latin typeface="Segoe UI Semibold"/>
                <a:cs typeface="Segoe UI Semibold"/>
              </a:rPr>
              <a:t>Construye o destruye confianza</a:t>
            </a:r>
          </a:p>
        </p:txBody>
      </p:sp>
      <p:sp>
        <p:nvSpPr>
          <p:cNvPr id="49" name="Card1Desc"/>
          <p:cNvSpPr/>
          <p:nvPr/>
        </p:nvSpPr>
        <p:spPr>
          <a:xfrm>
            <a:off x="3785680" y="3200000"/>
            <a:ext cx="2010000" cy="132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r>
              <a:rPr lang="es-ES" sz="1000">
                <a:solidFill>
                  <a:srgbClr val="334155"/>
                </a:solidFill>
                <a:latin typeface="Segoe UI"/>
                <a:cs typeface="Segoe UI"/>
              </a:rPr>
              <a:t>La credibilidad de nuestro trabajo, nuestra marca y nuestra organización depende de cómo usemos estas herramientas hoy.</a:t>
            </a:r>
          </a:p>
        </p:txBody>
      </p:sp>
      <p:sp>
        <p:nvSpPr>
          <p:cNvPr id="50" name="Card2BG"/>
          <p:cNvSpPr/>
          <p:nvPr/>
        </p:nvSpPr>
        <p:spPr>
          <a:xfrm>
            <a:off x="6196000" y="1760000"/>
            <a:ext cx="2410320" cy="270000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>
            <a:noFill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51" name="Card2Band"/>
          <p:cNvSpPr/>
          <p:nvPr/>
        </p:nvSpPr>
        <p:spPr>
          <a:xfrm>
            <a:off x="6196000" y="1760000"/>
            <a:ext cx="2410320" cy="60960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52" name="Card2Icon"/>
          <p:cNvSpPr/>
          <p:nvPr/>
        </p:nvSpPr>
        <p:spPr>
          <a:xfrm>
            <a:off x="6396000" y="1960000"/>
            <a:ext cx="420000" cy="420000"/>
          </a:xfrm>
          <a:prstGeom prst="ellipse">
            <a:avLst/>
          </a:prstGeom>
          <a:solidFill>
            <a:srgbClr val="047857"/>
          </a:soli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s-ES" sz="1800" b="1">
                <a:solidFill>
                  <a:srgbClr val="FFFFFF"/>
                </a:solidFill>
                <a:latin typeface="Segoe UI Symbol"/>
                <a:cs typeface="Segoe UI Symbol"/>
              </a:rPr>
              <a:t>➜</a:t>
            </a:r>
          </a:p>
        </p:txBody>
      </p:sp>
      <p:sp>
        <p:nvSpPr>
          <p:cNvPr id="53" name="Card2Title"/>
          <p:cNvSpPr/>
          <p:nvPr/>
        </p:nvSpPr>
        <p:spPr>
          <a:xfrm>
            <a:off x="6396000" y="2480000"/>
            <a:ext cx="2010000" cy="56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r>
              <a:rPr lang="es-ES" sz="1400" b="1">
                <a:solidFill>
                  <a:srgbClr val="1E293B"/>
                </a:solidFill>
                <a:latin typeface="Segoe UI Semibold"/>
                <a:cs typeface="Segoe UI Semibold"/>
              </a:rPr>
              <a:t>Define la cultura del mañana</a:t>
            </a:r>
          </a:p>
        </p:txBody>
      </p:sp>
      <p:sp>
        <p:nvSpPr>
          <p:cNvPr id="54" name="Card2Desc"/>
          <p:cNvSpPr/>
          <p:nvPr/>
        </p:nvSpPr>
        <p:spPr>
          <a:xfrm>
            <a:off x="6396000" y="3200000"/>
            <a:ext cx="2010000" cy="132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r>
              <a:rPr lang="es-ES" sz="1000">
                <a:solidFill>
                  <a:srgbClr val="334155"/>
                </a:solidFill>
                <a:latin typeface="Segoe UI"/>
                <a:cs typeface="Segoe UI"/>
              </a:rPr>
              <a:t>Cada hábito que adoptamos ahora marca cómo la IA se integrará en nuestros equipos, procesos y decisiones durante los próximos años.</a:t>
            </a:r>
          </a:p>
        </p:txBody>
      </p:sp>
      <p:sp>
        <p:nvSpPr>
          <p:cNvPr id="55" name="Card3BG"/>
          <p:cNvSpPr/>
          <p:nvPr/>
        </p:nvSpPr>
        <p:spPr>
          <a:xfrm>
            <a:off x="8806320" y="1760000"/>
            <a:ext cx="2410320" cy="270000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>
            <a:noFill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56" name="Card3Band"/>
          <p:cNvSpPr/>
          <p:nvPr/>
        </p:nvSpPr>
        <p:spPr>
          <a:xfrm>
            <a:off x="8806320" y="1760000"/>
            <a:ext cx="2410320" cy="6096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57" name="Card3Icon"/>
          <p:cNvSpPr/>
          <p:nvPr/>
        </p:nvSpPr>
        <p:spPr>
          <a:xfrm>
            <a:off x="9006320" y="1960000"/>
            <a:ext cx="420000" cy="420000"/>
          </a:xfrm>
          <a:prstGeom prst="ellipse">
            <a:avLst/>
          </a:prstGeom>
          <a:solidFill>
            <a:srgbClr val="1D4ED8"/>
          </a:soli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s-ES" sz="1800" b="1">
                <a:solidFill>
                  <a:srgbClr val="FFFFFF"/>
                </a:solidFill>
                <a:latin typeface="Segoe UI Symbol"/>
                <a:cs typeface="Segoe UI Symbol"/>
              </a:rPr>
              <a:t>⚖</a:t>
            </a:r>
          </a:p>
        </p:txBody>
      </p:sp>
      <p:sp>
        <p:nvSpPr>
          <p:cNvPr id="58" name="Card3Title"/>
          <p:cNvSpPr/>
          <p:nvPr/>
        </p:nvSpPr>
        <p:spPr>
          <a:xfrm>
            <a:off x="9006320" y="2480000"/>
            <a:ext cx="2010000" cy="56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r>
              <a:rPr lang="es-ES" sz="1400" b="1">
                <a:solidFill>
                  <a:srgbClr val="1E293B"/>
                </a:solidFill>
                <a:latin typeface="Segoe UI Semibold"/>
                <a:cs typeface="Segoe UI Semibold"/>
              </a:rPr>
              <a:t>Cumplir la legislación vigente</a:t>
            </a:r>
          </a:p>
        </p:txBody>
      </p:sp>
      <p:sp>
        <p:nvSpPr>
          <p:cNvPr id="59" name="Card3Desc"/>
          <p:cNvSpPr/>
          <p:nvPr/>
        </p:nvSpPr>
        <p:spPr>
          <a:xfrm>
            <a:off x="9006320" y="3200000"/>
            <a:ext cx="2010000" cy="132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r>
              <a:rPr lang="es-ES" sz="1000">
                <a:solidFill>
                  <a:srgbClr val="334155"/>
                </a:solidFill>
                <a:latin typeface="Segoe UI"/>
                <a:cs typeface="Segoe UI"/>
              </a:rPr>
              <a:t>Respeta el marco legal: el </a:t>
            </a:r>
            <a:r>
              <a:rPr lang="es-ES" sz="1000" b="1">
                <a:solidFill>
                  <a:srgbClr val="1E293B"/>
                </a:solidFill>
                <a:latin typeface="Segoe UI Semibold"/>
                <a:cs typeface="Segoe UI Semibold"/>
              </a:rPr>
              <a:t>RGPD</a:t>
            </a:r>
            <a:r>
              <a:rPr lang="es-ES" sz="1000">
                <a:solidFill>
                  <a:srgbClr val="334155"/>
                </a:solidFill>
                <a:latin typeface="Segoe UI"/>
                <a:cs typeface="Segoe UI"/>
              </a:rPr>
              <a:t>, el </a:t>
            </a:r>
            <a:r>
              <a:rPr lang="es-ES" sz="1000" b="1">
                <a:solidFill>
                  <a:srgbClr val="1E293B"/>
                </a:solidFill>
                <a:latin typeface="Segoe UI Semibold"/>
                <a:cs typeface="Segoe UI Semibold"/>
              </a:rPr>
              <a:t>Reglamento de IA de la UE (AI Act)</a:t>
            </a:r>
            <a:r>
              <a:rPr lang="es-ES" sz="1000">
                <a:solidFill>
                  <a:srgbClr val="334155"/>
                </a:solidFill>
                <a:latin typeface="Segoe UI"/>
                <a:cs typeface="Segoe UI"/>
              </a:rPr>
              <a:t> y marcos como el </a:t>
            </a:r>
            <a:r>
              <a:rPr lang="es-ES" sz="1000" b="1">
                <a:solidFill>
                  <a:srgbClr val="1E293B"/>
                </a:solidFill>
                <a:latin typeface="Segoe UI Semibold"/>
                <a:cs typeface="Segoe UI Semibold"/>
              </a:rPr>
              <a:t>NIST AI RMF</a:t>
            </a:r>
            <a:r>
              <a:rPr lang="es-ES" sz="1000">
                <a:solidFill>
                  <a:srgbClr val="334155"/>
                </a:solidFill>
                <a:latin typeface="Segoe UI"/>
                <a:cs typeface="Segoe UI"/>
              </a:rPr>
              <a:t>.</a:t>
            </a:r>
          </a:p>
        </p:txBody>
      </p:sp>
      <p:sp>
        <p:nvSpPr>
          <p:cNvPr id="60" name="LegalBG"/>
          <p:cNvSpPr/>
          <p:nvPr/>
        </p:nvSpPr>
        <p:spPr>
          <a:xfrm>
            <a:off x="975360" y="4640000"/>
            <a:ext cx="10241280" cy="1500000"/>
          </a:xfrm>
          <a:prstGeom prst="roundRect">
            <a:avLst>
              <a:gd name="adj" fmla="val 5405"/>
            </a:avLst>
          </a:prstGeom>
          <a:solidFill>
            <a:srgbClr val="FFF7ED"/>
          </a:solidFill>
          <a:ln>
            <a:noFill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61" name="LegalAccent"/>
          <p:cNvSpPr/>
          <p:nvPr/>
        </p:nvSpPr>
        <p:spPr>
          <a:xfrm>
            <a:off x="975360" y="4640000"/>
            <a:ext cx="100000" cy="15000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62" name="LegalIcon"/>
          <p:cNvSpPr/>
          <p:nvPr/>
        </p:nvSpPr>
        <p:spPr>
          <a:xfrm>
            <a:off x="1295360" y="4920000"/>
            <a:ext cx="560000" cy="560000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s-ES" sz="2400" b="1">
                <a:solidFill>
                  <a:srgbClr val="FFFFFF"/>
                </a:solidFill>
                <a:latin typeface="Segoe UI Symbol"/>
                <a:cs typeface="Segoe UI Symbol"/>
              </a:rPr>
              <a:t>⚠</a:t>
            </a:r>
          </a:p>
        </p:txBody>
      </p:sp>
      <p:sp>
        <p:nvSpPr>
          <p:cNvPr id="63" name="LegalTitle"/>
          <p:cNvSpPr/>
          <p:nvPr/>
        </p:nvSpPr>
        <p:spPr>
          <a:xfrm>
            <a:off x="2055360" y="4860000"/>
            <a:ext cx="9000000" cy="4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r>
              <a:rPr lang="es-ES" sz="1500" b="1">
                <a:solidFill>
                  <a:srgbClr val="EA580C"/>
                </a:solidFill>
                <a:latin typeface="Segoe UI Semibold"/>
                <a:cs typeface="Segoe UI Semibold"/>
              </a:rPr>
              <a:t>Evita la dependencia excesiva de los asistentes de IA</a:t>
            </a:r>
          </a:p>
        </p:txBody>
      </p:sp>
      <p:sp>
        <p:nvSpPr>
          <p:cNvPr id="64" name="LegalDesc"/>
          <p:cNvSpPr/>
          <p:nvPr/>
        </p:nvSpPr>
        <p:spPr>
          <a:xfrm>
            <a:off x="2055360" y="5280000"/>
            <a:ext cx="9000000" cy="76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r>
              <a:rPr lang="es-ES" sz="1200">
                <a:solidFill>
                  <a:srgbClr val="334155"/>
                </a:solidFill>
                <a:latin typeface="Segoe UI"/>
                <a:cs typeface="Segoe UI"/>
              </a:rPr>
              <a:t>El asistente acelera el trabajo, pero no puede sustituir el juicio propio. </a:t>
            </a:r>
            <a:r>
              <a:rPr lang="es-ES" sz="1200" b="1">
                <a:solidFill>
                  <a:srgbClr val="1E293B"/>
                </a:solidFill>
                <a:latin typeface="Segoe UI Semibold"/>
                <a:cs typeface="Segoe UI Semibold"/>
              </a:rPr>
              <a:t>Revisa, cuestiona y valida</a:t>
            </a:r>
            <a:r>
              <a:rPr lang="es-ES" sz="1200">
                <a:solidFill>
                  <a:srgbClr val="334155"/>
                </a:solidFill>
                <a:latin typeface="Segoe UI"/>
                <a:cs typeface="Segoe UI"/>
              </a:rPr>
              <a:t> siempre lo que genera la IA: contrasta los datos, detecta errores o sesgos y conserva tu criterio profesional. La </a:t>
            </a:r>
            <a:r>
              <a:rPr lang="es-ES" sz="1200" b="1">
                <a:solidFill>
                  <a:srgbClr val="1E293B"/>
                </a:solidFill>
                <a:latin typeface="Segoe UI Semibold"/>
                <a:cs typeface="Segoe UI Semibold"/>
              </a:rPr>
              <a:t>decisión final siempre es humana</a:t>
            </a:r>
            <a:r>
              <a:rPr lang="es-ES" sz="1200">
                <a:solidFill>
                  <a:srgbClr val="334155"/>
                </a:solidFill>
                <a:latin typeface="Segoe UI"/>
                <a:cs typeface="Segoe UI"/>
              </a:rPr>
              <a:t>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6CFE51-0093-542A-4FAC-E051EFED7F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A66EB2E8-1E91-8337-DFC3-2FE283474052}"/>
              </a:ext>
            </a:extLst>
          </p:cNvPr>
          <p:cNvSpPr/>
          <p:nvPr/>
        </p:nvSpPr>
        <p:spPr>
          <a:xfrm>
            <a:off x="975360" y="54864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467" b="1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Escenarios</a:t>
            </a:r>
            <a:r>
              <a:rPr lang="en-US" sz="3467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reales</a:t>
            </a:r>
            <a:endParaRPr lang="en-US" sz="3467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CD39B2CA-D95C-A493-4B92-E64D90D91AC2}"/>
              </a:ext>
            </a:extLst>
          </p:cNvPr>
          <p:cNvSpPr/>
          <p:nvPr/>
        </p:nvSpPr>
        <p:spPr>
          <a:xfrm>
            <a:off x="975360" y="1584960"/>
            <a:ext cx="3169920" cy="4267200"/>
          </a:xfrm>
          <a:prstGeom prst="roundRect">
            <a:avLst>
              <a:gd name="adj" fmla="val 4615"/>
            </a:avLst>
          </a:prstGeom>
          <a:solidFill>
            <a:srgbClr val="F8FAFC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4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D2AA82F5-5A7A-7BC9-9A7F-B020793AEAA8}"/>
              </a:ext>
            </a:extLst>
          </p:cNvPr>
          <p:cNvSpPr/>
          <p:nvPr/>
        </p:nvSpPr>
        <p:spPr>
          <a:xfrm>
            <a:off x="975360" y="1584960"/>
            <a:ext cx="3169920" cy="73152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s-ES" sz="2400"/>
          </a:p>
        </p:txBody>
      </p:sp>
      <p:pic>
        <p:nvPicPr>
          <p:cNvPr id="5" name="Image 0" descr="Imagen ilustrativa relacionada con Escenarios reales">
            <a:extLst>
              <a:ext uri="{FF2B5EF4-FFF2-40B4-BE49-F238E27FC236}">
                <a16:creationId xmlns:a16="http://schemas.microsoft.com/office/drawing/2014/main" id="{0B5367EB-FCDB-422C-6173-66FA3C2AB1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1120" y="2011680"/>
            <a:ext cx="548640" cy="548640"/>
          </a:xfrm>
          <a:prstGeom prst="rect">
            <a:avLst/>
          </a:prstGeom>
        </p:spPr>
      </p:pic>
      <p:sp>
        <p:nvSpPr>
          <p:cNvPr id="6" name="Text 3">
            <a:extLst>
              <a:ext uri="{FF2B5EF4-FFF2-40B4-BE49-F238E27FC236}">
                <a16:creationId xmlns:a16="http://schemas.microsoft.com/office/drawing/2014/main" id="{69065F0C-B035-1273-EBD7-1B44838CA88E}"/>
              </a:ext>
            </a:extLst>
          </p:cNvPr>
          <p:cNvSpPr/>
          <p:nvPr/>
        </p:nvSpPr>
        <p:spPr>
          <a:xfrm>
            <a:off x="1341120" y="2682240"/>
            <a:ext cx="2438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133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Mata v. Avianca</a:t>
            </a:r>
            <a:endParaRPr lang="en-US" sz="2133" dirty="0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DDCABFC1-0E3A-4A50-1C91-AEAD8ACD56FE}"/>
              </a:ext>
            </a:extLst>
          </p:cNvPr>
          <p:cNvSpPr/>
          <p:nvPr/>
        </p:nvSpPr>
        <p:spPr>
          <a:xfrm>
            <a:off x="1341120" y="3291840"/>
            <a:ext cx="2611204" cy="2072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5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 abogado de Nueva York usó </a:t>
            </a:r>
            <a:r>
              <a:rPr lang="es-ES" sz="15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ChatGPT</a:t>
            </a:r>
            <a:r>
              <a:rPr lang="es-ES" sz="15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para redactar un escrito legal con citas de casos judiciales completamente inventados. El juez lo sancionó con una multa de 5 000 $ por presentar jurisprudencia falsa.</a:t>
            </a:r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4F79B570-EF6B-3741-F9C7-16B7F166FAAE}"/>
              </a:ext>
            </a:extLst>
          </p:cNvPr>
          <p:cNvSpPr/>
          <p:nvPr/>
        </p:nvSpPr>
        <p:spPr>
          <a:xfrm>
            <a:off x="4511040" y="1584960"/>
            <a:ext cx="3169920" cy="4267200"/>
          </a:xfrm>
          <a:prstGeom prst="roundRect">
            <a:avLst>
              <a:gd name="adj" fmla="val 4615"/>
            </a:avLst>
          </a:prstGeom>
          <a:solidFill>
            <a:srgbClr val="F8FAFC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400"/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0B22531D-2369-E988-585A-39A1A45B0F6B}"/>
              </a:ext>
            </a:extLst>
          </p:cNvPr>
          <p:cNvSpPr/>
          <p:nvPr/>
        </p:nvSpPr>
        <p:spPr>
          <a:xfrm>
            <a:off x="4511040" y="1584960"/>
            <a:ext cx="3169920" cy="73152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s-ES" sz="2400"/>
          </a:p>
        </p:txBody>
      </p:sp>
      <p:pic>
        <p:nvPicPr>
          <p:cNvPr id="10" name="Image 1" descr="Imagen ilustrativa relacionada con Escenarios reales">
            <a:extLst>
              <a:ext uri="{FF2B5EF4-FFF2-40B4-BE49-F238E27FC236}">
                <a16:creationId xmlns:a16="http://schemas.microsoft.com/office/drawing/2014/main" id="{CA8F6750-DF05-7382-E1B1-404D974DC6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76800" y="2011680"/>
            <a:ext cx="548640" cy="548640"/>
          </a:xfrm>
          <a:prstGeom prst="rect">
            <a:avLst/>
          </a:prstGeom>
        </p:spPr>
      </p:pic>
      <p:sp>
        <p:nvSpPr>
          <p:cNvPr id="11" name="Text 7">
            <a:extLst>
              <a:ext uri="{FF2B5EF4-FFF2-40B4-BE49-F238E27FC236}">
                <a16:creationId xmlns:a16="http://schemas.microsoft.com/office/drawing/2014/main" id="{55158818-3EF9-5DB6-A74C-8EF6353DE4CB}"/>
              </a:ext>
            </a:extLst>
          </p:cNvPr>
          <p:cNvSpPr/>
          <p:nvPr/>
        </p:nvSpPr>
        <p:spPr>
          <a:xfrm>
            <a:off x="4876800" y="2682240"/>
            <a:ext cx="2438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133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Samsung Data Leak</a:t>
            </a:r>
            <a:endParaRPr lang="en-US" sz="2133" dirty="0"/>
          </a:p>
        </p:txBody>
      </p:sp>
      <p:sp>
        <p:nvSpPr>
          <p:cNvPr id="12" name="Text 8">
            <a:extLst>
              <a:ext uri="{FF2B5EF4-FFF2-40B4-BE49-F238E27FC236}">
                <a16:creationId xmlns:a16="http://schemas.microsoft.com/office/drawing/2014/main" id="{BBC71E90-1EC0-522D-4F3D-688F5CBD9F3B}"/>
              </a:ext>
            </a:extLst>
          </p:cNvPr>
          <p:cNvSpPr/>
          <p:nvPr/>
        </p:nvSpPr>
        <p:spPr>
          <a:xfrm>
            <a:off x="4876800" y="3717552"/>
            <a:ext cx="2718011" cy="14197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5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Empleados de Samsung pegaron código fuente confidencial y actas de reuniones internas en </a:t>
            </a:r>
            <a:r>
              <a:rPr lang="es-ES" sz="15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ChatGPT</a:t>
            </a:r>
            <a:r>
              <a:rPr lang="es-ES" sz="15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para depurar y resumir. Los datos quedaron expuestos como datos de entrenamiento. Samsung prohibió el uso interno de IA generativa.</a:t>
            </a:r>
          </a:p>
        </p:txBody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C4161CBE-0ABE-176D-1E35-66F456BFEDB5}"/>
              </a:ext>
            </a:extLst>
          </p:cNvPr>
          <p:cNvSpPr/>
          <p:nvPr/>
        </p:nvSpPr>
        <p:spPr>
          <a:xfrm>
            <a:off x="8046720" y="1584960"/>
            <a:ext cx="3169920" cy="4267200"/>
          </a:xfrm>
          <a:prstGeom prst="roundRect">
            <a:avLst>
              <a:gd name="adj" fmla="val 4615"/>
            </a:avLst>
          </a:prstGeom>
          <a:solidFill>
            <a:srgbClr val="F8FAFC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400"/>
          </a:p>
        </p:txBody>
      </p:sp>
      <p:sp>
        <p:nvSpPr>
          <p:cNvPr id="14" name="Shape 10">
            <a:extLst>
              <a:ext uri="{FF2B5EF4-FFF2-40B4-BE49-F238E27FC236}">
                <a16:creationId xmlns:a16="http://schemas.microsoft.com/office/drawing/2014/main" id="{74EC6A7F-AA7D-6DE6-B9C7-8095292E12B0}"/>
              </a:ext>
            </a:extLst>
          </p:cNvPr>
          <p:cNvSpPr/>
          <p:nvPr/>
        </p:nvSpPr>
        <p:spPr>
          <a:xfrm>
            <a:off x="8046720" y="1584960"/>
            <a:ext cx="3169920" cy="73152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s-ES" sz="2400"/>
          </a:p>
        </p:txBody>
      </p:sp>
      <p:pic>
        <p:nvPicPr>
          <p:cNvPr id="15" name="Image 2" descr="Imagen ilustrativa relacionada con Escenarios reales">
            <a:extLst>
              <a:ext uri="{FF2B5EF4-FFF2-40B4-BE49-F238E27FC236}">
                <a16:creationId xmlns:a16="http://schemas.microsoft.com/office/drawing/2014/main" id="{A76F3D7F-29E9-32D8-5EEF-098C2BE273E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12480" y="2011680"/>
            <a:ext cx="548640" cy="548640"/>
          </a:xfrm>
          <a:prstGeom prst="rect">
            <a:avLst/>
          </a:prstGeom>
        </p:spPr>
      </p:pic>
      <p:sp>
        <p:nvSpPr>
          <p:cNvPr id="16" name="Text 11">
            <a:extLst>
              <a:ext uri="{FF2B5EF4-FFF2-40B4-BE49-F238E27FC236}">
                <a16:creationId xmlns:a16="http://schemas.microsoft.com/office/drawing/2014/main" id="{F26096D8-E9DF-6A3E-26CA-A3A2591D4268}"/>
              </a:ext>
            </a:extLst>
          </p:cNvPr>
          <p:cNvSpPr/>
          <p:nvPr/>
        </p:nvSpPr>
        <p:spPr>
          <a:xfrm>
            <a:off x="8412480" y="2682240"/>
            <a:ext cx="2438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133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CNET Artículos IA</a:t>
            </a:r>
            <a:endParaRPr lang="en-US" sz="2133" dirty="0"/>
          </a:p>
        </p:txBody>
      </p:sp>
      <p:sp>
        <p:nvSpPr>
          <p:cNvPr id="17" name="Text 12">
            <a:extLst>
              <a:ext uri="{FF2B5EF4-FFF2-40B4-BE49-F238E27FC236}">
                <a16:creationId xmlns:a16="http://schemas.microsoft.com/office/drawing/2014/main" id="{A9208001-6C51-0348-2BD3-DA3D35ECF83C}"/>
              </a:ext>
            </a:extLst>
          </p:cNvPr>
          <p:cNvSpPr/>
          <p:nvPr/>
        </p:nvSpPr>
        <p:spPr>
          <a:xfrm>
            <a:off x="8412480" y="3413760"/>
            <a:ext cx="2545080" cy="2072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4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CNET publicó decenas de artículos financieros generados con IA sin revelar su autoría. Los textos contenían errores factuales graves. Al descubrirse, la credibilidad del medio se desplomó y tuvieron que corregir y etiquetar retroactivamente todos los artículos.</a:t>
            </a:r>
          </a:p>
        </p:txBody>
      </p:sp>
      <p:pic>
        <p:nvPicPr>
          <p:cNvPr id="18" name="Image 0" descr="Imagen ilustrativa relacionada con Escenarios reales">
            <a:extLst>
              <a:ext uri="{FF2B5EF4-FFF2-40B4-BE49-F238E27FC236}">
                <a16:creationId xmlns:a16="http://schemas.microsoft.com/office/drawing/2014/main" id="{DA34D2E2-02A6-8F70-D8D5-47E9F2531B8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20839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5360" y="548640"/>
            <a:ext cx="1024128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Principios</a:t>
            </a:r>
            <a:r>
              <a:rPr lang="en-US" sz="3200" b="1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de </a:t>
            </a:r>
            <a:r>
              <a:rPr lang="en-US" sz="3200" b="1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uso</a:t>
            </a:r>
            <a:r>
              <a:rPr lang="en-US" sz="3200" b="1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</a:t>
            </a:r>
            <a:r>
              <a:rPr lang="en-US" sz="3200" b="1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responsable</a:t>
            </a:r>
            <a:endParaRPr lang="en-US" sz="3200" dirty="0"/>
          </a:p>
        </p:txBody>
      </p:sp>
      <p:sp>
        <p:nvSpPr>
          <p:cNvPr id="600" name="Subtitle"/>
          <p:cNvSpPr/>
          <p:nvPr/>
        </p:nvSpPr>
        <p:spPr>
          <a:xfrm>
            <a:off x="975360" y="1100000"/>
            <a:ext cx="10241280" cy="28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1400">
                <a:solidFill>
                  <a:srgbClr val="64748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La responsabilidad es la base que sostiene los demás principios al usar cualquier asistente de IA generativa</a:t>
            </a:r>
            <a:endParaRPr lang="es-ES" sz="1400" dirty="0"/>
          </a:p>
        </p:txBody>
      </p:sp>
      <p:sp>
        <p:nvSpPr>
          <p:cNvPr id="100" name="Card0 BG"/>
          <p:cNvSpPr/>
          <p:nvPr/>
        </p:nvSpPr>
        <p:spPr>
          <a:xfrm>
            <a:off x="975360" y="1699999"/>
            <a:ext cx="1900000" cy="3137041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01" name="Card0 Band"/>
          <p:cNvSpPr/>
          <p:nvPr/>
        </p:nvSpPr>
        <p:spPr>
          <a:xfrm>
            <a:off x="975360" y="1700000"/>
            <a:ext cx="1900000" cy="6096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02" name="Card0 IconBg"/>
          <p:cNvSpPr/>
          <p:nvPr/>
        </p:nvSpPr>
        <p:spPr>
          <a:xfrm>
            <a:off x="1175360" y="1900000"/>
            <a:ext cx="426720" cy="426720"/>
          </a:xfrm>
          <a:prstGeom prst="ellipse">
            <a:avLst/>
          </a:prstGeom>
          <a:solidFill>
            <a:srgbClr val="3B82F6"/>
          </a:solidFill>
          <a:ln/>
        </p:spPr>
        <p:txBody>
          <a:bodyPr wrap="square" lIns="0" tIns="0" rIns="0" bIns="0" anchor="ctr"/>
          <a:lstStyle/>
          <a:p>
            <a:pPr algn="ctr"/>
            <a:r>
              <a:rPr lang="en-US" sz="1800" b="1">
                <a:solidFill>
                  <a:srgbClr val="FFFFFF"/>
                </a:solidFill>
                <a:latin typeface="Segoe UI" pitchFamily="34" charset="0"/>
                <a:cs typeface="Segoe UI" pitchFamily="34" charset="0"/>
              </a:rPr>
              <a:t>1</a:t>
            </a:r>
            <a:endParaRPr lang="en-US" sz="1800"/>
          </a:p>
        </p:txBody>
      </p:sp>
      <p:sp>
        <p:nvSpPr>
          <p:cNvPr id="103" name="Card0 Title"/>
          <p:cNvSpPr/>
          <p:nvPr/>
        </p:nvSpPr>
        <p:spPr>
          <a:xfrm>
            <a:off x="1175360" y="2347101"/>
            <a:ext cx="150000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500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Equidad</a:t>
            </a:r>
            <a:endParaRPr lang="es-ES" sz="1500"/>
          </a:p>
        </p:txBody>
      </p:sp>
      <p:sp>
        <p:nvSpPr>
          <p:cNvPr id="104" name="Card0 Desc"/>
          <p:cNvSpPr/>
          <p:nvPr/>
        </p:nvSpPr>
        <p:spPr>
          <a:xfrm>
            <a:off x="1175360" y="3097101"/>
            <a:ext cx="1685320" cy="11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10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Cuando uses un asistente de IA, revisa que sus respuestas no contengan sesgos de género, raza, cultura o ideología. Contrasta con fuentes diversas antes de actuar sobre ellas.</a:t>
            </a:r>
            <a:endParaRPr lang="es-ES" sz="1050" dirty="0"/>
          </a:p>
        </p:txBody>
      </p:sp>
      <p:sp>
        <p:nvSpPr>
          <p:cNvPr id="105" name="Card1 BG"/>
          <p:cNvSpPr/>
          <p:nvPr/>
        </p:nvSpPr>
        <p:spPr>
          <a:xfrm>
            <a:off x="3060680" y="1699999"/>
            <a:ext cx="1900000" cy="3137041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06" name="Card1 Band"/>
          <p:cNvSpPr/>
          <p:nvPr/>
        </p:nvSpPr>
        <p:spPr>
          <a:xfrm>
            <a:off x="3060680" y="1700000"/>
            <a:ext cx="1900000" cy="6096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07" name="Card1 IconBg"/>
          <p:cNvSpPr/>
          <p:nvPr/>
        </p:nvSpPr>
        <p:spPr>
          <a:xfrm>
            <a:off x="3260680" y="1900000"/>
            <a:ext cx="426720" cy="426720"/>
          </a:xfrm>
          <a:prstGeom prst="ellipse">
            <a:avLst/>
          </a:prstGeom>
          <a:solidFill>
            <a:srgbClr val="0D9488"/>
          </a:solidFill>
          <a:ln/>
        </p:spPr>
        <p:txBody>
          <a:bodyPr wrap="square" lIns="0" tIns="0" rIns="0" bIns="0" anchor="ctr"/>
          <a:lstStyle/>
          <a:p>
            <a:pPr algn="ctr"/>
            <a:r>
              <a:rPr lang="en-US" sz="1800" b="1">
                <a:solidFill>
                  <a:srgbClr val="FFFFFF"/>
                </a:solidFill>
                <a:latin typeface="Segoe UI" pitchFamily="34" charset="0"/>
                <a:cs typeface="Segoe UI" pitchFamily="34" charset="0"/>
              </a:rPr>
              <a:t>2</a:t>
            </a:r>
            <a:endParaRPr lang="en-US" sz="1800"/>
          </a:p>
        </p:txBody>
      </p:sp>
      <p:sp>
        <p:nvSpPr>
          <p:cNvPr id="108" name="Card1 Title"/>
          <p:cNvSpPr/>
          <p:nvPr/>
        </p:nvSpPr>
        <p:spPr>
          <a:xfrm>
            <a:off x="3260680" y="2347101"/>
            <a:ext cx="150000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500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Fiabilidad y seguridad</a:t>
            </a:r>
            <a:endParaRPr lang="es-ES" sz="1500"/>
          </a:p>
        </p:txBody>
      </p:sp>
      <p:sp>
        <p:nvSpPr>
          <p:cNvPr id="109" name="Card1 Desc"/>
          <p:cNvSpPr/>
          <p:nvPr/>
        </p:nvSpPr>
        <p:spPr>
          <a:xfrm>
            <a:off x="3260680" y="3097101"/>
            <a:ext cx="1500000" cy="11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10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Trata las respuestas del asistente como un primer borrador, no como verdad: pueden contener errores o invenciones. Valida los datos críticos antes de usarlos.</a:t>
            </a:r>
            <a:endParaRPr lang="es-ES" sz="1050" dirty="0"/>
          </a:p>
        </p:txBody>
      </p:sp>
      <p:sp>
        <p:nvSpPr>
          <p:cNvPr id="110" name="Card2 BG"/>
          <p:cNvSpPr/>
          <p:nvPr/>
        </p:nvSpPr>
        <p:spPr>
          <a:xfrm>
            <a:off x="5146000" y="1699999"/>
            <a:ext cx="1900000" cy="3137041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11" name="Card2 Band"/>
          <p:cNvSpPr/>
          <p:nvPr/>
        </p:nvSpPr>
        <p:spPr>
          <a:xfrm>
            <a:off x="5146000" y="1700000"/>
            <a:ext cx="1900000" cy="60960"/>
          </a:xfrm>
          <a:prstGeom prst="rect">
            <a:avLst/>
          </a:prstGeom>
          <a:solidFill>
            <a:srgbClr val="5B21B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12" name="Card2 IconBg"/>
          <p:cNvSpPr/>
          <p:nvPr/>
        </p:nvSpPr>
        <p:spPr>
          <a:xfrm>
            <a:off x="5346000" y="1900000"/>
            <a:ext cx="426720" cy="426720"/>
          </a:xfrm>
          <a:prstGeom prst="ellipse">
            <a:avLst/>
          </a:prstGeom>
          <a:solidFill>
            <a:srgbClr val="5B21B6"/>
          </a:solidFill>
          <a:ln/>
        </p:spPr>
        <p:txBody>
          <a:bodyPr wrap="square" lIns="0" tIns="0" rIns="0" bIns="0" anchor="ctr"/>
          <a:lstStyle/>
          <a:p>
            <a:pPr algn="ctr"/>
            <a:r>
              <a:rPr lang="en-US" sz="1800" b="1">
                <a:solidFill>
                  <a:srgbClr val="FFFFFF"/>
                </a:solidFill>
                <a:latin typeface="Segoe UI" pitchFamily="34" charset="0"/>
                <a:cs typeface="Segoe UI" pitchFamily="34" charset="0"/>
              </a:rPr>
              <a:t>3</a:t>
            </a:r>
            <a:endParaRPr lang="en-US" sz="1800"/>
          </a:p>
        </p:txBody>
      </p:sp>
      <p:sp>
        <p:nvSpPr>
          <p:cNvPr id="113" name="Card2 Title"/>
          <p:cNvSpPr/>
          <p:nvPr/>
        </p:nvSpPr>
        <p:spPr>
          <a:xfrm>
            <a:off x="5346000" y="2347101"/>
            <a:ext cx="150000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500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Privacidad y seguridad</a:t>
            </a:r>
            <a:endParaRPr lang="es-ES" sz="1500"/>
          </a:p>
        </p:txBody>
      </p:sp>
      <p:sp>
        <p:nvSpPr>
          <p:cNvPr id="114" name="Card2 Desc"/>
          <p:cNvSpPr/>
          <p:nvPr/>
        </p:nvSpPr>
        <p:spPr>
          <a:xfrm>
            <a:off x="5346000" y="3097101"/>
            <a:ext cx="1500000" cy="11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10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copies datos personales, confidenciales o de clientes en tus </a:t>
            </a:r>
            <a:r>
              <a:rPr lang="es-ES" sz="105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prompts</a:t>
            </a:r>
            <a:r>
              <a:rPr lang="es-ES" sz="10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 Sigue siempre la política de uso de IA y de datos de tu organización antes de pegar información sensible.</a:t>
            </a:r>
            <a:endParaRPr lang="es-ES" sz="1050" dirty="0"/>
          </a:p>
        </p:txBody>
      </p:sp>
      <p:sp>
        <p:nvSpPr>
          <p:cNvPr id="115" name="Card3 BG"/>
          <p:cNvSpPr/>
          <p:nvPr/>
        </p:nvSpPr>
        <p:spPr>
          <a:xfrm>
            <a:off x="7231320" y="1699999"/>
            <a:ext cx="1900000" cy="3137041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16" name="Card3 Band"/>
          <p:cNvSpPr/>
          <p:nvPr/>
        </p:nvSpPr>
        <p:spPr>
          <a:xfrm>
            <a:off x="7231320" y="1700000"/>
            <a:ext cx="1900000" cy="60960"/>
          </a:xfrm>
          <a:prstGeom prst="rect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17" name="Card3 IconBg"/>
          <p:cNvSpPr/>
          <p:nvPr/>
        </p:nvSpPr>
        <p:spPr>
          <a:xfrm>
            <a:off x="7431320" y="1900000"/>
            <a:ext cx="426720" cy="426720"/>
          </a:xfrm>
          <a:prstGeom prst="ellipse">
            <a:avLst/>
          </a:prstGeom>
          <a:solidFill>
            <a:srgbClr val="F97316"/>
          </a:solidFill>
          <a:ln/>
        </p:spPr>
        <p:txBody>
          <a:bodyPr wrap="square" lIns="0" tIns="0" rIns="0" bIns="0" anchor="ctr"/>
          <a:lstStyle/>
          <a:p>
            <a:pPr algn="ctr"/>
            <a:r>
              <a:rPr lang="en-US" sz="1800" b="1">
                <a:solidFill>
                  <a:srgbClr val="FFFFFF"/>
                </a:solidFill>
                <a:latin typeface="Segoe UI" pitchFamily="34" charset="0"/>
                <a:cs typeface="Segoe UI" pitchFamily="34" charset="0"/>
              </a:rPr>
              <a:t>4</a:t>
            </a:r>
            <a:endParaRPr lang="en-US" sz="1800"/>
          </a:p>
        </p:txBody>
      </p:sp>
      <p:sp>
        <p:nvSpPr>
          <p:cNvPr id="118" name="Card3 Title"/>
          <p:cNvSpPr/>
          <p:nvPr/>
        </p:nvSpPr>
        <p:spPr>
          <a:xfrm>
            <a:off x="7431320" y="2347101"/>
            <a:ext cx="150000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500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Inclusión</a:t>
            </a:r>
            <a:endParaRPr lang="es-ES" sz="1500"/>
          </a:p>
        </p:txBody>
      </p:sp>
      <p:sp>
        <p:nvSpPr>
          <p:cNvPr id="119" name="Card3 Desc"/>
          <p:cNvSpPr/>
          <p:nvPr/>
        </p:nvSpPr>
        <p:spPr>
          <a:xfrm>
            <a:off x="7431320" y="3097101"/>
            <a:ext cx="1500000" cy="11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10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Diseña y utiliza la IA pensando en personas de todas las capacidades, orígenes y contextos, y asegúrate de que las soluciones sean accesibles para todos.</a:t>
            </a:r>
            <a:endParaRPr lang="es-ES" sz="1050" dirty="0"/>
          </a:p>
        </p:txBody>
      </p:sp>
      <p:sp>
        <p:nvSpPr>
          <p:cNvPr id="120" name="Card4 BG"/>
          <p:cNvSpPr/>
          <p:nvPr/>
        </p:nvSpPr>
        <p:spPr>
          <a:xfrm>
            <a:off x="9316640" y="1699999"/>
            <a:ext cx="1900000" cy="3137041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21" name="Card4 Band"/>
          <p:cNvSpPr/>
          <p:nvPr/>
        </p:nvSpPr>
        <p:spPr>
          <a:xfrm>
            <a:off x="9316640" y="1700000"/>
            <a:ext cx="1900000" cy="6096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22" name="Card4 IconBg"/>
          <p:cNvSpPr/>
          <p:nvPr/>
        </p:nvSpPr>
        <p:spPr>
          <a:xfrm>
            <a:off x="9516640" y="1900000"/>
            <a:ext cx="426720" cy="426720"/>
          </a:xfrm>
          <a:prstGeom prst="ellipse">
            <a:avLst/>
          </a:prstGeom>
          <a:solidFill>
            <a:srgbClr val="7C3AED"/>
          </a:solidFill>
          <a:ln/>
        </p:spPr>
        <p:txBody>
          <a:bodyPr wrap="square" lIns="0" tIns="0" rIns="0" bIns="0" anchor="ctr"/>
          <a:lstStyle/>
          <a:p>
            <a:pPr algn="ctr"/>
            <a:r>
              <a:rPr lang="en-US" sz="1800" b="1">
                <a:solidFill>
                  <a:srgbClr val="FFFFFF"/>
                </a:solidFill>
                <a:latin typeface="Segoe UI" pitchFamily="34" charset="0"/>
                <a:cs typeface="Segoe UI" pitchFamily="34" charset="0"/>
              </a:rPr>
              <a:t>5</a:t>
            </a:r>
            <a:endParaRPr lang="en-US" sz="1800"/>
          </a:p>
        </p:txBody>
      </p:sp>
      <p:sp>
        <p:nvSpPr>
          <p:cNvPr id="123" name="Card4 Title"/>
          <p:cNvSpPr/>
          <p:nvPr/>
        </p:nvSpPr>
        <p:spPr>
          <a:xfrm>
            <a:off x="9516640" y="2347101"/>
            <a:ext cx="150000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500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Transparencia</a:t>
            </a:r>
            <a:endParaRPr lang="es-ES" sz="1500"/>
          </a:p>
        </p:txBody>
      </p:sp>
      <p:sp>
        <p:nvSpPr>
          <p:cNvPr id="124" name="Card4 Desc"/>
          <p:cNvSpPr/>
          <p:nvPr/>
        </p:nvSpPr>
        <p:spPr>
          <a:xfrm>
            <a:off x="9516640" y="3097101"/>
            <a:ext cx="1500000" cy="11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10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Indica cuándo un texto, imagen o análisis ha sido generado o asistido por IA. Sé honesto con tu equipo, clientes y audiencia sobre cómo lo has elaborado.</a:t>
            </a:r>
            <a:endParaRPr lang="es-ES" sz="1050" dirty="0"/>
          </a:p>
        </p:txBody>
      </p:sp>
      <p:sp>
        <p:nvSpPr>
          <p:cNvPr id="125" name="Card5 BG"/>
          <p:cNvSpPr/>
          <p:nvPr/>
        </p:nvSpPr>
        <p:spPr>
          <a:xfrm>
            <a:off x="975360" y="5036081"/>
            <a:ext cx="10241280" cy="1393976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26" name="Card5 Band"/>
          <p:cNvSpPr/>
          <p:nvPr/>
        </p:nvSpPr>
        <p:spPr>
          <a:xfrm>
            <a:off x="975360" y="5036081"/>
            <a:ext cx="10241280" cy="6096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27" name="Card5 IconBg"/>
          <p:cNvSpPr/>
          <p:nvPr/>
        </p:nvSpPr>
        <p:spPr>
          <a:xfrm>
            <a:off x="1175360" y="5256081"/>
            <a:ext cx="426720" cy="426720"/>
          </a:xfrm>
          <a:prstGeom prst="ellipse">
            <a:avLst/>
          </a:prstGeom>
          <a:solidFill>
            <a:srgbClr val="EC4899"/>
          </a:solidFill>
          <a:ln/>
        </p:spPr>
        <p:txBody>
          <a:bodyPr wrap="square" lIns="0" tIns="0" rIns="0" bIns="0" anchor="ctr"/>
          <a:lstStyle/>
          <a:p>
            <a:pPr algn="ctr"/>
            <a:r>
              <a:rPr lang="en-US" sz="1800" b="1">
                <a:solidFill>
                  <a:srgbClr val="FFFFFF"/>
                </a:solidFill>
                <a:latin typeface="Segoe UI" pitchFamily="34" charset="0"/>
                <a:cs typeface="Segoe UI" pitchFamily="34" charset="0"/>
              </a:rPr>
              <a:t>★</a:t>
            </a:r>
            <a:endParaRPr lang="en-US" sz="1800"/>
          </a:p>
        </p:txBody>
      </p:sp>
      <p:sp>
        <p:nvSpPr>
          <p:cNvPr id="128" name="Card5 Title"/>
          <p:cNvSpPr/>
          <p:nvPr/>
        </p:nvSpPr>
        <p:spPr>
          <a:xfrm>
            <a:off x="1702080" y="5296081"/>
            <a:ext cx="931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700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Responsabilidad — la base de todos los principios</a:t>
            </a:r>
            <a:endParaRPr lang="es-ES" sz="1700"/>
          </a:p>
        </p:txBody>
      </p:sp>
      <p:sp>
        <p:nvSpPr>
          <p:cNvPr id="129" name="Card5 Desc"/>
          <p:cNvSpPr/>
          <p:nvPr/>
        </p:nvSpPr>
        <p:spPr>
          <a:xfrm>
            <a:off x="1175360" y="5886081"/>
            <a:ext cx="9841280" cy="543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14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Tú firmas el resultado final, no el asistente. Verifica, edita y valida cada respuesta antes de compartirla o tomar decisiones basadas en ella.</a:t>
            </a:r>
            <a:endParaRPr lang="es-ES" sz="1400" dirty="0"/>
          </a:p>
        </p:txBody>
      </p:sp>
      <p:pic>
        <p:nvPicPr>
          <p:cNvPr id="3" name="Image 0" descr="Imagen ilustrativa relacionada con Principios de uso responsable">
            <a:extLst>
              <a:ext uri="{FF2B5EF4-FFF2-40B4-BE49-F238E27FC236}">
                <a16:creationId xmlns:a16="http://schemas.microsoft.com/office/drawing/2014/main" id="{3B76BCD6-9067-44C4-B8D2-AB9B7A3F1A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600000" y="350000"/>
            <a:ext cx="11000000" cy="60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r>
              <a:rPr lang="es-ES" sz="2800" b="1">
                <a:solidFill>
                  <a:srgbClr val="1E293B"/>
                </a:solidFill>
                <a:latin typeface="Segoe UI Semibold"/>
              </a:rPr>
              <a:t>Human-in-the-Loop (HITL)</a:t>
            </a:r>
          </a:p>
        </p:txBody>
      </p:sp>
      <p:sp>
        <p:nvSpPr>
          <p:cNvPr id="3" name="Subtitle"/>
          <p:cNvSpPr/>
          <p:nvPr/>
        </p:nvSpPr>
        <p:spPr>
          <a:xfrm>
            <a:off x="600000" y="980000"/>
            <a:ext cx="11000000" cy="32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r>
              <a:rPr lang="es-ES" sz="1400">
                <a:solidFill>
                  <a:srgbClr val="64748B"/>
                </a:solidFill>
                <a:latin typeface="Segoe UI"/>
              </a:rPr>
              <a:t>Enfoque que integra la supervisión y el juicio humano en el ciclo de vida de la IA</a:t>
            </a:r>
          </a:p>
        </p:txBody>
      </p:sp>
      <p:sp>
        <p:nvSpPr>
          <p:cNvPr id="10" name="DiagramHeader"/>
          <p:cNvSpPr/>
          <p:nvPr/>
        </p:nvSpPr>
        <p:spPr>
          <a:xfrm>
            <a:off x="600000" y="1500000"/>
            <a:ext cx="5500000" cy="35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r>
              <a:rPr lang="es-ES" sz="1500" b="1">
                <a:solidFill>
                  <a:srgbClr val="1E293B"/>
                </a:solidFill>
                <a:latin typeface="Segoe UI Semibold"/>
              </a:rPr>
              <a:t>Ciclo Humano-Modelo</a:t>
            </a:r>
          </a:p>
        </p:txBody>
      </p:sp>
      <p:sp>
        <p:nvSpPr>
          <p:cNvPr id="11" name="DiagramBG"/>
          <p:cNvSpPr/>
          <p:nvPr/>
        </p:nvSpPr>
        <p:spPr>
          <a:xfrm>
            <a:off x="600000" y="1920000"/>
            <a:ext cx="5500000" cy="46000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</p:spPr>
        <p:txBody>
          <a:bodyPr/>
          <a:lstStyle/>
          <a:p>
            <a:endParaRPr lang="es-ES"/>
          </a:p>
        </p:txBody>
      </p:sp>
      <p:sp>
        <p:nvSpPr>
          <p:cNvPr id="20" name="NodeA"/>
          <p:cNvSpPr/>
          <p:nvPr/>
        </p:nvSpPr>
        <p:spPr>
          <a:xfrm>
            <a:off x="900000" y="2200000"/>
            <a:ext cx="1800000" cy="800000"/>
          </a:xfrm>
          <a:prstGeom prst="roundRect">
            <a:avLst>
              <a:gd name="adj" fmla="val 20000"/>
            </a:avLst>
          </a:prstGeom>
          <a:solidFill>
            <a:srgbClr val="3B82F6"/>
          </a:solidFill>
          <a:ln/>
        </p:spPr>
        <p:txBody>
          <a:bodyPr wrap="square" lIns="50000" tIns="50000" rIns="50000" bIns="50000" anchor="ctr"/>
          <a:lstStyle/>
          <a:p>
            <a:pPr algn="ctr"/>
            <a:r>
              <a:rPr lang="es-ES" sz="1400" b="1">
                <a:solidFill>
                  <a:srgbClr val="FFFFFF"/>
                </a:solidFill>
                <a:latin typeface="Segoe UI Semibold"/>
              </a:rPr>
              <a:t>Datos / Entrada</a:t>
            </a:r>
          </a:p>
        </p:txBody>
      </p:sp>
      <p:sp>
        <p:nvSpPr>
          <p:cNvPr id="21" name="NodeB"/>
          <p:cNvSpPr/>
          <p:nvPr/>
        </p:nvSpPr>
        <p:spPr>
          <a:xfrm>
            <a:off x="4000000" y="2200000"/>
            <a:ext cx="1800000" cy="80000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/>
        </p:spPr>
        <p:txBody>
          <a:bodyPr wrap="square" lIns="50000" tIns="50000" rIns="50000" bIns="50000" anchor="ctr"/>
          <a:lstStyle/>
          <a:p>
            <a:pPr algn="ctr"/>
            <a:r>
              <a:rPr lang="es-ES" sz="1400" b="1">
                <a:solidFill>
                  <a:srgbClr val="FFFFFF"/>
                </a:solidFill>
                <a:latin typeface="Segoe UI Semibold"/>
              </a:rPr>
              <a:t>Modelo de IA</a:t>
            </a:r>
          </a:p>
        </p:txBody>
      </p:sp>
      <p:sp>
        <p:nvSpPr>
          <p:cNvPr id="22" name="NodeC"/>
          <p:cNvSpPr/>
          <p:nvPr/>
        </p:nvSpPr>
        <p:spPr>
          <a:xfrm>
            <a:off x="4000000" y="5350000"/>
            <a:ext cx="1800000" cy="800000"/>
          </a:xfrm>
          <a:prstGeom prst="roundRect">
            <a:avLst>
              <a:gd name="adj" fmla="val 20000"/>
            </a:avLst>
          </a:prstGeom>
          <a:solidFill>
            <a:srgbClr val="5B21B6"/>
          </a:solidFill>
          <a:ln/>
        </p:spPr>
        <p:txBody>
          <a:bodyPr wrap="square" lIns="50000" tIns="50000" rIns="50000" bIns="50000" anchor="ctr"/>
          <a:lstStyle/>
          <a:p>
            <a:pPr algn="ctr"/>
            <a:r>
              <a:rPr lang="es-ES" sz="1400" b="1">
                <a:solidFill>
                  <a:srgbClr val="FFFFFF"/>
                </a:solidFill>
                <a:latin typeface="Segoe UI Semibold"/>
              </a:rPr>
              <a:t>Predicción</a:t>
            </a:r>
          </a:p>
        </p:txBody>
      </p:sp>
      <p:sp>
        <p:nvSpPr>
          <p:cNvPr id="23" name="NodeD"/>
          <p:cNvSpPr/>
          <p:nvPr/>
        </p:nvSpPr>
        <p:spPr>
          <a:xfrm>
            <a:off x="900000" y="5350000"/>
            <a:ext cx="1800000" cy="800000"/>
          </a:xfrm>
          <a:prstGeom prst="roundRect">
            <a:avLst>
              <a:gd name="adj" fmla="val 20000"/>
            </a:avLst>
          </a:prstGeom>
          <a:solidFill>
            <a:srgbClr val="F97316"/>
          </a:solidFill>
          <a:ln/>
        </p:spPr>
        <p:txBody>
          <a:bodyPr wrap="square" lIns="50000" tIns="50000" rIns="50000" bIns="50000" anchor="ctr"/>
          <a:lstStyle/>
          <a:p>
            <a:pPr algn="ctr"/>
            <a:r>
              <a:rPr lang="es-ES" sz="1400" b="1">
                <a:solidFill>
                  <a:srgbClr val="FFFFFF"/>
                </a:solidFill>
                <a:latin typeface="Segoe UI Semibold"/>
              </a:rPr>
              <a:t>Revisión humana</a:t>
            </a:r>
          </a:p>
        </p:txBody>
      </p:sp>
      <p:cxnSp>
        <p:nvCxnSpPr>
          <p:cNvPr id="30" name="ArrowAB"/>
          <p:cNvCxnSpPr/>
          <p:nvPr/>
        </p:nvCxnSpPr>
        <p:spPr>
          <a:xfrm>
            <a:off x="2700000" y="2580000"/>
            <a:ext cx="1300000" cy="0"/>
          </a:xfrm>
          <a:prstGeom prst="straightConnector1">
            <a:avLst/>
          </a:prstGeom>
          <a:ln w="22225">
            <a:solidFill>
              <a:srgbClr val="64748B"/>
            </a:solidFill>
            <a:tailEnd type="triangle"/>
          </a:ln>
        </p:spPr>
      </p:cxnSp>
      <p:cxnSp>
        <p:nvCxnSpPr>
          <p:cNvPr id="31" name="ArrowBC"/>
          <p:cNvCxnSpPr/>
          <p:nvPr/>
        </p:nvCxnSpPr>
        <p:spPr>
          <a:xfrm>
            <a:off x="4900000" y="3000000"/>
            <a:ext cx="0" cy="2350000"/>
          </a:xfrm>
          <a:prstGeom prst="straightConnector1">
            <a:avLst/>
          </a:prstGeom>
          <a:ln w="22225">
            <a:solidFill>
              <a:srgbClr val="64748B"/>
            </a:solidFill>
            <a:tailEnd type="triangle"/>
          </a:ln>
        </p:spPr>
      </p:cxnSp>
      <p:cxnSp>
        <p:nvCxnSpPr>
          <p:cNvPr id="32" name="ArrowCD"/>
          <p:cNvCxnSpPr/>
          <p:nvPr/>
        </p:nvCxnSpPr>
        <p:spPr>
          <a:xfrm flipH="1">
            <a:off x="2700000" y="5730000"/>
            <a:ext cx="1300000" cy="0"/>
          </a:xfrm>
          <a:prstGeom prst="straightConnector1">
            <a:avLst/>
          </a:prstGeom>
          <a:ln w="22225">
            <a:solidFill>
              <a:srgbClr val="64748B"/>
            </a:solidFill>
            <a:tailEnd type="triangle"/>
          </a:ln>
        </p:spPr>
      </p:cxnSp>
      <p:cxnSp>
        <p:nvCxnSpPr>
          <p:cNvPr id="33" name="ArrowDA"/>
          <p:cNvCxnSpPr/>
          <p:nvPr/>
        </p:nvCxnSpPr>
        <p:spPr>
          <a:xfrm flipV="1">
            <a:off x="1800000" y="3000000"/>
            <a:ext cx="0" cy="2350000"/>
          </a:xfrm>
          <a:prstGeom prst="straightConnector1">
            <a:avLst/>
          </a:prstGeom>
          <a:ln w="22225">
            <a:solidFill>
              <a:srgbClr val="64748B"/>
            </a:solidFill>
            <a:tailEnd type="triangle"/>
          </a:ln>
        </p:spPr>
      </p:cxnSp>
      <p:sp>
        <p:nvSpPr>
          <p:cNvPr id="40" name="CenterLabel"/>
          <p:cNvSpPr/>
          <p:nvPr/>
        </p:nvSpPr>
        <p:spPr>
          <a:xfrm>
            <a:off x="2550000" y="3850000"/>
            <a:ext cx="1600000" cy="8000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C4899"/>
            </a:solidFill>
          </a:ln>
        </p:spPr>
        <p:txBody>
          <a:bodyPr wrap="square" lIns="40000" tIns="40000" rIns="40000" bIns="40000" anchor="ctr"/>
          <a:lstStyle/>
          <a:p>
            <a:pPr algn="ctr"/>
            <a:r>
              <a:rPr lang="es-ES" sz="1100" b="1">
                <a:solidFill>
                  <a:srgbClr val="EC4899"/>
                </a:solidFill>
                <a:latin typeface="Segoe UI Semibold"/>
              </a:rPr>
              <a:t>Feedback continuo</a:t>
            </a:r>
          </a:p>
        </p:txBody>
      </p:sp>
      <p:sp>
        <p:nvSpPr>
          <p:cNvPr id="41" name="LblTop"/>
          <p:cNvSpPr/>
          <p:nvPr/>
        </p:nvSpPr>
        <p:spPr>
          <a:xfrm>
            <a:off x="2700000" y="2380000"/>
            <a:ext cx="1300000" cy="22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lang="es-ES" sz="900" i="1">
                <a:solidFill>
                  <a:srgbClr val="64748B"/>
                </a:solidFill>
                <a:latin typeface="Segoe UI"/>
              </a:rPr>
              <a:t>entrenamiento</a:t>
            </a:r>
          </a:p>
        </p:txBody>
      </p:sp>
      <p:sp>
        <p:nvSpPr>
          <p:cNvPr id="42" name="LblRight"/>
          <p:cNvSpPr/>
          <p:nvPr/>
        </p:nvSpPr>
        <p:spPr>
          <a:xfrm>
            <a:off x="4960000" y="4050000"/>
            <a:ext cx="900000" cy="22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lang="es-ES" sz="900" i="1">
                <a:solidFill>
                  <a:srgbClr val="64748B"/>
                </a:solidFill>
                <a:latin typeface="Segoe UI"/>
              </a:rPr>
              <a:t>resultado</a:t>
            </a:r>
          </a:p>
        </p:txBody>
      </p:sp>
      <p:sp>
        <p:nvSpPr>
          <p:cNvPr id="43" name="LblBottom"/>
          <p:cNvSpPr/>
          <p:nvPr/>
        </p:nvSpPr>
        <p:spPr>
          <a:xfrm>
            <a:off x="2700000" y="5780000"/>
            <a:ext cx="1300000" cy="22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lang="es-ES" sz="900" i="1">
                <a:solidFill>
                  <a:srgbClr val="64748B"/>
                </a:solidFill>
                <a:latin typeface="Segoe UI"/>
              </a:rPr>
              <a:t>validación</a:t>
            </a:r>
          </a:p>
        </p:txBody>
      </p:sp>
      <p:sp>
        <p:nvSpPr>
          <p:cNvPr id="44" name="LblLeft"/>
          <p:cNvSpPr/>
          <p:nvPr/>
        </p:nvSpPr>
        <p:spPr>
          <a:xfrm>
            <a:off x="850000" y="4050000"/>
            <a:ext cx="900000" cy="22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r"/>
            <a:r>
              <a:rPr lang="es-ES" sz="900" i="1">
                <a:solidFill>
                  <a:srgbClr val="64748B"/>
                </a:solidFill>
                <a:latin typeface="Segoe UI"/>
              </a:rPr>
              <a:t>correcciones</a:t>
            </a:r>
          </a:p>
        </p:txBody>
      </p:sp>
      <p:sp>
        <p:nvSpPr>
          <p:cNvPr id="50" name="CardsHeader"/>
          <p:cNvSpPr/>
          <p:nvPr/>
        </p:nvSpPr>
        <p:spPr>
          <a:xfrm>
            <a:off x="6300000" y="1500000"/>
            <a:ext cx="5300000" cy="35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r>
              <a:rPr lang="es-ES" sz="1500" b="1">
                <a:solidFill>
                  <a:srgbClr val="1E293B"/>
                </a:solidFill>
                <a:latin typeface="Segoe UI Semibold"/>
              </a:rPr>
              <a:t>Conceptos clave</a:t>
            </a:r>
          </a:p>
        </p:txBody>
      </p:sp>
      <p:sp>
        <p:nvSpPr>
          <p:cNvPr id="60" name="Card1BG"/>
          <p:cNvSpPr/>
          <p:nvPr/>
        </p:nvSpPr>
        <p:spPr>
          <a:xfrm>
            <a:off x="6300000" y="1920000"/>
            <a:ext cx="5300000" cy="7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76200" dist="1905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61" name="Card1Band"/>
          <p:cNvSpPr/>
          <p:nvPr/>
        </p:nvSpPr>
        <p:spPr>
          <a:xfrm>
            <a:off x="6300000" y="1920000"/>
            <a:ext cx="100000" cy="78000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62" name="Card1Text"/>
          <p:cNvSpPr/>
          <p:nvPr/>
        </p:nvSpPr>
        <p:spPr>
          <a:xfrm>
            <a:off x="6520000" y="1990000"/>
            <a:ext cx="4980000" cy="64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r>
              <a:rPr lang="es-ES" sz="1400" b="1">
                <a:solidFill>
                  <a:srgbClr val="1E293B"/>
                </a:solidFill>
                <a:latin typeface="Segoe UI Semibold"/>
              </a:rPr>
              <a:t>Supervisión humana</a:t>
            </a:r>
          </a:p>
          <a:p>
            <a:r>
              <a:rPr lang="es-ES" sz="1100">
                <a:solidFill>
                  <a:srgbClr val="475569"/>
                </a:solidFill>
                <a:latin typeface="Segoe UI"/>
              </a:rPr>
              <a:t>Personas que revisan, aprueban o modifican las decisiones del modelo.</a:t>
            </a:r>
          </a:p>
        </p:txBody>
      </p:sp>
      <p:sp>
        <p:nvSpPr>
          <p:cNvPr id="70" name="Card2BG"/>
          <p:cNvSpPr/>
          <p:nvPr/>
        </p:nvSpPr>
        <p:spPr>
          <a:xfrm>
            <a:off x="6300000" y="2800000"/>
            <a:ext cx="5300000" cy="7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76200" dist="1905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71" name="Card2Band"/>
          <p:cNvSpPr/>
          <p:nvPr/>
        </p:nvSpPr>
        <p:spPr>
          <a:xfrm>
            <a:off x="6300000" y="2800000"/>
            <a:ext cx="100000" cy="78000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72" name="Card2Text"/>
          <p:cNvSpPr/>
          <p:nvPr/>
        </p:nvSpPr>
        <p:spPr>
          <a:xfrm>
            <a:off x="6520000" y="2870000"/>
            <a:ext cx="4980000" cy="64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r>
              <a:rPr lang="es-ES" sz="1400" b="1">
                <a:solidFill>
                  <a:srgbClr val="1E293B"/>
                </a:solidFill>
                <a:latin typeface="Segoe UI Semibold"/>
              </a:rPr>
              <a:t>Validación y corrección</a:t>
            </a:r>
          </a:p>
          <a:p>
            <a:r>
              <a:rPr lang="es-ES" sz="1100">
                <a:solidFill>
                  <a:srgbClr val="475569"/>
                </a:solidFill>
                <a:latin typeface="Segoe UI"/>
              </a:rPr>
              <a:t>Expertos verifican predicciones y corrigen errores como referencia.</a:t>
            </a:r>
          </a:p>
        </p:txBody>
      </p:sp>
      <p:sp>
        <p:nvSpPr>
          <p:cNvPr id="80" name="Card3BG"/>
          <p:cNvSpPr/>
          <p:nvPr/>
        </p:nvSpPr>
        <p:spPr>
          <a:xfrm>
            <a:off x="6300000" y="3680000"/>
            <a:ext cx="5300000" cy="7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76200" dist="1905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81" name="Card3Band"/>
          <p:cNvSpPr/>
          <p:nvPr/>
        </p:nvSpPr>
        <p:spPr>
          <a:xfrm>
            <a:off x="6300000" y="3680000"/>
            <a:ext cx="100000" cy="780000"/>
          </a:xfrm>
          <a:prstGeom prst="rect">
            <a:avLst/>
          </a:prstGeom>
          <a:solidFill>
            <a:srgbClr val="5B21B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82" name="Card3Text"/>
          <p:cNvSpPr/>
          <p:nvPr/>
        </p:nvSpPr>
        <p:spPr>
          <a:xfrm>
            <a:off x="6520000" y="3750000"/>
            <a:ext cx="4980000" cy="64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r>
              <a:rPr lang="es-ES" sz="1400" b="1">
                <a:solidFill>
                  <a:srgbClr val="1E293B"/>
                </a:solidFill>
                <a:latin typeface="Segoe UI Semibold"/>
              </a:rPr>
              <a:t>Retroalimentación continua (RLHF)</a:t>
            </a:r>
          </a:p>
          <a:p>
            <a:r>
              <a:rPr lang="es-ES" sz="1100">
                <a:solidFill>
                  <a:srgbClr val="475569"/>
                </a:solidFill>
                <a:latin typeface="Segoe UI"/>
              </a:rPr>
              <a:t>El feedback humano reentrena el modelo de forma iterativa.</a:t>
            </a:r>
          </a:p>
        </p:txBody>
      </p:sp>
      <p:sp>
        <p:nvSpPr>
          <p:cNvPr id="90" name="Card4BG"/>
          <p:cNvSpPr/>
          <p:nvPr/>
        </p:nvSpPr>
        <p:spPr>
          <a:xfrm>
            <a:off x="6300000" y="4560000"/>
            <a:ext cx="5300000" cy="7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76200" dist="1905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91" name="Card4Band"/>
          <p:cNvSpPr/>
          <p:nvPr/>
        </p:nvSpPr>
        <p:spPr>
          <a:xfrm>
            <a:off x="6300000" y="4560000"/>
            <a:ext cx="100000" cy="780000"/>
          </a:xfrm>
          <a:prstGeom prst="rect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92" name="Card4Text"/>
          <p:cNvSpPr/>
          <p:nvPr/>
        </p:nvSpPr>
        <p:spPr>
          <a:xfrm>
            <a:off x="6520000" y="4630000"/>
            <a:ext cx="4980000" cy="64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r>
              <a:rPr lang="es-ES" sz="1400" b="1">
                <a:solidFill>
                  <a:srgbClr val="1E293B"/>
                </a:solidFill>
                <a:latin typeface="Segoe UI Semibold"/>
              </a:rPr>
              <a:t>Decisiones críticas</a:t>
            </a:r>
          </a:p>
          <a:p>
            <a:r>
              <a:rPr lang="es-ES" sz="1100">
                <a:solidFill>
                  <a:srgbClr val="475569"/>
                </a:solidFill>
                <a:latin typeface="Segoe UI"/>
              </a:rPr>
              <a:t>El humano decide en salud, finanzas o legal; la IA es copiloto.</a:t>
            </a:r>
          </a:p>
        </p:txBody>
      </p:sp>
      <p:sp>
        <p:nvSpPr>
          <p:cNvPr id="100" name="ExampleBG"/>
          <p:cNvSpPr/>
          <p:nvPr/>
        </p:nvSpPr>
        <p:spPr>
          <a:xfrm>
            <a:off x="6300000" y="5470000"/>
            <a:ext cx="5300000" cy="1050000"/>
          </a:xfrm>
          <a:prstGeom prst="roundRect">
            <a:avLst>
              <a:gd name="adj" fmla="val 6000"/>
            </a:avLst>
          </a:prstGeom>
          <a:solidFill>
            <a:srgbClr val="FEF3C7"/>
          </a:solidFill>
          <a:ln w="9525">
            <a:solidFill>
              <a:srgbClr val="F59E0B"/>
            </a:solidFill>
          </a:ln>
        </p:spPr>
        <p:txBody>
          <a:bodyPr/>
          <a:lstStyle/>
          <a:p>
            <a:endParaRPr lang="es-ES"/>
          </a:p>
        </p:txBody>
      </p:sp>
      <p:sp>
        <p:nvSpPr>
          <p:cNvPr id="101" name="ExampleText"/>
          <p:cNvSpPr/>
          <p:nvPr/>
        </p:nvSpPr>
        <p:spPr>
          <a:xfrm>
            <a:off x="6500000" y="5550000"/>
            <a:ext cx="4900000" cy="9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r>
              <a:rPr lang="es-ES" sz="1300" b="1">
                <a:solidFill>
                  <a:srgbClr val="92400E"/>
                </a:solidFill>
                <a:latin typeface="Segoe UI Semibold"/>
              </a:rPr>
              <a:t>Ejemplo práctico: Moderación de contenido</a:t>
            </a:r>
          </a:p>
          <a:p>
            <a:r>
              <a:rPr lang="es-ES" sz="1100">
                <a:solidFill>
                  <a:srgbClr val="78350F"/>
                </a:solidFill>
                <a:latin typeface="Segoe UI"/>
              </a:rPr>
              <a:t>Un modelo de IA filtra publicaciones automáticamente. Los moderadores humanos revisan los casos ambiguos y sus correcciones se utilizan para reentrenar el modelo, mejorando progresivamente su precisión y reduciendo falsos positivos.</a:t>
            </a:r>
          </a:p>
        </p:txBody>
      </p:sp>
      <p:pic>
        <p:nvPicPr>
          <p:cNvPr id="200" name="Image 0" descr="Imagen ilustrativa relacionada con Human-in-the-Loop (HITL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 t="-39000" b="-39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BC326D7-9EE4-993D-553F-C48BA19729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agen ilustrativa relacionada con Laboratorio: Ética en la IA">
            <a:extLst>
              <a:ext uri="{FF2B5EF4-FFF2-40B4-BE49-F238E27FC236}">
                <a16:creationId xmlns:a16="http://schemas.microsoft.com/office/drawing/2014/main" id="{FE6501CE-0D09-FEFD-9DD9-E0DE1EF1E3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5360" y="670560"/>
            <a:ext cx="548640" cy="54864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E5D4DF46-179C-3C9A-EDA0-73366E461FD1}"/>
              </a:ext>
            </a:extLst>
          </p:cNvPr>
          <p:cNvSpPr/>
          <p:nvPr/>
        </p:nvSpPr>
        <p:spPr>
          <a:xfrm>
            <a:off x="1767840" y="609600"/>
            <a:ext cx="944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rgbClr val="7C3AED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Laboratorio: </a:t>
            </a:r>
            <a:r>
              <a:rPr lang="en-US" sz="3200" b="1" dirty="0" err="1">
                <a:solidFill>
                  <a:srgbClr val="7C3AED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Ética</a:t>
            </a:r>
            <a:r>
              <a:rPr lang="en-US" sz="3200" b="1" dirty="0">
                <a:solidFill>
                  <a:srgbClr val="7C3AED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</a:t>
            </a:r>
            <a:r>
              <a:rPr lang="en-US" sz="3200" b="1" dirty="0" err="1">
                <a:solidFill>
                  <a:srgbClr val="7C3AED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en</a:t>
            </a:r>
            <a:r>
              <a:rPr lang="en-US" sz="3200" b="1" dirty="0">
                <a:solidFill>
                  <a:srgbClr val="7C3AED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la IA</a:t>
            </a:r>
            <a:endParaRPr lang="en-US" sz="3200" dirty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8DEFBA9A-F5A8-91EC-B16F-691B5B3E56A8}"/>
              </a:ext>
            </a:extLst>
          </p:cNvPr>
          <p:cNvSpPr/>
          <p:nvPr/>
        </p:nvSpPr>
        <p:spPr>
          <a:xfrm>
            <a:off x="975360" y="1584960"/>
            <a:ext cx="10241280" cy="463296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400" dirty="0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6D2BF139-DCA4-C44A-722F-80C2E70D4AEE}"/>
              </a:ext>
            </a:extLst>
          </p:cNvPr>
          <p:cNvSpPr/>
          <p:nvPr/>
        </p:nvSpPr>
        <p:spPr>
          <a:xfrm>
            <a:off x="1463040" y="1950720"/>
            <a:ext cx="9265920" cy="390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spcAft>
                <a:spcPts val="1600"/>
              </a:spcAft>
            </a:pPr>
            <a:r>
              <a:rPr lang="es-ES" sz="20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La inteligencia artificial generativa puede redactar informes, analizar datos y automatizar flujos de trabajo en segundos. Sin embargo, esa velocidad solo es útil si los resultados son justos, seguros y verificables. Comprender los principios de IA responsable y saber cuando un ser humano debe intervenir es tan importante como saber escribir un buen </a:t>
            </a:r>
            <a:r>
              <a:rPr lang="es-ES" sz="2000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prompt</a:t>
            </a:r>
            <a:r>
              <a:rPr lang="es-ES" sz="20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.</a:t>
            </a:r>
          </a:p>
          <a:p>
            <a:pPr>
              <a:spcAft>
                <a:spcPts val="1600"/>
              </a:spcAft>
            </a:pPr>
            <a:r>
              <a:rPr lang="es-ES" sz="2000" dirty="0">
                <a:solidFill>
                  <a:srgbClr val="334155"/>
                </a:solidFill>
                <a:latin typeface="Segoe UI Semibold" panose="020B0702040204020203" pitchFamily="34" charset="0"/>
                <a:ea typeface="Segoe UI" pitchFamily="34" charset="-122"/>
                <a:cs typeface="Segoe UI Semibold" panose="020B0702040204020203" pitchFamily="34" charset="0"/>
              </a:rPr>
              <a:t>Tiempo estimado: </a:t>
            </a:r>
            <a:r>
              <a:rPr lang="es-ES" sz="20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40 minutos</a:t>
            </a:r>
          </a:p>
          <a:p>
            <a:pPr>
              <a:spcAft>
                <a:spcPts val="1600"/>
              </a:spcAft>
            </a:pPr>
            <a:endParaRPr lang="es-ES" sz="2000" dirty="0">
              <a:solidFill>
                <a:srgbClr val="334155"/>
              </a:solidFill>
              <a:latin typeface="Segoe UI" panose="020B0502040204020203" pitchFamily="34" charset="0"/>
              <a:ea typeface="Segoe UI" pitchFamily="34" charset="-122"/>
              <a:cs typeface="Segoe UI" panose="020B0502040204020203" pitchFamily="34" charset="0"/>
            </a:endParaRPr>
          </a:p>
          <a:p>
            <a:pPr>
              <a:spcAft>
                <a:spcPts val="1600"/>
              </a:spcAft>
            </a:pPr>
            <a:r>
              <a:rPr lang="es-ES" sz="20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Sigue el ejercicio en:</a:t>
            </a:r>
          </a:p>
          <a:p>
            <a:pPr>
              <a:spcAft>
                <a:spcPts val="1600"/>
              </a:spcAft>
            </a:pPr>
            <a:r>
              <a:rPr lang="es-ES" sz="2000" dirty="0">
                <a:solidFill>
                  <a:srgbClr val="334155"/>
                </a:solidFill>
                <a:latin typeface="Segoe UI Semibold" panose="020B0702040204020203" pitchFamily="34" charset="0"/>
                <a:ea typeface="Segoe UI" pitchFamily="34" charset="-122"/>
                <a:cs typeface="Segoe UI Semibold" panose="020B0702040204020203" pitchFamily="34" charset="0"/>
                <a:hlinkClick r:id="rId5"/>
              </a:rPr>
              <a:t>Ética en la IA</a:t>
            </a:r>
            <a:r>
              <a:rPr lang="es-ES" sz="2000" dirty="0">
                <a:solidFill>
                  <a:srgbClr val="334155"/>
                </a:solidFill>
                <a:latin typeface="Segoe UI Semibold" panose="020B0702040204020203" pitchFamily="34" charset="0"/>
                <a:ea typeface="Segoe UI" pitchFamily="34" charset="-122"/>
                <a:cs typeface="Segoe UI Semibold" panose="020B0702040204020203" pitchFamily="34" charset="0"/>
              </a:rPr>
              <a:t> </a:t>
            </a:r>
            <a:endParaRPr lang="es-ES" sz="2000" dirty="0">
              <a:solidFill>
                <a:srgbClr val="334155"/>
              </a:solidFill>
              <a:latin typeface="Segoe UI" panose="020B0502040204020203" pitchFamily="34" charset="0"/>
              <a:ea typeface="Segoe UI" pitchFamily="34" charset="-122"/>
              <a:cs typeface="Segoe UI" panose="020B0502040204020203" pitchFamily="34" charset="0"/>
            </a:endParaRPr>
          </a:p>
        </p:txBody>
      </p:sp>
      <p:pic>
        <p:nvPicPr>
          <p:cNvPr id="7" name="Image 0" descr="Imagen ilustrativa relacionada con Laboratorio: Ética en la IA">
            <a:extLst>
              <a:ext uri="{FF2B5EF4-FFF2-40B4-BE49-F238E27FC236}">
                <a16:creationId xmlns:a16="http://schemas.microsoft.com/office/drawing/2014/main" id="{94999772-A858-7CC1-C60E-1AB14BFBA19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552466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F5F3FF"/>
            </a:gs>
            <a:gs pos="100000">
              <a:srgbClr val="ECFEFF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TopStripe" descr="Franja decorativa superio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  <p:sp>
        <p:nvSpPr>
          <p:cNvPr id="9" name="Title"/>
          <p:cNvSpPr/>
          <p:nvPr/>
        </p:nvSpPr>
        <p:spPr>
          <a:xfrm>
            <a:off x="487680" y="380000"/>
            <a:ext cx="1121664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3600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Resumen — Ética en el uso de la IA</a:t>
            </a:r>
          </a:p>
        </p:txBody>
      </p:sp>
      <p:sp>
        <p:nvSpPr>
          <p:cNvPr id="20" name="CardConclusiones"/>
          <p:cNvSpPr>
            <a:spLocks/>
          </p:cNvSpPr>
          <p:nvPr/>
        </p:nvSpPr>
        <p:spPr>
          <a:xfrm>
            <a:off x="487680" y="1180000"/>
            <a:ext cx="11216640" cy="118000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CCFBF1"/>
              </a:gs>
              <a:gs pos="100000">
                <a:srgbClr val="EDE9FE"/>
              </a:gs>
            </a:gsLst>
            <a:lin ang="0" scaled="1"/>
          </a:gradFill>
          <a:ln w="0">
            <a:noFill/>
          </a:ln>
          <a:effectLst>
            <a:outerShdw blurRad="80000" dist="20000" dir="5400000" algn="t" rotWithShape="0">
              <a:srgbClr val="0D9488">
                <a:alpha val="1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1" name="AccentBarConclusiones"/>
          <p:cNvSpPr>
            <a:spLocks/>
          </p:cNvSpPr>
          <p:nvPr/>
        </p:nvSpPr>
        <p:spPr>
          <a:xfrm>
            <a:off x="487680" y="1180000"/>
            <a:ext cx="120000" cy="1180000"/>
          </a:xfrm>
          <a:prstGeom prst="rect">
            <a:avLst/>
          </a:prstGeom>
          <a:gradFill rotWithShape="1">
            <a:gsLst>
              <a:gs pos="0">
                <a:srgbClr val="0D9488"/>
              </a:gs>
              <a:gs pos="100000">
                <a:srgbClr val="7C3AED"/>
              </a:gs>
            </a:gsLst>
            <a:lin ang="5400000" scaled="1"/>
          </a:gra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22" name="ConclusionesText"/>
          <p:cNvSpPr txBox="1">
            <a:spLocks/>
          </p:cNvSpPr>
          <p:nvPr/>
        </p:nvSpPr>
        <p:spPr>
          <a:xfrm>
            <a:off x="780000" y="1240000"/>
            <a:ext cx="10800000" cy="106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spcAft>
                <a:spcPts val="200"/>
              </a:spcAft>
              <a:buNone/>
            </a:pPr>
            <a:r>
              <a:rPr lang="es-ES" sz="1600" b="1">
                <a:solidFill>
                  <a:srgbClr val="0D9488"/>
                </a:solidFill>
                <a:latin typeface="Segoe UI Semibold"/>
                <a:ea typeface="Segoe UI Semibold"/>
                <a:cs typeface="Segoe UI Semibold"/>
              </a:rPr>
              <a:t>Conclusiones clave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es-ES" sz="140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La responsabilidad final recae siempre en la persona: aplicar Human-in-the-Loop y los principios de uso responsable es innegociable para evitar errores reputacionales y legales.</a:t>
            </a:r>
          </a:p>
        </p:txBody>
      </p:sp>
      <p:sp>
        <p:nvSpPr>
          <p:cNvPr id="30" name="CardVisto"/>
          <p:cNvSpPr/>
          <p:nvPr/>
        </p:nvSpPr>
        <p:spPr>
          <a:xfrm>
            <a:off x="487680" y="2480000"/>
            <a:ext cx="11216640" cy="22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0">
            <a:noFill/>
          </a:ln>
          <a:effectLst>
            <a:outerShdw blurRad="80000" dist="20000" dir="5400000" algn="t" rotWithShape="0">
              <a:srgbClr val="334155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1" name="VistoText"/>
          <p:cNvSpPr txBox="1"/>
          <p:nvPr/>
        </p:nvSpPr>
        <p:spPr>
          <a:xfrm>
            <a:off x="780000" y="2570000"/>
            <a:ext cx="10800000" cy="205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spcAft>
                <a:spcPts val="300"/>
              </a:spcAft>
              <a:buNone/>
            </a:pPr>
            <a:r>
              <a:rPr lang="es-ES" sz="1600" b="1" dirty="0">
                <a:solidFill>
                  <a:srgbClr val="1E293B"/>
                </a:solidFill>
                <a:latin typeface="Segoe UI Semibold"/>
                <a:ea typeface="Segoe UI Semibold"/>
                <a:cs typeface="Segoe UI Semibold"/>
              </a:rPr>
              <a:t>Lo que hemos visto</a:t>
            </a:r>
          </a:p>
          <a:p>
            <a:pPr marL="285750" indent="-285750">
              <a:spcBef>
                <a:spcPts val="15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</a:rPr>
              <a:t>Por qué importa usar la IA generativa con criterio profesional</a:t>
            </a:r>
          </a:p>
          <a:p>
            <a:pPr marL="285750" indent="-285750">
              <a:spcBef>
                <a:spcPts val="10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</a:rPr>
              <a:t>Escenarios reales: Mata v. Avianca, Samsung Data Leak y CNET</a:t>
            </a:r>
          </a:p>
          <a:p>
            <a:pPr marL="285750" indent="-285750">
              <a:spcBef>
                <a:spcPts val="10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</a:rPr>
              <a:t>Seis principios de uso responsable: equidad, fiabilidad, privacidad…</a:t>
            </a:r>
          </a:p>
          <a:p>
            <a:pPr marL="285750" indent="-285750">
              <a:spcBef>
                <a:spcPts val="10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</a:rPr>
              <a:t>Human-in-</a:t>
            </a:r>
            <a:r>
              <a:rPr lang="es-ES" sz="1300" dirty="0" err="1">
                <a:solidFill>
                  <a:srgbClr val="334155"/>
                </a:solidFill>
                <a:latin typeface="Segoe UI"/>
              </a:rPr>
              <a:t>the</a:t>
            </a:r>
            <a:r>
              <a:rPr lang="es-ES" sz="1300" dirty="0">
                <a:solidFill>
                  <a:srgbClr val="334155"/>
                </a:solidFill>
                <a:latin typeface="Segoe UI"/>
              </a:rPr>
              <a:t>-Loop (HITL): supervisión y validación humana</a:t>
            </a:r>
          </a:p>
          <a:p>
            <a:pPr marL="285750" indent="-285750">
              <a:spcBef>
                <a:spcPts val="10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</a:rPr>
              <a:t>Laboratorio práctico de ética y reflexión final</a:t>
            </a:r>
          </a:p>
        </p:txBody>
      </p:sp>
      <p:sp>
        <p:nvSpPr>
          <p:cNvPr id="40" name="CardRecursos"/>
          <p:cNvSpPr/>
          <p:nvPr/>
        </p:nvSpPr>
        <p:spPr>
          <a:xfrm>
            <a:off x="487680" y="4820000"/>
            <a:ext cx="11216640" cy="1820000"/>
          </a:xfrm>
          <a:prstGeom prst="roundRect">
            <a:avLst>
              <a:gd name="adj" fmla="val 6000"/>
            </a:avLst>
          </a:prstGeom>
          <a:solidFill>
            <a:srgbClr val="1E1B4B"/>
          </a:solidFill>
          <a:ln w="0">
            <a:noFill/>
          </a:ln>
          <a:effectLst>
            <a:outerShdw blurRad="80000" dist="20000" dir="5400000" algn="t" rotWithShape="0">
              <a:srgbClr val="7C3AED">
                <a:alpha val="2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41" name="RecursosText"/>
          <p:cNvSpPr txBox="1"/>
          <p:nvPr/>
        </p:nvSpPr>
        <p:spPr>
          <a:xfrm>
            <a:off x="780000" y="4910000"/>
            <a:ext cx="10800000" cy="165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spcAft>
                <a:spcPts val="300"/>
              </a:spcAft>
              <a:buNone/>
            </a:pPr>
            <a:r>
              <a:rPr lang="es-ES" sz="1600" b="1" dirty="0">
                <a:solidFill>
                  <a:srgbClr val="C4B5FD"/>
                </a:solidFill>
                <a:latin typeface="Segoe UI Semibold"/>
                <a:ea typeface="Segoe UI Semibold"/>
                <a:cs typeface="Segoe UI Semibold"/>
              </a:rPr>
              <a:t>Recursos recomendados</a:t>
            </a:r>
          </a:p>
          <a:p>
            <a:pPr marL="285750" indent="-285750">
              <a:spcBef>
                <a:spcPts val="150"/>
              </a:spcBef>
              <a:spcAft>
                <a:spcPts val="120"/>
              </a:spcAft>
              <a:buClr>
                <a:srgbClr val="14B8A6"/>
              </a:buClr>
              <a:buFont typeface="Arial" panose="020B0604020202020204" pitchFamily="34" charset="0"/>
              <a:buChar char="▸"/>
            </a:pPr>
            <a:r>
              <a:rPr lang="es-ES" sz="1300" b="1" dirty="0">
                <a:solidFill>
                  <a:srgbClr val="F8FAFC"/>
                </a:solidFill>
                <a:latin typeface="Segoe UI"/>
              </a:rPr>
              <a:t>Microsoft — </a:t>
            </a: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Responsible</a:t>
            </a:r>
            <a:r>
              <a:rPr lang="es-ES" sz="1300" b="1" dirty="0">
                <a:solidFill>
                  <a:srgbClr val="F8FAFC"/>
                </a:solidFill>
                <a:latin typeface="Segoe UI"/>
              </a:rPr>
              <a:t> AI Standard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  ·  microsoft.com/</a:t>
            </a:r>
            <a:r>
              <a:rPr lang="es-ES" sz="1300" dirty="0" err="1">
                <a:solidFill>
                  <a:srgbClr val="CBD5E1"/>
                </a:solidFill>
                <a:latin typeface="Segoe UI"/>
              </a:rPr>
              <a:t>ai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/</a:t>
            </a:r>
            <a:r>
              <a:rPr lang="es-ES" sz="1300" dirty="0" err="1">
                <a:solidFill>
                  <a:srgbClr val="CBD5E1"/>
                </a:solidFill>
                <a:latin typeface="Segoe UI"/>
              </a:rPr>
              <a:t>responsible-ai</a:t>
            </a:r>
            <a:endParaRPr lang="es-ES" sz="1300" dirty="0">
              <a:solidFill>
                <a:srgbClr val="CBD5E1"/>
              </a:solidFill>
              <a:latin typeface="Segoe UI"/>
            </a:endParaRPr>
          </a:p>
          <a:p>
            <a:pPr marL="285750" indent="-285750">
              <a:spcBef>
                <a:spcPts val="120"/>
              </a:spcBef>
              <a:spcAft>
                <a:spcPts val="120"/>
              </a:spcAft>
              <a:buClr>
                <a:srgbClr val="14B8A6"/>
              </a:buClr>
              <a:buFont typeface="Arial" panose="020B0604020202020204" pitchFamily="34" charset="0"/>
              <a:buChar char="▸"/>
            </a:pPr>
            <a:r>
              <a:rPr lang="es-ES" sz="1300" b="1" dirty="0">
                <a:solidFill>
                  <a:srgbClr val="F8FAFC"/>
                </a:solidFill>
                <a:latin typeface="Segoe UI"/>
              </a:rPr>
              <a:t>AI </a:t>
            </a: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Act</a:t>
            </a:r>
            <a:r>
              <a:rPr lang="es-ES" sz="1300" b="1" dirty="0">
                <a:solidFill>
                  <a:srgbClr val="F8FAFC"/>
                </a:solidFill>
                <a:latin typeface="Segoe UI"/>
              </a:rPr>
              <a:t> de la Unión Europea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  ·  artificialintelligenceact.eu</a:t>
            </a:r>
          </a:p>
          <a:p>
            <a:pPr marL="285750" indent="-285750">
              <a:spcBef>
                <a:spcPts val="120"/>
              </a:spcBef>
              <a:spcAft>
                <a:spcPts val="120"/>
              </a:spcAft>
              <a:buClr>
                <a:srgbClr val="14B8A6"/>
              </a:buClr>
              <a:buFont typeface="Arial" panose="020B0604020202020204" pitchFamily="34" charset="0"/>
              <a:buChar char="▸"/>
            </a:pPr>
            <a:r>
              <a:rPr lang="es-ES" sz="1300" b="1" dirty="0">
                <a:solidFill>
                  <a:srgbClr val="F8FAFC"/>
                </a:solidFill>
                <a:latin typeface="Segoe UI"/>
              </a:rPr>
              <a:t>NIST AI Risk Management Framework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  ·  nist.gov/</a:t>
            </a:r>
            <a:r>
              <a:rPr lang="es-ES" sz="1300" dirty="0" err="1">
                <a:solidFill>
                  <a:srgbClr val="CBD5E1"/>
                </a:solidFill>
                <a:latin typeface="Segoe UI"/>
              </a:rPr>
              <a:t>itl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/</a:t>
            </a:r>
            <a:r>
              <a:rPr lang="es-ES" sz="1300" dirty="0" err="1">
                <a:solidFill>
                  <a:srgbClr val="CBD5E1"/>
                </a:solidFill>
                <a:latin typeface="Segoe UI"/>
              </a:rPr>
              <a:t>ai-risk-management-framework</a:t>
            </a:r>
            <a:endParaRPr lang="es-ES" sz="1300" dirty="0">
              <a:solidFill>
                <a:srgbClr val="CBD5E1"/>
              </a:solidFill>
              <a:latin typeface="Segoe UI"/>
            </a:endParaRP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F5F3FF"/>
            </a:gs>
            <a:gs pos="100000">
              <a:srgbClr val="ECFEFF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TopStripe" descr="Franja decorativa superio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  <p:sp>
        <p:nvSpPr>
          <p:cNvPr id="9" name="Title"/>
          <p:cNvSpPr/>
          <p:nvPr/>
        </p:nvSpPr>
        <p:spPr>
          <a:xfrm>
            <a:off x="487680" y="380000"/>
            <a:ext cx="1121664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3600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Resumen de la sesión</a:t>
            </a:r>
          </a:p>
        </p:txBody>
      </p:sp>
      <p:sp>
        <p:nvSpPr>
          <p:cNvPr id="20" name="CardConclusiones"/>
          <p:cNvSpPr>
            <a:spLocks/>
          </p:cNvSpPr>
          <p:nvPr/>
        </p:nvSpPr>
        <p:spPr>
          <a:xfrm>
            <a:off x="487680" y="1180000"/>
            <a:ext cx="11216640" cy="118000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CCFBF1"/>
              </a:gs>
              <a:gs pos="100000">
                <a:srgbClr val="EDE9FE"/>
              </a:gs>
            </a:gsLst>
            <a:lin ang="0" scaled="1"/>
          </a:gradFill>
          <a:ln w="0">
            <a:noFill/>
          </a:ln>
          <a:effectLst>
            <a:outerShdw blurRad="80000" dist="20000" dir="5400000" algn="t" rotWithShape="0">
              <a:srgbClr val="0D9488">
                <a:alpha val="1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1" name="AccentBarConclusiones"/>
          <p:cNvSpPr>
            <a:spLocks/>
          </p:cNvSpPr>
          <p:nvPr/>
        </p:nvSpPr>
        <p:spPr>
          <a:xfrm>
            <a:off x="487680" y="1180000"/>
            <a:ext cx="120000" cy="1180000"/>
          </a:xfrm>
          <a:prstGeom prst="rect">
            <a:avLst/>
          </a:prstGeom>
          <a:gradFill rotWithShape="1">
            <a:gsLst>
              <a:gs pos="0">
                <a:srgbClr val="0D9488"/>
              </a:gs>
              <a:gs pos="100000">
                <a:srgbClr val="7C3AED"/>
              </a:gs>
            </a:gsLst>
            <a:lin ang="5400000" scaled="1"/>
          </a:gra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22" name="ConclusionesText"/>
          <p:cNvSpPr txBox="1">
            <a:spLocks/>
          </p:cNvSpPr>
          <p:nvPr/>
        </p:nvSpPr>
        <p:spPr>
          <a:xfrm>
            <a:off x="780000" y="1240000"/>
            <a:ext cx="10800000" cy="106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spcAft>
                <a:spcPts val="200"/>
              </a:spcAft>
              <a:buNone/>
            </a:pPr>
            <a:r>
              <a:rPr lang="es-ES" sz="1600" b="1">
                <a:solidFill>
                  <a:srgbClr val="0D9488"/>
                </a:solidFill>
                <a:latin typeface="Segoe UI Semibold"/>
                <a:ea typeface="Segoe UI Semibold"/>
                <a:cs typeface="Segoe UI Semibold"/>
              </a:rPr>
              <a:t>Conclusiones clave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es-ES" sz="140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Hoy dejas de ser espectador de la IA y pasas a dirigirla: con un buen prompt, Copilot a tu lado y criterio responsable, lo aprendido aquí es la chispa para reinventar tu trabajo y, con él, lo que tu equipo es capaz de lograr.</a:t>
            </a:r>
          </a:p>
        </p:txBody>
      </p:sp>
      <p:sp>
        <p:nvSpPr>
          <p:cNvPr id="30" name="CardVisto"/>
          <p:cNvSpPr/>
          <p:nvPr/>
        </p:nvSpPr>
        <p:spPr>
          <a:xfrm>
            <a:off x="487680" y="2480000"/>
            <a:ext cx="11216640" cy="22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0">
            <a:noFill/>
          </a:ln>
          <a:effectLst>
            <a:outerShdw blurRad="80000" dist="20000" dir="5400000" algn="t" rotWithShape="0">
              <a:srgbClr val="334155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1" name="VistoText"/>
          <p:cNvSpPr txBox="1"/>
          <p:nvPr/>
        </p:nvSpPr>
        <p:spPr>
          <a:xfrm>
            <a:off x="780000" y="2570000"/>
            <a:ext cx="10800000" cy="205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spcAft>
                <a:spcPts val="300"/>
              </a:spcAft>
              <a:buNone/>
            </a:pPr>
            <a:r>
              <a:rPr lang="es-ES" sz="1600" b="1" dirty="0">
                <a:solidFill>
                  <a:srgbClr val="1E293B"/>
                </a:solidFill>
                <a:latin typeface="Segoe UI Semibold"/>
                <a:ea typeface="Segoe UI Semibold"/>
                <a:cs typeface="Segoe UI Semibold"/>
              </a:rPr>
              <a:t>Lo que hemos visto</a:t>
            </a:r>
          </a:p>
          <a:p>
            <a:pPr marL="285750" indent="-285750">
              <a:spcBef>
                <a:spcPts val="15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</a:rPr>
              <a:t>Introducción a la IA generativa: fundamentos, LLM y casos de uso profesionales</a:t>
            </a:r>
          </a:p>
          <a:p>
            <a:pPr marL="285750" indent="-285750">
              <a:spcBef>
                <a:spcPts val="10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</a:rPr>
              <a:t>Microsoft 365 </a:t>
            </a:r>
            <a:r>
              <a:rPr lang="es-ES" sz="1300" dirty="0" err="1">
                <a:solidFill>
                  <a:srgbClr val="334155"/>
                </a:solidFill>
                <a:latin typeface="Segoe UI"/>
              </a:rPr>
              <a:t>Copilot</a:t>
            </a:r>
            <a:r>
              <a:rPr lang="es-ES" sz="1300" dirty="0">
                <a:solidFill>
                  <a:srgbClr val="334155"/>
                </a:solidFill>
                <a:latin typeface="Segoe UI"/>
              </a:rPr>
              <a:t> en acción: ecosistema Chat, agentes y aplicaciones</a:t>
            </a:r>
          </a:p>
          <a:p>
            <a:pPr marL="285750" indent="-285750">
              <a:spcBef>
                <a:spcPts val="10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</a:rPr>
              <a:t>El arte del </a:t>
            </a:r>
            <a:r>
              <a:rPr lang="es-ES" sz="1300" dirty="0" err="1">
                <a:solidFill>
                  <a:srgbClr val="334155"/>
                </a:solidFill>
                <a:latin typeface="Segoe UI"/>
              </a:rPr>
              <a:t>prompting</a:t>
            </a:r>
            <a:r>
              <a:rPr lang="es-ES" sz="1300" dirty="0">
                <a:solidFill>
                  <a:srgbClr val="334155"/>
                </a:solidFill>
                <a:latin typeface="Segoe UI"/>
              </a:rPr>
              <a:t>: marco RCTF, </a:t>
            </a:r>
            <a:r>
              <a:rPr lang="es-ES" sz="1300" dirty="0" err="1">
                <a:solidFill>
                  <a:srgbClr val="334155"/>
                </a:solidFill>
                <a:latin typeface="Segoe UI"/>
              </a:rPr>
              <a:t>Superprompt</a:t>
            </a:r>
            <a:r>
              <a:rPr lang="es-ES" sz="1300" dirty="0">
                <a:solidFill>
                  <a:srgbClr val="334155"/>
                </a:solidFill>
                <a:latin typeface="Segoe UI"/>
              </a:rPr>
              <a:t> y Chain </a:t>
            </a:r>
            <a:r>
              <a:rPr lang="es-ES" sz="1300" dirty="0" err="1">
                <a:solidFill>
                  <a:srgbClr val="334155"/>
                </a:solidFill>
                <a:latin typeface="Segoe UI"/>
              </a:rPr>
              <a:t>of</a:t>
            </a:r>
            <a:r>
              <a:rPr lang="es-ES" sz="1300" dirty="0">
                <a:solidFill>
                  <a:srgbClr val="334155"/>
                </a:solidFill>
                <a:latin typeface="Segoe UI"/>
              </a:rPr>
              <a:t> </a:t>
            </a:r>
            <a:r>
              <a:rPr lang="es-ES" sz="1300" dirty="0" err="1">
                <a:solidFill>
                  <a:srgbClr val="334155"/>
                </a:solidFill>
                <a:latin typeface="Segoe UI"/>
              </a:rPr>
              <a:t>Thought</a:t>
            </a:r>
            <a:endParaRPr lang="es-ES" sz="1300" dirty="0">
              <a:solidFill>
                <a:srgbClr val="334155"/>
              </a:solidFill>
              <a:latin typeface="Segoe UI"/>
            </a:endParaRPr>
          </a:p>
          <a:p>
            <a:pPr marL="285750" indent="-285750">
              <a:spcBef>
                <a:spcPts val="10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</a:rPr>
              <a:t>Multimodalidad en M365 </a:t>
            </a:r>
            <a:r>
              <a:rPr lang="es-ES" sz="1300" dirty="0" err="1">
                <a:solidFill>
                  <a:srgbClr val="334155"/>
                </a:solidFill>
                <a:latin typeface="Segoe UI"/>
              </a:rPr>
              <a:t>Copilot</a:t>
            </a:r>
            <a:r>
              <a:rPr lang="es-ES" sz="1300" dirty="0">
                <a:solidFill>
                  <a:srgbClr val="334155"/>
                </a:solidFill>
                <a:latin typeface="Segoe UI"/>
              </a:rPr>
              <a:t>: texto, imágenes, voz y kits de marca</a:t>
            </a:r>
          </a:p>
          <a:p>
            <a:pPr marL="285750" indent="-285750">
              <a:spcBef>
                <a:spcPts val="10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</a:rPr>
              <a:t>Ética en el uso de la IA: principios responsables y Human-in-</a:t>
            </a:r>
            <a:r>
              <a:rPr lang="es-ES" sz="1300" dirty="0" err="1">
                <a:solidFill>
                  <a:srgbClr val="334155"/>
                </a:solidFill>
                <a:latin typeface="Segoe UI"/>
              </a:rPr>
              <a:t>the</a:t>
            </a:r>
            <a:r>
              <a:rPr lang="es-ES" sz="1300" dirty="0">
                <a:solidFill>
                  <a:srgbClr val="334155"/>
                </a:solidFill>
                <a:latin typeface="Segoe UI"/>
              </a:rPr>
              <a:t>-Loop</a:t>
            </a:r>
          </a:p>
        </p:txBody>
      </p:sp>
      <p:sp>
        <p:nvSpPr>
          <p:cNvPr id="40" name="CardRecursos"/>
          <p:cNvSpPr/>
          <p:nvPr/>
        </p:nvSpPr>
        <p:spPr>
          <a:xfrm>
            <a:off x="487680" y="4820000"/>
            <a:ext cx="11216640" cy="1820000"/>
          </a:xfrm>
          <a:prstGeom prst="roundRect">
            <a:avLst>
              <a:gd name="adj" fmla="val 6000"/>
            </a:avLst>
          </a:prstGeom>
          <a:solidFill>
            <a:srgbClr val="1E1B4B"/>
          </a:solidFill>
          <a:ln w="0">
            <a:noFill/>
          </a:ln>
          <a:effectLst>
            <a:outerShdw blurRad="80000" dist="20000" dir="5400000" algn="t" rotWithShape="0">
              <a:srgbClr val="7C3AED">
                <a:alpha val="2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41" name="RecursosText"/>
          <p:cNvSpPr txBox="1"/>
          <p:nvPr/>
        </p:nvSpPr>
        <p:spPr>
          <a:xfrm>
            <a:off x="780000" y="4910000"/>
            <a:ext cx="10800000" cy="165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spcAft>
                <a:spcPts val="300"/>
              </a:spcAft>
              <a:buNone/>
            </a:pPr>
            <a:r>
              <a:rPr lang="es-ES" sz="1600" b="1" dirty="0">
                <a:solidFill>
                  <a:srgbClr val="C4B5FD"/>
                </a:solidFill>
                <a:latin typeface="Segoe UI Semibold"/>
                <a:ea typeface="Segoe UI Semibold"/>
                <a:cs typeface="Segoe UI Semibold"/>
              </a:rPr>
              <a:t>Recursos recomendados</a:t>
            </a:r>
          </a:p>
          <a:p>
            <a:pPr marL="285750" indent="-285750">
              <a:spcBef>
                <a:spcPts val="150"/>
              </a:spcBef>
              <a:spcAft>
                <a:spcPts val="120"/>
              </a:spcAft>
              <a:buClr>
                <a:srgbClr val="14B8A6"/>
              </a:buClr>
              <a:buFont typeface="Arial" panose="020B0604020202020204" pitchFamily="34" charset="0"/>
              <a:buChar char="▸"/>
            </a:pPr>
            <a:r>
              <a:rPr lang="es-ES" sz="1300" b="1" dirty="0">
                <a:solidFill>
                  <a:srgbClr val="F8FAFC"/>
                </a:solidFill>
                <a:latin typeface="Segoe UI"/>
              </a:rPr>
              <a:t>Microsoft Learn — Hub de </a:t>
            </a: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Copilot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  ·  learn.microsoft.com/</a:t>
            </a:r>
            <a:r>
              <a:rPr lang="es-ES" sz="1300" dirty="0" err="1">
                <a:solidFill>
                  <a:srgbClr val="CBD5E1"/>
                </a:solidFill>
                <a:latin typeface="Segoe UI"/>
              </a:rPr>
              <a:t>copilot</a:t>
            </a:r>
            <a:endParaRPr lang="es-ES" sz="1300" dirty="0">
              <a:solidFill>
                <a:srgbClr val="CBD5E1"/>
              </a:solidFill>
              <a:latin typeface="Segoe UI"/>
            </a:endParaRPr>
          </a:p>
          <a:p>
            <a:pPr marL="285750" indent="-285750">
              <a:spcBef>
                <a:spcPts val="120"/>
              </a:spcBef>
              <a:spcAft>
                <a:spcPts val="120"/>
              </a:spcAft>
              <a:buClr>
                <a:srgbClr val="14B8A6"/>
              </a:buClr>
              <a:buFont typeface="Arial" panose="020B0604020202020204" pitchFamily="34" charset="0"/>
              <a:buChar char="▸"/>
            </a:pPr>
            <a:r>
              <a:rPr lang="es-ES" sz="1300" b="1" dirty="0">
                <a:solidFill>
                  <a:srgbClr val="F8FAFC"/>
                </a:solidFill>
                <a:latin typeface="Segoe UI"/>
              </a:rPr>
              <a:t>Microsoft 365 </a:t>
            </a: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Copilot</a:t>
            </a:r>
            <a:r>
              <a:rPr lang="es-ES" sz="1300" b="1" dirty="0">
                <a:solidFill>
                  <a:srgbClr val="F8FAFC"/>
                </a:solidFill>
                <a:latin typeface="Segoe UI"/>
              </a:rPr>
              <a:t> — Página oficial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  ·  microsoft.com/microsoft-365/</a:t>
            </a:r>
            <a:r>
              <a:rPr lang="es-ES" sz="1300" dirty="0" err="1">
                <a:solidFill>
                  <a:srgbClr val="CBD5E1"/>
                </a:solidFill>
                <a:latin typeface="Segoe UI"/>
              </a:rPr>
              <a:t>copilot</a:t>
            </a:r>
            <a:endParaRPr lang="es-ES" sz="1300" dirty="0">
              <a:solidFill>
                <a:srgbClr val="CBD5E1"/>
              </a:solidFill>
              <a:latin typeface="Segoe UI"/>
            </a:endParaRPr>
          </a:p>
          <a:p>
            <a:pPr marL="285750" indent="-285750">
              <a:spcBef>
                <a:spcPts val="120"/>
              </a:spcBef>
              <a:spcAft>
                <a:spcPts val="120"/>
              </a:spcAft>
              <a:buClr>
                <a:srgbClr val="14B8A6"/>
              </a:buClr>
              <a:buFont typeface="Arial" panose="020B0604020202020204" pitchFamily="34" charset="0"/>
              <a:buChar char="▸"/>
            </a:pPr>
            <a:r>
              <a:rPr lang="es-ES" sz="1300" b="1" dirty="0">
                <a:solidFill>
                  <a:srgbClr val="F8FAFC"/>
                </a:solidFill>
                <a:latin typeface="Segoe UI"/>
              </a:rPr>
              <a:t>Microsoft — </a:t>
            </a: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Responsible</a:t>
            </a:r>
            <a:r>
              <a:rPr lang="es-ES" sz="1300" b="1" dirty="0">
                <a:solidFill>
                  <a:srgbClr val="F8FAFC"/>
                </a:solidFill>
                <a:latin typeface="Segoe UI"/>
              </a:rPr>
              <a:t> AI Standard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  ·  microsoft.com/</a:t>
            </a:r>
            <a:r>
              <a:rPr lang="es-ES" sz="1300" dirty="0" err="1">
                <a:solidFill>
                  <a:srgbClr val="CBD5E1"/>
                </a:solidFill>
                <a:latin typeface="Segoe UI"/>
              </a:rPr>
              <a:t>ai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/</a:t>
            </a:r>
            <a:r>
              <a:rPr lang="es-ES" sz="1300" dirty="0" err="1">
                <a:solidFill>
                  <a:srgbClr val="CBD5E1"/>
                </a:solidFill>
                <a:latin typeface="Segoe UI"/>
              </a:rPr>
              <a:t>responsible-ai</a:t>
            </a:r>
            <a:endParaRPr lang="es-ES" sz="1300" dirty="0">
              <a:solidFill>
                <a:srgbClr val="CBD5E1"/>
              </a:solidFill>
              <a:latin typeface="Segoe UI"/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97517CC-A537-821C-1895-FBDCCA45A02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62514" y="270210"/>
            <a:ext cx="10666972" cy="757079"/>
          </a:xfrm>
        </p:spPr>
        <p:txBody>
          <a:bodyPr/>
          <a:lstStyle/>
          <a:p>
            <a:r>
              <a:rPr lang="es-ES" sz="2000" dirty="0"/>
              <a:t>Al responder a esta pregunta, </a:t>
            </a:r>
            <a:r>
              <a:rPr lang="es-ES" sz="2000"/>
              <a:t>por favor, </a:t>
            </a:r>
            <a:r>
              <a:rPr lang="es-ES" sz="2000" dirty="0"/>
              <a:t>reflexiona sobre tus respuestas anteriores. Tu respuesta debe reflejar tu impresión general sobre la calidad del curso y no un aspecto específico. </a:t>
            </a:r>
          </a:p>
        </p:txBody>
      </p:sp>
      <p:pic>
        <p:nvPicPr>
          <p:cNvPr id="7" name="Picture 6" descr="Imagen ilustrativa relacionada con Al responder a esta pregunta, por favor, reflexiona sobre tus respuestas anteriores. Tu respuesta debe reflejar tu impresión general sobre la calidad del curso y no un aspecto específico.">
            <a:extLst>
              <a:ext uri="{FF2B5EF4-FFF2-40B4-BE49-F238E27FC236}">
                <a16:creationId xmlns:a16="http://schemas.microsoft.com/office/drawing/2014/main" id="{06C93655-E292-759D-332F-304614A5DA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6706" y="1027289"/>
            <a:ext cx="7430144" cy="449619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1A08289-EA60-4953-D93A-AF664AB18D13}"/>
              </a:ext>
            </a:extLst>
          </p:cNvPr>
          <p:cNvSpPr txBox="1"/>
          <p:nvPr/>
        </p:nvSpPr>
        <p:spPr>
          <a:xfrm>
            <a:off x="462844" y="5634227"/>
            <a:ext cx="11525956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/>
              <a:t>Es importante destacar que solo el 9 y el 10 representan ‘Satisfecho’</a:t>
            </a:r>
          </a:p>
          <a:p>
            <a:pPr algn="ctr"/>
            <a:endParaRPr lang="es-ES" b="1" dirty="0"/>
          </a:p>
          <a:p>
            <a:pPr algn="ctr"/>
            <a:r>
              <a:rPr lang="es-ES" sz="2400" b="1" dirty="0"/>
              <a:t>¡Muchas gracias!</a:t>
            </a:r>
            <a:endParaRPr lang="en-GB" sz="2400" b="1" dirty="0"/>
          </a:p>
          <a:p>
            <a:pPr algn="ctr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79708776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MODEL_TYPE" val="cover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5268</TotalTime>
  <Words>7671</Words>
  <Application>Microsoft Office PowerPoint</Application>
  <PresentationFormat>Widescreen</PresentationFormat>
  <Paragraphs>713</Paragraphs>
  <Slides>49</Slides>
  <Notes>45</Notes>
  <HiddenSlides>0</HiddenSlides>
  <MMClips>1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49</vt:i4>
      </vt:variant>
    </vt:vector>
  </HeadingPairs>
  <TitlesOfParts>
    <vt:vector size="60" baseType="lpstr">
      <vt:lpstr>Aptos</vt:lpstr>
      <vt:lpstr>Aptos Display</vt:lpstr>
      <vt:lpstr>Arial</vt:lpstr>
      <vt:lpstr>Segoe Sans Text</vt:lpstr>
      <vt:lpstr>Segoe UI</vt:lpstr>
      <vt:lpstr>Segoe UI Emoji</vt:lpstr>
      <vt:lpstr>Segoe UI Semibold</vt:lpstr>
      <vt:lpstr>Segoe UI Symbol</vt:lpstr>
      <vt:lpstr>Wingdings</vt:lpstr>
      <vt:lpstr>Wingdings 2</vt:lpstr>
      <vt:lpstr>Office Theme</vt:lpstr>
      <vt:lpstr>IA Generativa y  Microsoft Copilot  para profesionales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MOD Administrator</dc:creator>
  <cp:lastModifiedBy>MOD Administrator</cp:lastModifiedBy>
  <cp:revision>63</cp:revision>
  <dcterms:created xsi:type="dcterms:W3CDTF">2026-06-04T08:20:33Z</dcterms:created>
  <dcterms:modified xsi:type="dcterms:W3CDTF">2026-06-16T12:52:33Z</dcterms:modified>
</cp:coreProperties>
</file>